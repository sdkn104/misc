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slideMasters/_rels/slideMaster22.xml.rels" ContentType="application/vnd.openxmlformats-package.relationships+xml"/>
  <Override PartName="/ppt/slideMasters/_rels/slideMaster10.xml.rels" ContentType="application/vnd.openxmlformats-package.relationships+xml"/>
  <Override PartName="/ppt/slideMasters/_rels/slideMaster34.xml.rels" ContentType="application/vnd.openxmlformats-package.relationships+xml"/>
  <Override PartName="/ppt/slideMasters/slideMaster10.xml" ContentType="application/vnd.openxmlformats-officedocument.presentationml.slideMaster+xml"/>
  <Override PartName="/ppt/slideMasters/slideMaster22.xml" ContentType="application/vnd.openxmlformats-officedocument.presentationml.slideMaster+xml"/>
  <Override PartName="/ppt/slideMasters/slideMaster34.xml" ContentType="application/vnd.openxmlformats-officedocument.presentationml.slideMaster+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45.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_rels/theme1.xml.rels" ContentType="application/vnd.openxmlformats-package.relationships+xml"/>
  <Override PartName="/ppt/theme/_rels/theme2.xml.rels" ContentType="application/vnd.openxmlformats-package.relationships+xml"/>
  <Override PartName="/ppt/theme/_rels/theme3.xml.rels" ContentType="application/vnd.openxmlformats-package.relationships+xml"/>
  <Override PartName="/ppt/theme/_rels/theme4.xml.rels" ContentType="application/vnd.openxmlformats-package.relationship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media/image1.jpeg" ContentType="image/jpeg"/>
  <Override PartName="/ppt/media/image2.jpeg" ContentType="image/jpeg"/>
  <Override PartName="/ppt/media/image3.jpeg" ContentType="image/jpeg"/>
  <Override PartName="/ppt/media/image5.png" ContentType="image/png"/>
  <Override PartName="/ppt/media/image4.png" ContentType="image/png"/>
  <Override PartName="/ppt/slideLayouts/slideLayout31.xml" ContentType="application/vnd.openxmlformats-officedocument.presentationml.slideLayout+xml"/>
  <Override PartName="/ppt/slideLayouts/slideLayout1.xml" ContentType="application/vnd.openxmlformats-officedocument.presentationml.slideLayout+xml"/>
  <Override PartName="/ppt/slideLayouts/slideLayout32.xml" ContentType="application/vnd.openxmlformats-officedocument.presentationml.slideLayout+xml"/>
  <Override PartName="/ppt/slideLayouts/slideLayout2.xml" ContentType="application/vnd.openxmlformats-officedocument.presentationml.slideLayout+xml"/>
  <Override PartName="/ppt/slideLayouts/slideLayout33.xml" ContentType="application/vnd.openxmlformats-officedocument.presentationml.slideLayout+xml"/>
  <Override PartName="/ppt/slideLayouts/slideLayout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35.xml" ContentType="application/vnd.openxmlformats-officedocument.presentationml.slideLayout+xml"/>
  <Override PartName="/ppt/slideLayouts/slideLayout6.xml" ContentType="application/vnd.openxmlformats-officedocument.presentationml.slideLayout+xml"/>
  <Override PartName="/ppt/slideLayouts/slideLayout36.xml" ContentType="application/vnd.openxmlformats-officedocument.presentationml.slideLayout+xml"/>
  <Override PartName="/ppt/slideLayouts/slideLayout7.xml" ContentType="application/vnd.openxmlformats-officedocument.presentationml.slideLayout+xml"/>
  <Override PartName="/ppt/slideLayouts/slideLayout37.xml" ContentType="application/vnd.openxmlformats-officedocument.presentationml.slideLayout+xml"/>
  <Override PartName="/ppt/slideLayouts/slideLayout8.xml" ContentType="application/vnd.openxmlformats-officedocument.presentationml.slideLayout+xml"/>
  <Override PartName="/ppt/slideLayouts/slideLayout38.xml" ContentType="application/vnd.openxmlformats-officedocument.presentationml.slideLayout+xml"/>
  <Override PartName="/ppt/slideLayouts/slideLayout9.xml" ContentType="application/vnd.openxmlformats-officedocument.presentationml.slideLayout+xml"/>
  <Override PartName="/ppt/slideLayouts/slideLayout3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_rels/slideLayout31.xml.rels" ContentType="application/vnd.openxmlformats-package.relationships+xml"/>
  <Override PartName="/ppt/slideLayouts/_rels/slideLayout1.xml.rels" ContentType="application/vnd.openxmlformats-package.relationships+xml"/>
  <Override PartName="/ppt/slideLayouts/_rels/slideLayout32.xml.rels" ContentType="application/vnd.openxmlformats-package.relationships+xml"/>
  <Override PartName="/ppt/slideLayouts/_rels/slideLayout2.xml.rels" ContentType="application/vnd.openxmlformats-package.relationships+xml"/>
  <Override PartName="/ppt/slideLayouts/_rels/slideLayout33.xml.rels" ContentType="application/vnd.openxmlformats-package.relationships+xml"/>
  <Override PartName="/ppt/slideLayouts/_rels/slideLayout3.xml.rels" ContentType="application/vnd.openxmlformats-package.relationships+xml"/>
  <Override PartName="/ppt/slideLayouts/_rels/slideLayout34.xml.rels" ContentType="application/vnd.openxmlformats-package.relationships+xml"/>
  <Override PartName="/ppt/slideLayouts/_rels/slideLayout4.xml.rels" ContentType="application/vnd.openxmlformats-package.relationships+xml"/>
  <Override PartName="/ppt/slideLayouts/_rels/slideLayout35.xml.rels" ContentType="application/vnd.openxmlformats-package.relationships+xml"/>
  <Override PartName="/ppt/slideLayouts/_rels/slideLayout5.xml.rels" ContentType="application/vnd.openxmlformats-package.relationships+xml"/>
  <Override PartName="/ppt/slideLayouts/_rels/slideLayout36.xml.rels" ContentType="application/vnd.openxmlformats-package.relationships+xml"/>
  <Override PartName="/ppt/slideLayouts/_rels/slideLayout6.xml.rels" ContentType="application/vnd.openxmlformats-package.relationships+xml"/>
  <Override PartName="/ppt/slideLayouts/_rels/slideLayout37.xml.rels" ContentType="application/vnd.openxmlformats-package.relationships+xml"/>
  <Override PartName="/ppt/slideLayouts/_rels/slideLayout7.xml.rels" ContentType="application/vnd.openxmlformats-package.relationships+xml"/>
  <Override PartName="/ppt/slideLayouts/_rels/slideLayout38.xml.rels" ContentType="application/vnd.openxmlformats-package.relationships+xml"/>
  <Override PartName="/ppt/slideLayouts/_rels/slideLayout8.xml.rels" ContentType="application/vnd.openxmlformats-package.relationships+xml"/>
  <Override PartName="/ppt/slideLayouts/_rels/slideLayout39.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23.xml.rels" ContentType="application/vnd.openxmlformats-package.relationships+xml"/>
  <Override PartName="/ppt/slideLayouts/_rels/slideLayout24.xml.rels" ContentType="application/vnd.openxmlformats-package.relationships+xml"/>
  <Override PartName="/ppt/slideLayouts/_rels/slideLayout25.xml.rels" ContentType="application/vnd.openxmlformats-package.relationships+xml"/>
  <Override PartName="/ppt/slideLayouts/_rels/slideLayout26.xml.rels" ContentType="application/vnd.openxmlformats-package.relationships+xml"/>
  <Override PartName="/ppt/slideLayouts/_rels/slideLayout27.xml.rels" ContentType="application/vnd.openxmlformats-package.relationships+xml"/>
  <Override PartName="/ppt/slideLayouts/_rels/slideLayout28.xml.rels" ContentType="application/vnd.openxmlformats-package.relationships+xml"/>
  <Override PartName="/ppt/slideLayouts/_rels/slideLayout29.xml.rels" ContentType="application/vnd.openxmlformats-package.relationships+xml"/>
  <Override PartName="/ppt/slideLayouts/_rels/slideLayout30.xml.rels" ContentType="application/vnd.openxmlformats-package.relationships+xml"/>
  <Override PartName="/ppt/slideLayouts/_rels/slideLayout40.xml.rels" ContentType="application/vnd.openxmlformats-package.relationships+xml"/>
  <Override PartName="/ppt/slideLayouts/_rels/slideLayout41.xml.rels" ContentType="application/vnd.openxmlformats-package.relationships+xml"/>
  <Override PartName="/ppt/slideLayouts/_rels/slideLayout42.xml.rels" ContentType="application/vnd.openxmlformats-package.relationships+xml"/>
  <Override PartName="/ppt/slideLayouts/_rels/slideLayout43.xml.rels" ContentType="application/vnd.openxmlformats-package.relationships+xml"/>
  <Override PartName="/ppt/slideLayouts/_rels/slideLayout44.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8" r:id="rId3"/>
    <p:sldMasterId id="2147483671" r:id="rId4"/>
    <p:sldMasterId id="214748368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x="9906000" cy="6858000"/>
  <p:notesSz cx="6735763" cy="98663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10.xml"/><Relationship Id="rId4" Type="http://schemas.openxmlformats.org/officeDocument/2006/relationships/slideMaster" Target="slideMasters/slideMaster22.xml"/><Relationship Id="rId5" Type="http://schemas.openxmlformats.org/officeDocument/2006/relationships/slideMaster" Target="slideMasters/slideMaster34.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presProps" Target="presProps.xml"/>
</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FCDD597-0E41-4A99-A4AC-CEEA54CBB69E}" type="doc">
      <dgm:prSet loTypeId="urn:microsoft.com/office/officeart/2005/8/layout/chart3" loCatId="cycle" qsTypeId="urn:microsoft.com/office/officeart/2005/8/quickstyle/simple1#10" qsCatId="simple" csTypeId="urn:microsoft.com/office/officeart/2005/8/colors/colorful2" csCatId="colorful" phldr="1"/>
      <dgm:spPr/>
      <dgm:t>
        <a:bodyPr/>
        <a:lstStyle/>
        <a:p>
          <a:endParaRPr kumimoji="1" lang="ja-JP" altLang="en-US"/>
        </a:p>
      </dgm:t>
    </dgm:pt>
    <dgm:pt modelId="{5AE9A229-3181-40F0-BAFE-BA8738E17F68}">
      <dgm:prSet phldrT="[テキスト]" custT="1"/>
      <dgm:spPr>
        <a:solidFill>
          <a:srgbClr val="D1F2F7"/>
        </a:solidFill>
        <a:ln>
          <a:solidFill>
            <a:schemeClr val="accent6">
              <a:lumMod val="50000"/>
            </a:schemeClr>
          </a:solidFill>
        </a:ln>
      </dgm:spPr>
      <dgm:t>
        <a:bodyPr/>
        <a:lstStyle/>
        <a:p>
          <a:r>
            <a:rPr kumimoji="1" lang="ja-JP" altLang="en-US" sz="2200" b="1" dirty="0" smtClean="0">
              <a:solidFill>
                <a:schemeClr val="tx1"/>
              </a:solidFill>
              <a:latin typeface="ＭＳ Ｐゴシック" pitchFamily="50" charset="-128"/>
              <a:ea typeface="ＭＳ Ｐゴシック" pitchFamily="50" charset="-128"/>
            </a:rPr>
            <a:t>技術的</a:t>
          </a:r>
          <a:endParaRPr kumimoji="1" lang="en-US" altLang="ja-JP" sz="2200" b="1" dirty="0" smtClean="0">
            <a:solidFill>
              <a:schemeClr val="tx1"/>
            </a:solidFill>
            <a:latin typeface="ＭＳ Ｐゴシック" pitchFamily="50" charset="-128"/>
            <a:ea typeface="ＭＳ Ｐゴシック" pitchFamily="50" charset="-128"/>
          </a:endParaRPr>
        </a:p>
        <a:p>
          <a:r>
            <a:rPr kumimoji="1" lang="ja-JP" altLang="en-US" sz="2200" b="1" dirty="0" smtClean="0">
              <a:solidFill>
                <a:schemeClr val="tx1"/>
              </a:solidFill>
              <a:latin typeface="ＭＳ Ｐゴシック" pitchFamily="50" charset="-128"/>
              <a:ea typeface="ＭＳ Ｐゴシック" pitchFamily="50" charset="-128"/>
            </a:rPr>
            <a:t>思想</a:t>
          </a:r>
          <a:endParaRPr kumimoji="1" lang="en-US" altLang="ja-JP" sz="2200" b="1" dirty="0" smtClean="0">
            <a:solidFill>
              <a:schemeClr val="tx1"/>
            </a:solidFill>
            <a:latin typeface="ＭＳ Ｐゴシック" pitchFamily="50" charset="-128"/>
            <a:ea typeface="ＭＳ Ｐゴシック" pitchFamily="50" charset="-128"/>
          </a:endParaRPr>
        </a:p>
      </dgm:t>
    </dgm:pt>
    <dgm:pt modelId="{472F0619-6209-419B-A0D8-05E71507A7D0}" type="parTrans" cxnId="{CA8FE3F2-DF4D-42ED-A706-308A38477EBB}">
      <dgm:prSet/>
      <dgm:spPr/>
      <dgm:t>
        <a:bodyPr/>
        <a:lstStyle/>
        <a:p>
          <a:endParaRPr kumimoji="1" lang="ja-JP" altLang="en-US"/>
        </a:p>
      </dgm:t>
    </dgm:pt>
    <dgm:pt modelId="{F4BA752E-6FEB-40C4-BAAA-9D687AE893E4}" type="sibTrans" cxnId="{CA8FE3F2-DF4D-42ED-A706-308A38477EBB}">
      <dgm:prSet/>
      <dgm:spPr/>
      <dgm:t>
        <a:bodyPr/>
        <a:lstStyle/>
        <a:p>
          <a:endParaRPr kumimoji="1" lang="ja-JP" altLang="en-US"/>
        </a:p>
      </dgm:t>
    </dgm:pt>
    <dgm:pt modelId="{D24023E0-0338-4940-98F4-5F155453D7C1}">
      <dgm:prSet phldrT="[テキスト]">
        <dgm:style>
          <a:lnRef idx="1">
            <a:schemeClr val="accent1"/>
          </a:lnRef>
          <a:fillRef idx="2">
            <a:schemeClr val="accent1"/>
          </a:fillRef>
          <a:effectRef idx="1">
            <a:schemeClr val="accent1"/>
          </a:effectRef>
          <a:fontRef idx="minor">
            <a:schemeClr val="dk1"/>
          </a:fontRef>
        </dgm:style>
      </dgm:prSet>
      <dgm:spPr>
        <a:solidFill>
          <a:srgbClr val="BFEBDC"/>
        </a:solidFill>
        <a:ln>
          <a:solidFill>
            <a:schemeClr val="accent4">
              <a:lumMod val="50000"/>
            </a:schemeClr>
          </a:solidFill>
        </a:ln>
      </dgm:spPr>
      <dgm:t>
        <a:bodyPr/>
        <a:lstStyle/>
        <a:p>
          <a:r>
            <a:rPr kumimoji="1" lang="ja-JP" altLang="en-US" b="1" dirty="0" smtClean="0"/>
            <a:t>創作性</a:t>
          </a:r>
          <a:endParaRPr kumimoji="1" lang="ja-JP" altLang="en-US" b="1" dirty="0"/>
        </a:p>
      </dgm:t>
    </dgm:pt>
    <dgm:pt modelId="{B4728002-FA70-4AB6-9A2F-9FDD3B30C395}" type="parTrans" cxnId="{F527E6BD-45A6-4691-AE9A-00B6D2BE3A02}">
      <dgm:prSet/>
      <dgm:spPr/>
      <dgm:t>
        <a:bodyPr/>
        <a:lstStyle/>
        <a:p>
          <a:endParaRPr kumimoji="1" lang="ja-JP" altLang="en-US"/>
        </a:p>
      </dgm:t>
    </dgm:pt>
    <dgm:pt modelId="{65033FA7-9C01-4162-8CF5-844CDD59D002}" type="sibTrans" cxnId="{F527E6BD-45A6-4691-AE9A-00B6D2BE3A02}">
      <dgm:prSet/>
      <dgm:spPr/>
      <dgm:t>
        <a:bodyPr/>
        <a:lstStyle/>
        <a:p>
          <a:endParaRPr kumimoji="1" lang="ja-JP" altLang="en-US"/>
        </a:p>
      </dgm:t>
    </dgm:pt>
    <dgm:pt modelId="{7BBF3F7D-3AC3-41AB-8B52-10C9E64DC4DC}">
      <dgm:prSet phldrT="[テキスト]"/>
      <dgm:spPr>
        <a:solidFill>
          <a:srgbClr val="FAD2E9"/>
        </a:solidFill>
        <a:ln>
          <a:solidFill>
            <a:srgbClr val="FF33CC"/>
          </a:solidFill>
        </a:ln>
      </dgm:spPr>
      <dgm:t>
        <a:bodyPr/>
        <a:lstStyle/>
        <a:p>
          <a:r>
            <a:rPr kumimoji="1" lang="ja-JP" altLang="en-US" b="1" dirty="0" smtClean="0">
              <a:solidFill>
                <a:schemeClr val="tx1"/>
              </a:solidFill>
              <a:latin typeface="ＭＳ Ｐゴシック" pitchFamily="50" charset="-128"/>
              <a:ea typeface="ＭＳ Ｐゴシック" pitchFamily="50" charset="-128"/>
            </a:rPr>
            <a:t>自然法則の利用</a:t>
          </a:r>
          <a:endParaRPr kumimoji="1" lang="ja-JP" altLang="en-US" b="1" dirty="0">
            <a:solidFill>
              <a:schemeClr val="tx1"/>
            </a:solidFill>
            <a:latin typeface="ＭＳ Ｐゴシック" pitchFamily="50" charset="-128"/>
            <a:ea typeface="ＭＳ Ｐゴシック" pitchFamily="50" charset="-128"/>
          </a:endParaRPr>
        </a:p>
      </dgm:t>
    </dgm:pt>
    <dgm:pt modelId="{2904B4F4-4AF1-4BC5-A200-12AE8A3ABAFC}" type="parTrans" cxnId="{12BAB730-F96E-4C7C-BBA7-778182BA84F9}">
      <dgm:prSet/>
      <dgm:spPr/>
      <dgm:t>
        <a:bodyPr/>
        <a:lstStyle/>
        <a:p>
          <a:endParaRPr kumimoji="1" lang="ja-JP" altLang="en-US"/>
        </a:p>
      </dgm:t>
    </dgm:pt>
    <dgm:pt modelId="{324792B6-8B49-4777-B488-6C2EFC09C25D}" type="sibTrans" cxnId="{12BAB730-F96E-4C7C-BBA7-778182BA84F9}">
      <dgm:prSet/>
      <dgm:spPr/>
      <dgm:t>
        <a:bodyPr/>
        <a:lstStyle/>
        <a:p>
          <a:endParaRPr kumimoji="1" lang="ja-JP" altLang="en-US"/>
        </a:p>
      </dgm:t>
    </dgm:pt>
    <dgm:pt modelId="{DD1BB7FE-DE37-4F3B-99A8-B24C76ECCED8}">
      <dgm:prSet/>
      <dgm:spPr>
        <a:solidFill>
          <a:srgbClr val="F7EAC5"/>
        </a:solidFill>
        <a:ln>
          <a:solidFill>
            <a:schemeClr val="accent5">
              <a:lumMod val="60000"/>
              <a:lumOff val="40000"/>
            </a:schemeClr>
          </a:solidFill>
        </a:ln>
      </dgm:spPr>
      <dgm:t>
        <a:bodyPr/>
        <a:lstStyle/>
        <a:p>
          <a:r>
            <a:rPr kumimoji="1" lang="ja-JP" altLang="en-US" b="1" dirty="0" smtClean="0">
              <a:solidFill>
                <a:schemeClr val="tx1"/>
              </a:solidFill>
              <a:latin typeface="ＭＳ Ｐゴシック" pitchFamily="50" charset="-128"/>
              <a:ea typeface="ＭＳ Ｐゴシック" pitchFamily="50" charset="-128"/>
            </a:rPr>
            <a:t>高度性</a:t>
          </a:r>
          <a:endParaRPr kumimoji="1" lang="ja-JP" altLang="en-US" b="1" dirty="0">
            <a:solidFill>
              <a:schemeClr val="tx1"/>
            </a:solidFill>
            <a:latin typeface="ＭＳ Ｐゴシック" pitchFamily="50" charset="-128"/>
            <a:ea typeface="ＭＳ Ｐゴシック" pitchFamily="50" charset="-128"/>
          </a:endParaRPr>
        </a:p>
      </dgm:t>
    </dgm:pt>
    <dgm:pt modelId="{EE75D421-1946-4A70-BAAE-5CD9848ED508}" type="parTrans" cxnId="{B3A1C7A1-97D6-4800-B37B-0DC0DBB15DD1}">
      <dgm:prSet/>
      <dgm:spPr/>
      <dgm:t>
        <a:bodyPr/>
        <a:lstStyle/>
        <a:p>
          <a:endParaRPr kumimoji="1" lang="ja-JP" altLang="en-US"/>
        </a:p>
      </dgm:t>
    </dgm:pt>
    <dgm:pt modelId="{31BC06B2-BA36-46FA-8CF2-76140AA25A23}" type="sibTrans" cxnId="{B3A1C7A1-97D6-4800-B37B-0DC0DBB15DD1}">
      <dgm:prSet/>
      <dgm:spPr/>
      <dgm:t>
        <a:bodyPr/>
        <a:lstStyle/>
        <a:p>
          <a:endParaRPr kumimoji="1" lang="ja-JP" altLang="en-US"/>
        </a:p>
      </dgm:t>
    </dgm:pt>
    <dgm:pt modelId="{E0ED1556-58A7-4B10-9CE6-BAAB5D56735D}" type="pres">
      <dgm:prSet presAssocID="{9FCDD597-0E41-4A99-A4AC-CEEA54CBB69E}" presName="compositeShape" presStyleCnt="0">
        <dgm:presLayoutVars>
          <dgm:chMax val="7"/>
          <dgm:dir/>
          <dgm:resizeHandles val="exact"/>
        </dgm:presLayoutVars>
      </dgm:prSet>
      <dgm:spPr/>
      <dgm:t>
        <a:bodyPr/>
        <a:lstStyle/>
        <a:p>
          <a:endParaRPr kumimoji="1" lang="ja-JP" altLang="en-US"/>
        </a:p>
      </dgm:t>
    </dgm:pt>
    <dgm:pt modelId="{EE921560-EE0A-42E8-8BED-72E83C70984A}" type="pres">
      <dgm:prSet presAssocID="{9FCDD597-0E41-4A99-A4AC-CEEA54CBB69E}" presName="wedge1" presStyleLbl="node1" presStyleIdx="0" presStyleCnt="4" custLinFactNeighborX="-1421" custLinFactNeighborY="92"/>
      <dgm:spPr/>
      <dgm:t>
        <a:bodyPr/>
        <a:lstStyle/>
        <a:p>
          <a:endParaRPr kumimoji="1" lang="ja-JP" altLang="en-US"/>
        </a:p>
      </dgm:t>
    </dgm:pt>
    <dgm:pt modelId="{E46F271C-5C9D-49DF-B73B-FC261F817892}" type="pres">
      <dgm:prSet presAssocID="{9FCDD597-0E41-4A99-A4AC-CEEA54CBB69E}" presName="wedge1Tx" presStyleLbl="node1" presStyleIdx="0" presStyleCnt="4">
        <dgm:presLayoutVars>
          <dgm:chMax val="0"/>
          <dgm:chPref val="0"/>
          <dgm:bulletEnabled val="1"/>
        </dgm:presLayoutVars>
      </dgm:prSet>
      <dgm:spPr/>
      <dgm:t>
        <a:bodyPr/>
        <a:lstStyle/>
        <a:p>
          <a:endParaRPr kumimoji="1" lang="ja-JP" altLang="en-US"/>
        </a:p>
      </dgm:t>
    </dgm:pt>
    <dgm:pt modelId="{C7A269FD-5B80-48DE-8164-10437CB2DB73}" type="pres">
      <dgm:prSet presAssocID="{9FCDD597-0E41-4A99-A4AC-CEEA54CBB69E}" presName="wedge2" presStyleLbl="node1" presStyleIdx="1" presStyleCnt="4" custLinFactNeighborX="2793" custLinFactNeighborY="-1501"/>
      <dgm:spPr/>
      <dgm:t>
        <a:bodyPr/>
        <a:lstStyle/>
        <a:p>
          <a:endParaRPr kumimoji="1" lang="ja-JP" altLang="en-US"/>
        </a:p>
      </dgm:t>
    </dgm:pt>
    <dgm:pt modelId="{D75A1248-88E3-4E07-8A31-BE6C4238910B}" type="pres">
      <dgm:prSet presAssocID="{9FCDD597-0E41-4A99-A4AC-CEEA54CBB69E}" presName="wedge2Tx" presStyleLbl="node1" presStyleIdx="1" presStyleCnt="4">
        <dgm:presLayoutVars>
          <dgm:chMax val="0"/>
          <dgm:chPref val="0"/>
          <dgm:bulletEnabled val="1"/>
        </dgm:presLayoutVars>
      </dgm:prSet>
      <dgm:spPr/>
      <dgm:t>
        <a:bodyPr/>
        <a:lstStyle/>
        <a:p>
          <a:endParaRPr kumimoji="1" lang="ja-JP" altLang="en-US"/>
        </a:p>
      </dgm:t>
    </dgm:pt>
    <dgm:pt modelId="{F5C1C5A4-5AE0-4468-8200-51524C80EE99}" type="pres">
      <dgm:prSet presAssocID="{9FCDD597-0E41-4A99-A4AC-CEEA54CBB69E}" presName="wedge3" presStyleLbl="node1" presStyleIdx="2" presStyleCnt="4" custLinFactNeighborY="-1619"/>
      <dgm:spPr/>
      <dgm:t>
        <a:bodyPr/>
        <a:lstStyle/>
        <a:p>
          <a:endParaRPr kumimoji="1" lang="ja-JP" altLang="en-US"/>
        </a:p>
      </dgm:t>
    </dgm:pt>
    <dgm:pt modelId="{957190D0-76CC-4D25-8C60-347BBDBD4026}" type="pres">
      <dgm:prSet presAssocID="{9FCDD597-0E41-4A99-A4AC-CEEA54CBB69E}" presName="wedge3Tx" presStyleLbl="node1" presStyleIdx="2" presStyleCnt="4">
        <dgm:presLayoutVars>
          <dgm:chMax val="0"/>
          <dgm:chPref val="0"/>
          <dgm:bulletEnabled val="1"/>
        </dgm:presLayoutVars>
      </dgm:prSet>
      <dgm:spPr/>
      <dgm:t>
        <a:bodyPr/>
        <a:lstStyle/>
        <a:p>
          <a:endParaRPr kumimoji="1" lang="ja-JP" altLang="en-US"/>
        </a:p>
      </dgm:t>
    </dgm:pt>
    <dgm:pt modelId="{163FBEBD-7B29-4A9D-92A0-62D2461BC0B2}" type="pres">
      <dgm:prSet presAssocID="{9FCDD597-0E41-4A99-A4AC-CEEA54CBB69E}" presName="wedge4" presStyleLbl="node1" presStyleIdx="3" presStyleCnt="4" custLinFactNeighborX="290" custLinFactNeighborY="-4004"/>
      <dgm:spPr/>
      <dgm:t>
        <a:bodyPr/>
        <a:lstStyle/>
        <a:p>
          <a:endParaRPr kumimoji="1" lang="ja-JP" altLang="en-US"/>
        </a:p>
      </dgm:t>
    </dgm:pt>
    <dgm:pt modelId="{04FA750C-81C8-493C-89FB-DF47F7FBA3B9}" type="pres">
      <dgm:prSet presAssocID="{9FCDD597-0E41-4A99-A4AC-CEEA54CBB69E}" presName="wedge4Tx" presStyleLbl="node1" presStyleIdx="3" presStyleCnt="4">
        <dgm:presLayoutVars>
          <dgm:chMax val="0"/>
          <dgm:chPref val="0"/>
          <dgm:bulletEnabled val="1"/>
        </dgm:presLayoutVars>
      </dgm:prSet>
      <dgm:spPr/>
      <dgm:t>
        <a:bodyPr/>
        <a:lstStyle/>
        <a:p>
          <a:endParaRPr kumimoji="1" lang="ja-JP" altLang="en-US"/>
        </a:p>
      </dgm:t>
    </dgm:pt>
  </dgm:ptLst>
  <dgm:cxnLst>
    <dgm:cxn modelId="{1615B2E1-901E-4A62-AD67-A5BFE29BE28F}" type="presOf" srcId="{DD1BB7FE-DE37-4F3B-99A8-B24C76ECCED8}" destId="{D75A1248-88E3-4E07-8A31-BE6C4238910B}" srcOrd="1" destOrd="0" presId="urn:microsoft.com/office/officeart/2005/8/layout/chart3"/>
    <dgm:cxn modelId="{B3A1C7A1-97D6-4800-B37B-0DC0DBB15DD1}" srcId="{9FCDD597-0E41-4A99-A4AC-CEEA54CBB69E}" destId="{DD1BB7FE-DE37-4F3B-99A8-B24C76ECCED8}" srcOrd="1" destOrd="0" parTransId="{EE75D421-1946-4A70-BAAE-5CD9848ED508}" sibTransId="{31BC06B2-BA36-46FA-8CF2-76140AA25A23}"/>
    <dgm:cxn modelId="{65C2C3A5-76E0-45A8-937C-3A11C59C988E}" type="presOf" srcId="{9FCDD597-0E41-4A99-A4AC-CEEA54CBB69E}" destId="{E0ED1556-58A7-4B10-9CE6-BAAB5D56735D}" srcOrd="0" destOrd="0" presId="urn:microsoft.com/office/officeart/2005/8/layout/chart3"/>
    <dgm:cxn modelId="{F527E6BD-45A6-4691-AE9A-00B6D2BE3A02}" srcId="{9FCDD597-0E41-4A99-A4AC-CEEA54CBB69E}" destId="{D24023E0-0338-4940-98F4-5F155453D7C1}" srcOrd="2" destOrd="0" parTransId="{B4728002-FA70-4AB6-9A2F-9FDD3B30C395}" sibTransId="{65033FA7-9C01-4162-8CF5-844CDD59D002}"/>
    <dgm:cxn modelId="{CA8FE3F2-DF4D-42ED-A706-308A38477EBB}" srcId="{9FCDD597-0E41-4A99-A4AC-CEEA54CBB69E}" destId="{5AE9A229-3181-40F0-BAFE-BA8738E17F68}" srcOrd="0" destOrd="0" parTransId="{472F0619-6209-419B-A0D8-05E71507A7D0}" sibTransId="{F4BA752E-6FEB-40C4-BAAA-9D687AE893E4}"/>
    <dgm:cxn modelId="{3619061E-C464-489E-8F91-3803DEC253BA}" type="presOf" srcId="{DD1BB7FE-DE37-4F3B-99A8-B24C76ECCED8}" destId="{C7A269FD-5B80-48DE-8164-10437CB2DB73}" srcOrd="0" destOrd="0" presId="urn:microsoft.com/office/officeart/2005/8/layout/chart3"/>
    <dgm:cxn modelId="{4B1567E1-8E4E-45E8-9E6A-A93C39D34A6A}" type="presOf" srcId="{5AE9A229-3181-40F0-BAFE-BA8738E17F68}" destId="{E46F271C-5C9D-49DF-B73B-FC261F817892}" srcOrd="1" destOrd="0" presId="urn:microsoft.com/office/officeart/2005/8/layout/chart3"/>
    <dgm:cxn modelId="{291A703D-D8F6-4B50-82A8-00E8678A0EBF}" type="presOf" srcId="{D24023E0-0338-4940-98F4-5F155453D7C1}" destId="{957190D0-76CC-4D25-8C60-347BBDBD4026}" srcOrd="1" destOrd="0" presId="urn:microsoft.com/office/officeart/2005/8/layout/chart3"/>
    <dgm:cxn modelId="{560F1F9A-274C-46FF-A04F-53A7B9C4CF11}" type="presOf" srcId="{5AE9A229-3181-40F0-BAFE-BA8738E17F68}" destId="{EE921560-EE0A-42E8-8BED-72E83C70984A}" srcOrd="0" destOrd="0" presId="urn:microsoft.com/office/officeart/2005/8/layout/chart3"/>
    <dgm:cxn modelId="{97096794-6ECA-409E-9BE5-2A70F8F5E1DA}" type="presOf" srcId="{7BBF3F7D-3AC3-41AB-8B52-10C9E64DC4DC}" destId="{163FBEBD-7B29-4A9D-92A0-62D2461BC0B2}" srcOrd="0" destOrd="0" presId="urn:microsoft.com/office/officeart/2005/8/layout/chart3"/>
    <dgm:cxn modelId="{D908D267-1891-4A43-964F-0977016C4815}" type="presOf" srcId="{7BBF3F7D-3AC3-41AB-8B52-10C9E64DC4DC}" destId="{04FA750C-81C8-493C-89FB-DF47F7FBA3B9}" srcOrd="1" destOrd="0" presId="urn:microsoft.com/office/officeart/2005/8/layout/chart3"/>
    <dgm:cxn modelId="{12BAB730-F96E-4C7C-BBA7-778182BA84F9}" srcId="{9FCDD597-0E41-4A99-A4AC-CEEA54CBB69E}" destId="{7BBF3F7D-3AC3-41AB-8B52-10C9E64DC4DC}" srcOrd="3" destOrd="0" parTransId="{2904B4F4-4AF1-4BC5-A200-12AE8A3ABAFC}" sibTransId="{324792B6-8B49-4777-B488-6C2EFC09C25D}"/>
    <dgm:cxn modelId="{E04279A9-E6F3-451A-8752-6C1C2BFA8D8D}" type="presOf" srcId="{D24023E0-0338-4940-98F4-5F155453D7C1}" destId="{F5C1C5A4-5AE0-4468-8200-51524C80EE99}" srcOrd="0" destOrd="0" presId="urn:microsoft.com/office/officeart/2005/8/layout/chart3"/>
    <dgm:cxn modelId="{AF4DA811-91E2-470D-913D-1D48AA797FC8}" type="presParOf" srcId="{E0ED1556-58A7-4B10-9CE6-BAAB5D56735D}" destId="{EE921560-EE0A-42E8-8BED-72E83C70984A}" srcOrd="0" destOrd="0" presId="urn:microsoft.com/office/officeart/2005/8/layout/chart3"/>
    <dgm:cxn modelId="{8826E7BF-7CE0-4D9F-A2D8-11037DE04DBD}" type="presParOf" srcId="{E0ED1556-58A7-4B10-9CE6-BAAB5D56735D}" destId="{E46F271C-5C9D-49DF-B73B-FC261F817892}" srcOrd="1" destOrd="0" presId="urn:microsoft.com/office/officeart/2005/8/layout/chart3"/>
    <dgm:cxn modelId="{5414C41E-08D6-4FA2-B773-34540C30AA2A}" type="presParOf" srcId="{E0ED1556-58A7-4B10-9CE6-BAAB5D56735D}" destId="{C7A269FD-5B80-48DE-8164-10437CB2DB73}" srcOrd="2" destOrd="0" presId="urn:microsoft.com/office/officeart/2005/8/layout/chart3"/>
    <dgm:cxn modelId="{3063BF78-A639-45FC-8E20-2E4DD860ABAE}" type="presParOf" srcId="{E0ED1556-58A7-4B10-9CE6-BAAB5D56735D}" destId="{D75A1248-88E3-4E07-8A31-BE6C4238910B}" srcOrd="3" destOrd="0" presId="urn:microsoft.com/office/officeart/2005/8/layout/chart3"/>
    <dgm:cxn modelId="{AF6BB8FA-E28B-4A86-A4B7-78A520CA20D8}" type="presParOf" srcId="{E0ED1556-58A7-4B10-9CE6-BAAB5D56735D}" destId="{F5C1C5A4-5AE0-4468-8200-51524C80EE99}" srcOrd="4" destOrd="0" presId="urn:microsoft.com/office/officeart/2005/8/layout/chart3"/>
    <dgm:cxn modelId="{A849CA13-82F3-49E4-B475-B91CC56DBB40}" type="presParOf" srcId="{E0ED1556-58A7-4B10-9CE6-BAAB5D56735D}" destId="{957190D0-76CC-4D25-8C60-347BBDBD4026}" srcOrd="5" destOrd="0" presId="urn:microsoft.com/office/officeart/2005/8/layout/chart3"/>
    <dgm:cxn modelId="{AB6E2675-336D-47A6-8EFA-7E5B55BAD699}" type="presParOf" srcId="{E0ED1556-58A7-4B10-9CE6-BAAB5D56735D}" destId="{163FBEBD-7B29-4A9D-92A0-62D2461BC0B2}" srcOrd="6" destOrd="0" presId="urn:microsoft.com/office/officeart/2005/8/layout/chart3"/>
    <dgm:cxn modelId="{4D43476D-921B-4B25-BD01-42ACF7F240EA}" type="presParOf" srcId="{E0ED1556-58A7-4B10-9CE6-BAAB5D56735D}" destId="{04FA750C-81C8-493C-89FB-DF47F7FBA3B9}" srcOrd="7" destOrd="0" presId="urn:microsoft.com/office/officeart/2005/8/layout/chart3"/>
  </dgm:cxnLst>
  <dgm:bg/>
  <dgm:whole/>
  <dgm:extLst>
    <a:ext uri="http://schemas.microsoft.com/office/drawing/2008/diagram"/>
  </dgm:extLst>
</dgm:dataModel>
</file>

<file path=ppt/diagrams/layout1.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10">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Relationships xmlns="http://schemas.openxmlformats.org/package/2006/relationships"><Relationship Id="rId1" Type="http://schemas.openxmlformats.org/officeDocument/2006/relationships/theme" Target="../theme/theme45.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4"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ja-JP" sz="4400" strike="noStrike" u="none">
                <a:solidFill>
                  <a:schemeClr val="dk1"/>
                </a:solidFill>
                <a:effectLst/>
                <a:uFillTx/>
                <a:latin typeface="Tw Cen MT"/>
              </a:rPr>
              <a:t>クリックしてスライドを移動</a:t>
            </a:r>
            <a:endParaRPr b="0" lang="en-US" sz="4400" strike="noStrike" u="none">
              <a:solidFill>
                <a:schemeClr val="dk1"/>
              </a:solidFill>
              <a:effectLst/>
              <a:uFillTx/>
              <a:latin typeface="Tw Cen MT"/>
            </a:endParaRPr>
          </a:p>
        </p:txBody>
      </p:sp>
      <p:sp>
        <p:nvSpPr>
          <p:cNvPr id="39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ja-JP" sz="2000" strike="noStrike" u="none">
                <a:solidFill>
                  <a:srgbClr val="000000"/>
                </a:solidFill>
                <a:effectLst/>
                <a:uFillTx/>
                <a:latin typeface="Arial"/>
              </a:rPr>
              <a:t>クリックしてノートの書式を編集</a:t>
            </a:r>
            <a:endParaRPr b="0" lang="en-US" sz="2000" strike="noStrike" u="none">
              <a:solidFill>
                <a:srgbClr val="000000"/>
              </a:solidFill>
              <a:effectLst/>
              <a:uFillTx/>
              <a:latin typeface="Arial"/>
            </a:endParaRPr>
          </a:p>
        </p:txBody>
      </p:sp>
      <p:sp>
        <p:nvSpPr>
          <p:cNvPr id="396"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游明朝"/>
              </a:rPr>
              <a:t>&lt;ヘッダー&gt;</a:t>
            </a:r>
            <a:endParaRPr b="0" lang="en-US" sz="1400" strike="noStrike" u="none">
              <a:solidFill>
                <a:srgbClr val="000000"/>
              </a:solidFill>
              <a:effectLst/>
              <a:uFillTx/>
              <a:latin typeface="游明朝"/>
            </a:endParaRPr>
          </a:p>
        </p:txBody>
      </p:sp>
      <p:sp>
        <p:nvSpPr>
          <p:cNvPr id="397" name="PlaceHolder 4"/>
          <p:cNvSpPr>
            <a:spLocks noGrp="1"/>
          </p:cNvSpPr>
          <p:nvPr>
            <p:ph type="dt" idx="13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游明朝"/>
              </a:defRPr>
            </a:lvl1pPr>
          </a:lstStyle>
          <a:p>
            <a:pPr indent="0" algn="r">
              <a:buNone/>
            </a:pPr>
            <a:r>
              <a:rPr b="0" lang="en-US" sz="1400" strike="noStrike" u="none">
                <a:solidFill>
                  <a:srgbClr val="000000"/>
                </a:solidFill>
                <a:effectLst/>
                <a:uFillTx/>
                <a:latin typeface="游明朝"/>
              </a:rPr>
              <a:t>&lt;日付/時刻&gt;</a:t>
            </a:r>
            <a:endParaRPr b="0" lang="en-US" sz="1400" strike="noStrike" u="none">
              <a:solidFill>
                <a:srgbClr val="000000"/>
              </a:solidFill>
              <a:effectLst/>
              <a:uFillTx/>
              <a:latin typeface="游明朝"/>
            </a:endParaRPr>
          </a:p>
        </p:txBody>
      </p:sp>
      <p:sp>
        <p:nvSpPr>
          <p:cNvPr id="398" name="PlaceHolder 5"/>
          <p:cNvSpPr>
            <a:spLocks noGrp="1"/>
          </p:cNvSpPr>
          <p:nvPr>
            <p:ph type="ftr" idx="132"/>
          </p:nvPr>
        </p:nvSpPr>
        <p:spPr>
          <a:xfrm>
            <a:off x="0" y="10157400"/>
            <a:ext cx="3280680" cy="53424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游明朝"/>
              </a:defRPr>
            </a:lvl1pPr>
          </a:lstStyle>
          <a:p>
            <a:pPr indent="0">
              <a:buNone/>
            </a:pPr>
            <a:r>
              <a:rPr b="0" lang="en-US" sz="1400" strike="noStrike" u="none">
                <a:solidFill>
                  <a:srgbClr val="000000"/>
                </a:solidFill>
                <a:effectLst/>
                <a:uFillTx/>
                <a:latin typeface="游明朝"/>
              </a:rPr>
              <a:t>&lt;フッター&gt;</a:t>
            </a:r>
            <a:endParaRPr b="0" lang="en-US" sz="1400" strike="noStrike" u="none">
              <a:solidFill>
                <a:srgbClr val="000000"/>
              </a:solidFill>
              <a:effectLst/>
              <a:uFillTx/>
              <a:latin typeface="游明朝"/>
            </a:endParaRPr>
          </a:p>
        </p:txBody>
      </p:sp>
      <p:sp>
        <p:nvSpPr>
          <p:cNvPr id="399" name="PlaceHolder 6"/>
          <p:cNvSpPr>
            <a:spLocks noGrp="1"/>
          </p:cNvSpPr>
          <p:nvPr>
            <p:ph type="sldNum" idx="13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游明朝"/>
              </a:defRPr>
            </a:lvl1pPr>
          </a:lstStyle>
          <a:p>
            <a:pPr indent="0" algn="r">
              <a:buNone/>
            </a:pPr>
            <a:fld id="{D6AF1C85-2877-4301-9991-2F7DA676673C}" type="slidenum">
              <a:rPr b="0" lang="en-US" sz="1400" strike="noStrike" u="none">
                <a:solidFill>
                  <a:srgbClr val="000000"/>
                </a:solidFill>
                <a:effectLst/>
                <a:uFillTx/>
                <a:latin typeface="游明朝"/>
              </a:rPr>
              <a:t>&lt;番号&gt;</a:t>
            </a:fld>
            <a:endParaRPr b="0" lang="en-US" sz="1400" strike="noStrike" u="none">
              <a:solidFill>
                <a:srgbClr val="000000"/>
              </a:solidFill>
              <a:effectLst/>
              <a:uFillTx/>
              <a:latin typeface="游明朝"/>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4" name="PlaceHolder 1"/>
          <p:cNvSpPr>
            <a:spLocks noGrp="1"/>
          </p:cNvSpPr>
          <p:nvPr>
            <p:ph type="sldImg"/>
          </p:nvPr>
        </p:nvSpPr>
        <p:spPr>
          <a:xfrm>
            <a:off x="182520" y="168120"/>
            <a:ext cx="6368760" cy="4409640"/>
          </a:xfrm>
          <a:prstGeom prst="rect">
            <a:avLst/>
          </a:prstGeom>
          <a:ln w="0">
            <a:noFill/>
          </a:ln>
        </p:spPr>
      </p:sp>
      <p:sp>
        <p:nvSpPr>
          <p:cNvPr id="535" name="PlaceHolder 2"/>
          <p:cNvSpPr>
            <a:spLocks noGrp="1"/>
          </p:cNvSpPr>
          <p:nvPr>
            <p:ph type="body"/>
          </p:nvPr>
        </p:nvSpPr>
        <p:spPr>
          <a:xfrm>
            <a:off x="160200" y="4686480"/>
            <a:ext cx="6414840" cy="4438440"/>
          </a:xfrm>
          <a:prstGeom prst="rect">
            <a:avLst/>
          </a:prstGeom>
          <a:noFill/>
          <a:ln w="9360">
            <a:noFill/>
          </a:ln>
        </p:spPr>
        <p:txBody>
          <a:bodyPr numCol="1" spcCol="0" lIns="90720" rIns="90720" tIns="45360" bIns="45360" anchor="t">
            <a:noAutofit/>
          </a:bodyPr>
          <a:p>
            <a:pPr indent="0">
              <a:buNone/>
            </a:pPr>
            <a:endParaRPr b="0" lang="en-US" sz="1800" strike="noStrike" u="none">
              <a:solidFill>
                <a:srgbClr val="000000"/>
              </a:solidFill>
              <a:effectLst/>
              <a:uFillTx/>
              <a:latin typeface="Arial"/>
            </a:endParaRPr>
          </a:p>
        </p:txBody>
      </p:sp>
      <p:sp>
        <p:nvSpPr>
          <p:cNvPr id="536" name="Slide Number Placeholder 3"/>
          <p:cNvSpPr/>
          <p:nvPr/>
        </p:nvSpPr>
        <p:spPr>
          <a:xfrm>
            <a:off x="3814920" y="9371160"/>
            <a:ext cx="2918880" cy="493200"/>
          </a:xfrm>
          <a:prstGeom prst="rect">
            <a:avLst/>
          </a:prstGeom>
          <a:noFill/>
          <a:ln w="9525">
            <a:noFill/>
          </a:ln>
        </p:spPr>
        <p:style>
          <a:lnRef idx="0"/>
          <a:fillRef idx="0"/>
          <a:effectRef idx="0"/>
          <a:fontRef idx="minor"/>
        </p:style>
        <p:txBody>
          <a:bodyPr lIns="90720" rIns="90720" tIns="45360" bIns="45360" anchor="b">
            <a:noAutofit/>
          </a:bodyPr>
          <a:p>
            <a:pPr algn="r" defTabSz="906480">
              <a:lnSpc>
                <a:spcPct val="100000"/>
              </a:lnSpc>
            </a:pPr>
            <a:fld id="{A176313E-1CBA-48DE-AEDC-8DAA04618DD2}" type="slidenum">
              <a:rPr b="0" lang="en-US" sz="1200" strike="noStrike" u="none">
                <a:solidFill>
                  <a:schemeClr val="dk1"/>
                </a:solidFill>
                <a:effectLst/>
                <a:uFillTx/>
                <a:latin typeface="Calibri"/>
                <a:ea typeface="SimSun"/>
              </a:rPr>
              <a:t>&lt;番号&gt;</a:t>
            </a:fld>
            <a:endParaRPr b="0" lang="en-US" sz="1200" strike="noStrike" u="none">
              <a:solidFill>
                <a:srgbClr val="000000"/>
              </a:solidFill>
              <a:effectLst/>
              <a:uFillTx/>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7" name="PlaceHolder 1"/>
          <p:cNvSpPr>
            <a:spLocks noGrp="1"/>
          </p:cNvSpPr>
          <p:nvPr>
            <p:ph type="sldImg"/>
          </p:nvPr>
        </p:nvSpPr>
        <p:spPr>
          <a:xfrm>
            <a:off x="698400" y="741240"/>
            <a:ext cx="5339880" cy="3696840"/>
          </a:xfrm>
          <a:prstGeom prst="rect">
            <a:avLst/>
          </a:prstGeom>
          <a:ln w="0">
            <a:noFill/>
          </a:ln>
        </p:spPr>
      </p:sp>
      <p:sp>
        <p:nvSpPr>
          <p:cNvPr id="538" name="PlaceHolder 2"/>
          <p:cNvSpPr>
            <a:spLocks noGrp="1"/>
          </p:cNvSpPr>
          <p:nvPr>
            <p:ph type="body"/>
          </p:nvPr>
        </p:nvSpPr>
        <p:spPr>
          <a:xfrm>
            <a:off x="674640" y="4686480"/>
            <a:ext cx="5385960" cy="4438440"/>
          </a:xfrm>
          <a:prstGeom prst="rect">
            <a:avLst/>
          </a:prstGeom>
          <a:noFill/>
          <a:ln w="9360">
            <a:noFill/>
          </a:ln>
        </p:spPr>
        <p:txBody>
          <a:bodyPr numCol="1" spcCol="0" lIns="90720" rIns="90720" tIns="45360" bIns="45360" anchor="t">
            <a:noAutofit/>
          </a:bodyPr>
          <a:p>
            <a:pPr indent="0">
              <a:buNone/>
            </a:pPr>
            <a:endParaRPr b="0" lang="en-US" sz="1800" strike="noStrike" u="none">
              <a:solidFill>
                <a:srgbClr val="000000"/>
              </a:solidFill>
              <a:effectLst/>
              <a:uFillTx/>
              <a:latin typeface="Arial"/>
            </a:endParaRPr>
          </a:p>
        </p:txBody>
      </p:sp>
      <p:sp>
        <p:nvSpPr>
          <p:cNvPr id="539" name="PlaceHolder 3"/>
          <p:cNvSpPr>
            <a:spLocks noGrp="1"/>
          </p:cNvSpPr>
          <p:nvPr>
            <p:ph type="sldNum" idx="142"/>
          </p:nvPr>
        </p:nvSpPr>
        <p:spPr>
          <a:xfrm>
            <a:off x="3814920" y="9371160"/>
            <a:ext cx="2918880" cy="493200"/>
          </a:xfrm>
          <a:prstGeom prst="rect">
            <a:avLst/>
          </a:prstGeom>
          <a:noFill/>
          <a:ln w="9360">
            <a:noFill/>
          </a:ln>
        </p:spPr>
        <p:txBody>
          <a:bodyPr numCol="1" spcCol="0" lIns="90720" rIns="90720" tIns="45360" bIns="45360" anchor="b">
            <a:noAutofit/>
          </a:bodyPr>
          <a:lstStyle>
            <a:lvl1pPr indent="0" algn="r" defTabSz="906480">
              <a:lnSpc>
                <a:spcPct val="100000"/>
              </a:lnSpc>
              <a:buNone/>
              <a:defRPr b="0" lang="en-US" sz="1200" strike="noStrike" u="none">
                <a:solidFill>
                  <a:srgbClr val="000000"/>
                </a:solidFill>
                <a:effectLst/>
                <a:uFillTx/>
                <a:latin typeface="Calibri"/>
                <a:ea typeface="ＭＳ Ｐゴシック"/>
              </a:defRPr>
            </a:lvl1pPr>
          </a:lstStyle>
          <a:p>
            <a:pPr indent="0" algn="r" defTabSz="906480">
              <a:lnSpc>
                <a:spcPct val="100000"/>
              </a:lnSpc>
              <a:buNone/>
            </a:pPr>
            <a:fld id="{74712D19-C388-49CC-9EB9-771FD661FE4E}" type="slidenum">
              <a:rPr b="0" lang="en-US" sz="1200" strike="noStrike" u="none">
                <a:solidFill>
                  <a:srgbClr val="000000"/>
                </a:solidFill>
                <a:effectLst/>
                <a:uFillTx/>
                <a:latin typeface="Calibri"/>
                <a:ea typeface="ＭＳ Ｐゴシック"/>
              </a:rPr>
              <a:t>10</a:t>
            </a:fld>
            <a:endParaRPr b="0" lang="en-US" sz="1200" strike="noStrike" u="none">
              <a:solidFill>
                <a:srgbClr val="000000"/>
              </a:solidFill>
              <a:effectLst/>
              <a:uFillTx/>
              <a:latin typeface="游明朝"/>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0" name="PlaceHolder 1"/>
          <p:cNvSpPr>
            <a:spLocks noGrp="1"/>
          </p:cNvSpPr>
          <p:nvPr>
            <p:ph type="sldImg"/>
          </p:nvPr>
        </p:nvSpPr>
        <p:spPr>
          <a:xfrm>
            <a:off x="698400" y="741240"/>
            <a:ext cx="5339880" cy="3696840"/>
          </a:xfrm>
          <a:prstGeom prst="rect">
            <a:avLst/>
          </a:prstGeom>
          <a:ln w="0">
            <a:noFill/>
          </a:ln>
        </p:spPr>
      </p:sp>
      <p:sp>
        <p:nvSpPr>
          <p:cNvPr id="541" name="PlaceHolder 2"/>
          <p:cNvSpPr>
            <a:spLocks noGrp="1"/>
          </p:cNvSpPr>
          <p:nvPr>
            <p:ph type="body"/>
          </p:nvPr>
        </p:nvSpPr>
        <p:spPr>
          <a:xfrm>
            <a:off x="674640" y="4686480"/>
            <a:ext cx="5385960" cy="4438440"/>
          </a:xfrm>
          <a:prstGeom prst="rect">
            <a:avLst/>
          </a:prstGeom>
          <a:noFill/>
          <a:ln w="9360">
            <a:noFill/>
          </a:ln>
        </p:spPr>
        <p:txBody>
          <a:bodyPr numCol="1" spcCol="0" lIns="90720" rIns="90720" tIns="45360" bIns="45360" anchor="t">
            <a:noAutofit/>
          </a:bodyPr>
          <a:p>
            <a:pPr indent="0">
              <a:lnSpc>
                <a:spcPct val="100000"/>
              </a:lnSpc>
              <a:buNone/>
            </a:pPr>
            <a:r>
              <a:rPr b="0" lang="ja-JP" sz="1600" strike="noStrike" u="none">
                <a:solidFill>
                  <a:srgbClr val="000000"/>
                </a:solidFill>
                <a:effectLst/>
                <a:uFillTx/>
                <a:latin typeface="ＭＳ Ｐゴシック"/>
                <a:ea typeface="ＭＳ Ｐゴシック"/>
              </a:rPr>
              <a:t>〔</a:t>
            </a:r>
            <a:r>
              <a:rPr b="0" lang="ja-JP" sz="1600" strike="noStrike" u="none">
                <a:solidFill>
                  <a:srgbClr val="000000"/>
                </a:solidFill>
                <a:effectLst/>
                <a:uFillTx/>
                <a:latin typeface="ＭＳ Ｐゴシック"/>
                <a:ea typeface="ＭＳ Ｐゴシック"/>
              </a:rPr>
              <a:t>狙い〕</a:t>
            </a:r>
            <a:endParaRPr b="0" lang="en-US" sz="1600" strike="noStrike" u="none">
              <a:solidFill>
                <a:srgbClr val="000000"/>
              </a:solidFill>
              <a:effectLst/>
              <a:uFillTx/>
              <a:latin typeface="Arial"/>
            </a:endParaRPr>
          </a:p>
          <a:p>
            <a:pPr indent="0">
              <a:lnSpc>
                <a:spcPct val="100000"/>
              </a:lnSpc>
              <a:buNone/>
            </a:pPr>
            <a:r>
              <a:rPr b="0" lang="ja-JP" sz="1600" strike="noStrike" u="none">
                <a:solidFill>
                  <a:srgbClr val="000000"/>
                </a:solidFill>
                <a:effectLst/>
                <a:uFillTx/>
                <a:latin typeface="ＭＳ Ｐゴシック"/>
                <a:ea typeface="ＭＳ Ｐゴシック"/>
              </a:rPr>
              <a:t>特許制度の目的を理解する。</a:t>
            </a:r>
            <a:endParaRPr b="0" lang="en-US" sz="1600" strike="noStrike" u="none">
              <a:solidFill>
                <a:srgbClr val="000000"/>
              </a:solidFill>
              <a:effectLst/>
              <a:uFillTx/>
              <a:latin typeface="Arial"/>
            </a:endParaRPr>
          </a:p>
          <a:p>
            <a:pPr indent="0">
              <a:lnSpc>
                <a:spcPct val="100000"/>
              </a:lnSpc>
              <a:buNone/>
            </a:pPr>
            <a:endParaRPr b="0" lang="en-US" sz="1600" strike="noStrike" u="none">
              <a:solidFill>
                <a:srgbClr val="000000"/>
              </a:solidFill>
              <a:effectLst/>
              <a:uFillTx/>
              <a:latin typeface="Arial"/>
            </a:endParaRPr>
          </a:p>
          <a:p>
            <a:pPr indent="0">
              <a:lnSpc>
                <a:spcPct val="100000"/>
              </a:lnSpc>
              <a:buNone/>
            </a:pPr>
            <a:r>
              <a:rPr b="0" lang="ja-JP" sz="1600" strike="noStrike" u="none">
                <a:solidFill>
                  <a:srgbClr val="000000"/>
                </a:solidFill>
                <a:effectLst/>
                <a:uFillTx/>
                <a:latin typeface="ＭＳ Ｐゴシック"/>
                <a:ea typeface="ＭＳ Ｐゴシック"/>
              </a:rPr>
              <a:t>〔説明〕</a:t>
            </a:r>
            <a:endParaRPr b="0" lang="en-US" sz="1600" strike="noStrike" u="none">
              <a:solidFill>
                <a:srgbClr val="000000"/>
              </a:solidFill>
              <a:effectLst/>
              <a:uFillTx/>
              <a:latin typeface="Arial"/>
            </a:endParaRPr>
          </a:p>
          <a:p>
            <a:pPr indent="0">
              <a:lnSpc>
                <a:spcPct val="100000"/>
              </a:lnSpc>
              <a:buNone/>
            </a:pPr>
            <a:r>
              <a:rPr b="0" lang="ja-JP" sz="1600" strike="noStrike" u="none">
                <a:solidFill>
                  <a:srgbClr val="000000"/>
                </a:solidFill>
                <a:effectLst/>
                <a:uFillTx/>
                <a:latin typeface="ＭＳ Ｐゴシック"/>
                <a:ea typeface="ＭＳ Ｐゴシック"/>
              </a:rPr>
              <a:t>　特許制度は、発明を公開することで技術開発の促進を図り、発明の利用の普及による国民生活の利便性の向上を期する。</a:t>
            </a:r>
            <a:endParaRPr b="0" lang="en-US" sz="1600" strike="noStrike" u="none">
              <a:solidFill>
                <a:srgbClr val="000000"/>
              </a:solidFill>
              <a:effectLst/>
              <a:uFillTx/>
              <a:latin typeface="Arial"/>
            </a:endParaRPr>
          </a:p>
          <a:p>
            <a:pPr indent="0">
              <a:lnSpc>
                <a:spcPct val="100000"/>
              </a:lnSpc>
              <a:buNone/>
            </a:pPr>
            <a:r>
              <a:rPr b="0" lang="ja-JP" sz="1600" strike="noStrike" u="none">
                <a:solidFill>
                  <a:srgbClr val="000000"/>
                </a:solidFill>
                <a:effectLst/>
                <a:uFillTx/>
                <a:latin typeface="ＭＳ Ｐゴシック"/>
                <a:ea typeface="ＭＳ Ｐゴシック"/>
              </a:rPr>
              <a:t>　そのために発明を公開させ、その代わりに、一定期間その発明について独占権を付与するという仕組みをとっていることを説明する。</a:t>
            </a:r>
            <a:endParaRPr b="0" lang="en-US" sz="1600" strike="noStrike" u="none">
              <a:solidFill>
                <a:srgbClr val="000000"/>
              </a:solidFill>
              <a:effectLst/>
              <a:uFillTx/>
              <a:latin typeface="Arial"/>
            </a:endParaRPr>
          </a:p>
        </p:txBody>
      </p:sp>
      <p:sp>
        <p:nvSpPr>
          <p:cNvPr id="542" name="PlaceHolder 3"/>
          <p:cNvSpPr>
            <a:spLocks noGrp="1"/>
          </p:cNvSpPr>
          <p:nvPr>
            <p:ph type="sldNum" idx="143"/>
          </p:nvPr>
        </p:nvSpPr>
        <p:spPr>
          <a:xfrm>
            <a:off x="3814920" y="9371160"/>
            <a:ext cx="2918880" cy="493200"/>
          </a:xfrm>
          <a:prstGeom prst="rect">
            <a:avLst/>
          </a:prstGeom>
          <a:noFill/>
          <a:ln w="9360">
            <a:noFill/>
          </a:ln>
        </p:spPr>
        <p:txBody>
          <a:bodyPr numCol="1" spcCol="0" lIns="90720" rIns="90720" tIns="45360" bIns="45360" anchor="b">
            <a:noAutofit/>
          </a:bodyPr>
          <a:lstStyle>
            <a:lvl1pPr indent="0" algn="r" defTabSz="906480">
              <a:lnSpc>
                <a:spcPct val="100000"/>
              </a:lnSpc>
              <a:buNone/>
              <a:defRPr b="0" lang="en-US" sz="1200" strike="noStrike" u="none">
                <a:solidFill>
                  <a:srgbClr val="000000"/>
                </a:solidFill>
                <a:effectLst/>
                <a:uFillTx/>
                <a:latin typeface="Calibri"/>
                <a:ea typeface="ＭＳ Ｐゴシック"/>
              </a:defRPr>
            </a:lvl1pPr>
          </a:lstStyle>
          <a:p>
            <a:pPr indent="0" algn="r" defTabSz="906480">
              <a:lnSpc>
                <a:spcPct val="100000"/>
              </a:lnSpc>
              <a:buNone/>
            </a:pPr>
            <a:fld id="{4A6E6EB9-78BD-4D3C-A467-FC87A8EFA8A4}" type="slidenum">
              <a:rPr b="0" lang="en-US" sz="1200" strike="noStrike" u="none">
                <a:solidFill>
                  <a:srgbClr val="000000"/>
                </a:solidFill>
                <a:effectLst/>
                <a:uFillTx/>
                <a:latin typeface="Calibri"/>
                <a:ea typeface="ＭＳ Ｐゴシック"/>
              </a:rPr>
              <a:t>10</a:t>
            </a:fld>
            <a:endParaRPr b="0" lang="en-US" sz="1200" strike="noStrike" u="none">
              <a:solidFill>
                <a:srgbClr val="000000"/>
              </a:solidFill>
              <a:effectLst/>
              <a:uFillTx/>
              <a:latin typeface="游明朝"/>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3" name="PlaceHolder 1"/>
          <p:cNvSpPr>
            <a:spLocks noGrp="1"/>
          </p:cNvSpPr>
          <p:nvPr>
            <p:ph type="sldImg"/>
          </p:nvPr>
        </p:nvSpPr>
        <p:spPr>
          <a:xfrm>
            <a:off x="698400" y="741240"/>
            <a:ext cx="5339880" cy="3696840"/>
          </a:xfrm>
          <a:prstGeom prst="rect">
            <a:avLst/>
          </a:prstGeom>
          <a:ln w="0">
            <a:noFill/>
          </a:ln>
        </p:spPr>
      </p:sp>
      <p:sp>
        <p:nvSpPr>
          <p:cNvPr id="544" name="PlaceHolder 2"/>
          <p:cNvSpPr>
            <a:spLocks noGrp="1"/>
          </p:cNvSpPr>
          <p:nvPr>
            <p:ph type="body"/>
          </p:nvPr>
        </p:nvSpPr>
        <p:spPr>
          <a:xfrm>
            <a:off x="303120" y="4545000"/>
            <a:ext cx="6318000" cy="5105160"/>
          </a:xfrm>
          <a:prstGeom prst="rect">
            <a:avLst/>
          </a:prstGeom>
          <a:noFill/>
          <a:ln w="9360">
            <a:noFill/>
          </a:ln>
        </p:spPr>
        <p:txBody>
          <a:bodyPr numCol="1" spcCol="0" lIns="90720" rIns="90720" tIns="45360" bIns="45360" anchor="t">
            <a:noAutofit/>
          </a:bodyPr>
          <a:p>
            <a:pPr indent="0">
              <a:lnSpc>
                <a:spcPct val="100000"/>
              </a:lnSpc>
              <a:buNone/>
            </a:pPr>
            <a:r>
              <a:rPr b="0" lang="ja-JP" sz="1600" strike="noStrike" u="none">
                <a:solidFill>
                  <a:srgbClr val="000000"/>
                </a:solidFill>
                <a:effectLst/>
                <a:uFillTx/>
                <a:latin typeface="Arial"/>
              </a:rPr>
              <a:t>〔</a:t>
            </a:r>
            <a:r>
              <a:rPr b="0" lang="ja-JP" sz="1600" strike="noStrike" u="none">
                <a:solidFill>
                  <a:srgbClr val="000000"/>
                </a:solidFill>
                <a:effectLst/>
                <a:uFillTx/>
                <a:latin typeface="Arial"/>
              </a:rPr>
              <a:t>狙い〕</a:t>
            </a:r>
            <a:endParaRPr b="0" lang="en-US" sz="1600" strike="noStrike" u="none">
              <a:solidFill>
                <a:srgbClr val="000000"/>
              </a:solidFill>
              <a:effectLst/>
              <a:uFillTx/>
              <a:latin typeface="Arial"/>
            </a:endParaRPr>
          </a:p>
          <a:p>
            <a:pPr indent="0">
              <a:lnSpc>
                <a:spcPct val="100000"/>
              </a:lnSpc>
              <a:buNone/>
            </a:pPr>
            <a:r>
              <a:rPr b="0" lang="ja-JP" sz="1600" strike="noStrike" u="none">
                <a:solidFill>
                  <a:srgbClr val="000000"/>
                </a:solidFill>
                <a:effectLst/>
                <a:uFillTx/>
                <a:latin typeface="Arial"/>
              </a:rPr>
              <a:t>特許制度により保護される「発明」となるための</a:t>
            </a:r>
            <a:r>
              <a:rPr b="0" lang="en-US" sz="1600" strike="noStrike" u="none">
                <a:solidFill>
                  <a:srgbClr val="000000"/>
                </a:solidFill>
                <a:effectLst/>
                <a:uFillTx/>
                <a:latin typeface="Arial"/>
              </a:rPr>
              <a:t>4</a:t>
            </a:r>
            <a:r>
              <a:rPr b="0" lang="ja-JP" sz="1600" strike="noStrike" u="none">
                <a:solidFill>
                  <a:srgbClr val="000000"/>
                </a:solidFill>
                <a:effectLst/>
                <a:uFillTx/>
                <a:latin typeface="Arial"/>
              </a:rPr>
              <a:t>つの要件が、具体的にどのようなものであるかを理解させる。</a:t>
            </a:r>
            <a:endParaRPr b="0" lang="en-US" sz="1600" strike="noStrike" u="none">
              <a:solidFill>
                <a:srgbClr val="000000"/>
              </a:solidFill>
              <a:effectLst/>
              <a:uFillTx/>
              <a:latin typeface="Arial"/>
            </a:endParaRPr>
          </a:p>
          <a:p>
            <a:pPr indent="0">
              <a:lnSpc>
                <a:spcPct val="100000"/>
              </a:lnSpc>
              <a:buNone/>
            </a:pPr>
            <a:endParaRPr b="0" lang="en-US" sz="1600" strike="noStrike" u="none">
              <a:solidFill>
                <a:srgbClr val="000000"/>
              </a:solidFill>
              <a:effectLst/>
              <a:uFillTx/>
              <a:latin typeface="Arial"/>
            </a:endParaRPr>
          </a:p>
          <a:p>
            <a:pPr indent="0">
              <a:lnSpc>
                <a:spcPct val="100000"/>
              </a:lnSpc>
              <a:buNone/>
            </a:pPr>
            <a:r>
              <a:rPr b="0" lang="ja-JP" sz="1600" strike="noStrike" u="none">
                <a:solidFill>
                  <a:srgbClr val="000000"/>
                </a:solidFill>
                <a:effectLst/>
                <a:uFillTx/>
                <a:latin typeface="Arial"/>
              </a:rPr>
              <a:t>〔説明〕</a:t>
            </a:r>
            <a:endParaRPr b="0" lang="en-US" sz="1600" strike="noStrike" u="none">
              <a:solidFill>
                <a:srgbClr val="000000"/>
              </a:solidFill>
              <a:effectLst/>
              <a:uFillTx/>
              <a:latin typeface="Arial"/>
            </a:endParaRPr>
          </a:p>
          <a:p>
            <a:pPr indent="0">
              <a:lnSpc>
                <a:spcPct val="100000"/>
              </a:lnSpc>
              <a:buNone/>
            </a:pPr>
            <a:r>
              <a:rPr b="0" lang="ja-JP" sz="1600" strike="noStrike" u="none">
                <a:solidFill>
                  <a:srgbClr val="000000"/>
                </a:solidFill>
                <a:effectLst/>
                <a:uFillTx/>
                <a:latin typeface="Arial"/>
              </a:rPr>
              <a:t>特許法における「発明」の定義が「自然法則を利用した」「技術的思想の」「創作のうち」「高度のもの」の４つの要件であることを説明。</a:t>
            </a:r>
            <a:endParaRPr b="0" lang="en-US" sz="1600" strike="noStrike" u="none">
              <a:solidFill>
                <a:srgbClr val="000000"/>
              </a:solidFill>
              <a:effectLst/>
              <a:uFillTx/>
              <a:latin typeface="Arial"/>
            </a:endParaRPr>
          </a:p>
          <a:p>
            <a:pPr indent="0">
              <a:lnSpc>
                <a:spcPct val="100000"/>
              </a:lnSpc>
              <a:buNone/>
            </a:pPr>
            <a:r>
              <a:rPr b="0" lang="ja-JP" sz="1600" strike="noStrike" u="none">
                <a:solidFill>
                  <a:srgbClr val="000000"/>
                </a:solidFill>
                <a:effectLst/>
                <a:uFillTx/>
                <a:latin typeface="Arial"/>
              </a:rPr>
              <a:t>各要件の具体的な事例を示して、発明該当性を検討させるのが有効である。</a:t>
            </a:r>
            <a:endParaRPr b="0" lang="en-US" sz="1600" strike="noStrike" u="none">
              <a:solidFill>
                <a:srgbClr val="000000"/>
              </a:solidFill>
              <a:effectLst/>
              <a:uFillTx/>
              <a:latin typeface="Arial"/>
            </a:endParaRPr>
          </a:p>
          <a:p>
            <a:pPr indent="0">
              <a:lnSpc>
                <a:spcPct val="100000"/>
              </a:lnSpc>
              <a:buNone/>
            </a:pPr>
            <a:r>
              <a:rPr b="0" lang="en-US" sz="1600" strike="noStrike" u="none">
                <a:solidFill>
                  <a:srgbClr val="000000"/>
                </a:solidFill>
                <a:effectLst/>
                <a:uFillTx/>
                <a:latin typeface="Arial"/>
              </a:rPr>
              <a:t>Ex. </a:t>
            </a:r>
            <a:r>
              <a:rPr b="0" lang="ja-JP" sz="1600" strike="noStrike" u="none">
                <a:solidFill>
                  <a:srgbClr val="000000"/>
                </a:solidFill>
                <a:effectLst/>
                <a:uFillTx/>
                <a:latin typeface="Arial"/>
              </a:rPr>
              <a:t>有機合成により得られた新しい化学物質→○</a:t>
            </a:r>
            <a:endParaRPr b="0" lang="en-US" sz="1600" strike="noStrike" u="none">
              <a:solidFill>
                <a:srgbClr val="000000"/>
              </a:solidFill>
              <a:effectLst/>
              <a:uFillTx/>
              <a:latin typeface="Arial"/>
            </a:endParaRPr>
          </a:p>
          <a:p>
            <a:pPr indent="0">
              <a:lnSpc>
                <a:spcPct val="100000"/>
              </a:lnSpc>
              <a:buNone/>
            </a:pPr>
            <a:r>
              <a:rPr b="0" lang="en-US" sz="1600" strike="noStrike" u="none">
                <a:solidFill>
                  <a:srgbClr val="000000"/>
                </a:solidFill>
                <a:effectLst/>
                <a:uFillTx/>
                <a:latin typeface="Arial"/>
              </a:rPr>
              <a:t>Ex. </a:t>
            </a:r>
            <a:r>
              <a:rPr b="0" lang="ja-JP" sz="1600" strike="noStrike" u="none">
                <a:solidFill>
                  <a:srgbClr val="000000"/>
                </a:solidFill>
                <a:effectLst/>
                <a:uFillTx/>
                <a:latin typeface="Arial"/>
              </a:rPr>
              <a:t>アマゾンの奥地で発見した新しい植物→</a:t>
            </a:r>
            <a:r>
              <a:rPr b="0" lang="en-US" sz="1600" strike="noStrike" u="none">
                <a:solidFill>
                  <a:srgbClr val="000000"/>
                </a:solidFill>
                <a:effectLst/>
                <a:uFillTx/>
                <a:latin typeface="Arial"/>
              </a:rPr>
              <a:t>×</a:t>
            </a:r>
            <a:endParaRPr b="0" lang="en-US" sz="1600" strike="noStrike" u="none">
              <a:solidFill>
                <a:srgbClr val="000000"/>
              </a:solidFill>
              <a:effectLst/>
              <a:uFillTx/>
              <a:latin typeface="Arial"/>
            </a:endParaRPr>
          </a:p>
          <a:p>
            <a:pPr indent="0">
              <a:lnSpc>
                <a:spcPct val="100000"/>
              </a:lnSpc>
              <a:buNone/>
            </a:pPr>
            <a:r>
              <a:rPr b="0" lang="en-US" sz="1600" strike="noStrike" u="none">
                <a:solidFill>
                  <a:srgbClr val="000000"/>
                </a:solidFill>
                <a:effectLst/>
                <a:uFillTx/>
                <a:latin typeface="Arial"/>
              </a:rPr>
              <a:t>Ex. </a:t>
            </a:r>
            <a:r>
              <a:rPr b="0" lang="ja-JP" sz="1600" strike="noStrike" u="none">
                <a:solidFill>
                  <a:srgbClr val="000000"/>
                </a:solidFill>
                <a:effectLst/>
                <a:uFillTx/>
                <a:latin typeface="Arial"/>
              </a:rPr>
              <a:t>一定の電流をかけたときの電流の値を用いて</a:t>
            </a:r>
            <a:r>
              <a:rPr b="0" lang="en-US" sz="1600" strike="noStrike" u="none">
                <a:solidFill>
                  <a:srgbClr val="000000"/>
                </a:solidFill>
                <a:effectLst/>
                <a:uFillTx/>
                <a:latin typeface="Arial"/>
              </a:rPr>
              <a:t>r=e/i</a:t>
            </a:r>
            <a:r>
              <a:rPr b="0" lang="ja-JP" sz="1600" strike="noStrike" u="none">
                <a:solidFill>
                  <a:srgbClr val="000000"/>
                </a:solidFill>
                <a:effectLst/>
                <a:uFillTx/>
                <a:latin typeface="Arial"/>
              </a:rPr>
              <a:t>により抵抗を測定する方法→○</a:t>
            </a:r>
            <a:endParaRPr b="0" lang="en-US" sz="1600" strike="noStrike" u="none">
              <a:solidFill>
                <a:srgbClr val="000000"/>
              </a:solidFill>
              <a:effectLst/>
              <a:uFillTx/>
              <a:latin typeface="Arial"/>
            </a:endParaRPr>
          </a:p>
          <a:p>
            <a:pPr indent="0">
              <a:lnSpc>
                <a:spcPct val="100000"/>
              </a:lnSpc>
              <a:buNone/>
            </a:pPr>
            <a:r>
              <a:rPr b="0" lang="en-US" sz="1600" strike="noStrike" u="none">
                <a:solidFill>
                  <a:srgbClr val="000000"/>
                </a:solidFill>
                <a:effectLst/>
                <a:uFillTx/>
                <a:latin typeface="Arial"/>
              </a:rPr>
              <a:t>Ex. </a:t>
            </a:r>
            <a:r>
              <a:rPr b="0" lang="ja-JP" sz="1600" strike="noStrike" u="none">
                <a:solidFill>
                  <a:srgbClr val="000000"/>
                </a:solidFill>
                <a:effectLst/>
                <a:uFillTx/>
                <a:latin typeface="Arial"/>
              </a:rPr>
              <a:t>一定の電圧をかけた際に流れる電流の値</a:t>
            </a:r>
            <a:r>
              <a:rPr b="0" lang="en-US" sz="1600" strike="noStrike" u="none">
                <a:solidFill>
                  <a:srgbClr val="000000"/>
                </a:solidFill>
                <a:effectLst/>
                <a:uFillTx/>
                <a:latin typeface="Arial"/>
              </a:rPr>
              <a:t>i</a:t>
            </a:r>
            <a:r>
              <a:rPr b="0" lang="ja-JP" sz="1600" strike="noStrike" u="none">
                <a:solidFill>
                  <a:srgbClr val="000000"/>
                </a:solidFill>
                <a:effectLst/>
                <a:uFillTx/>
                <a:latin typeface="Arial"/>
              </a:rPr>
              <a:t>と抵抗値</a:t>
            </a:r>
            <a:r>
              <a:rPr b="0" lang="en-US" sz="1600" strike="noStrike" u="none">
                <a:solidFill>
                  <a:srgbClr val="000000"/>
                </a:solidFill>
                <a:effectLst/>
                <a:uFillTx/>
                <a:latin typeface="Arial"/>
              </a:rPr>
              <a:t>r</a:t>
            </a:r>
            <a:r>
              <a:rPr b="0" lang="ja-JP" sz="1600" strike="noStrike" u="none">
                <a:solidFill>
                  <a:srgbClr val="000000"/>
                </a:solidFill>
                <a:effectLst/>
                <a:uFillTx/>
                <a:latin typeface="Arial"/>
              </a:rPr>
              <a:t>の関係が</a:t>
            </a:r>
            <a:r>
              <a:rPr b="0" lang="en-US" sz="1600" strike="noStrike" u="none">
                <a:solidFill>
                  <a:srgbClr val="000000"/>
                </a:solidFill>
                <a:effectLst/>
                <a:uFillTx/>
                <a:latin typeface="Arial"/>
              </a:rPr>
              <a:t>e=ir</a:t>
            </a:r>
            <a:r>
              <a:rPr b="0" lang="ja-JP" sz="1600" strike="noStrike" u="none">
                <a:solidFill>
                  <a:srgbClr val="000000"/>
                </a:solidFill>
                <a:effectLst/>
                <a:uFillTx/>
                <a:latin typeface="Arial"/>
              </a:rPr>
              <a:t>により表すことができることを発見した→</a:t>
            </a:r>
            <a:r>
              <a:rPr b="0" lang="en-US" sz="1600" strike="noStrike" u="none">
                <a:solidFill>
                  <a:srgbClr val="000000"/>
                </a:solidFill>
                <a:effectLst/>
                <a:uFillTx/>
                <a:latin typeface="Arial"/>
              </a:rPr>
              <a:t>×</a:t>
            </a:r>
            <a:endParaRPr b="0" lang="en-US" sz="1600" strike="noStrike" u="none">
              <a:solidFill>
                <a:srgbClr val="000000"/>
              </a:solidFill>
              <a:effectLst/>
              <a:uFillTx/>
              <a:latin typeface="Arial"/>
            </a:endParaRPr>
          </a:p>
          <a:p>
            <a:pPr indent="0">
              <a:lnSpc>
                <a:spcPct val="100000"/>
              </a:lnSpc>
              <a:buNone/>
            </a:pPr>
            <a:r>
              <a:rPr b="0" lang="en-US" sz="1600" strike="noStrike" u="none">
                <a:solidFill>
                  <a:srgbClr val="000000"/>
                </a:solidFill>
                <a:effectLst/>
                <a:uFillTx/>
                <a:latin typeface="Arial"/>
              </a:rPr>
              <a:t>Ex. </a:t>
            </a:r>
            <a:r>
              <a:rPr b="0" lang="ja-JP" sz="1600" strike="noStrike" u="none">
                <a:solidFill>
                  <a:srgbClr val="000000"/>
                </a:solidFill>
                <a:effectLst/>
                <a:uFillTx/>
                <a:latin typeface="Arial"/>
              </a:rPr>
              <a:t>逆上がりの方法→</a:t>
            </a:r>
            <a:r>
              <a:rPr b="0" lang="en-US" sz="1600" strike="noStrike" u="none">
                <a:solidFill>
                  <a:srgbClr val="000000"/>
                </a:solidFill>
                <a:effectLst/>
                <a:uFillTx/>
                <a:latin typeface="Arial"/>
              </a:rPr>
              <a:t>×</a:t>
            </a:r>
            <a:endParaRPr b="0" lang="en-US" sz="1600" strike="noStrike" u="none">
              <a:solidFill>
                <a:srgbClr val="000000"/>
              </a:solidFill>
              <a:effectLst/>
              <a:uFillTx/>
              <a:latin typeface="Arial"/>
            </a:endParaRPr>
          </a:p>
          <a:p>
            <a:pPr indent="0">
              <a:lnSpc>
                <a:spcPct val="100000"/>
              </a:lnSpc>
              <a:buNone/>
            </a:pPr>
            <a:endParaRPr b="0" lang="en-US" sz="1600" strike="noStrike" u="none">
              <a:solidFill>
                <a:srgbClr val="000000"/>
              </a:solidFill>
              <a:effectLst/>
              <a:uFillTx/>
              <a:latin typeface="Arial"/>
            </a:endParaRPr>
          </a:p>
          <a:p>
            <a:pPr indent="0">
              <a:lnSpc>
                <a:spcPct val="100000"/>
              </a:lnSpc>
              <a:buNone/>
            </a:pPr>
            <a:r>
              <a:rPr b="0" lang="en-US" sz="1600" strike="noStrike" u="none">
                <a:solidFill>
                  <a:srgbClr val="000000"/>
                </a:solidFill>
                <a:effectLst/>
                <a:uFillTx/>
                <a:latin typeface="Arial"/>
              </a:rPr>
              <a:t>※事例集リンク</a:t>
            </a:r>
            <a:endParaRPr b="0" lang="en-US" sz="1600" strike="noStrike" u="none">
              <a:solidFill>
                <a:srgbClr val="000000"/>
              </a:solidFill>
              <a:effectLst/>
              <a:uFillTx/>
              <a:latin typeface="Arial"/>
            </a:endParaRPr>
          </a:p>
          <a:p>
            <a:pPr indent="0">
              <a:lnSpc>
                <a:spcPct val="100000"/>
              </a:lnSpc>
              <a:buNone/>
            </a:pPr>
            <a:r>
              <a:rPr b="0" lang="ja-JP" sz="1600" strike="noStrike" u="none">
                <a:solidFill>
                  <a:srgbClr val="000000"/>
                </a:solidFill>
                <a:effectLst/>
                <a:uFillTx/>
                <a:latin typeface="+mn-lt"/>
                <a:ea typeface="+mn-ea"/>
              </a:rPr>
              <a:t>事例集①：倉片黄桃育種方法事件</a:t>
            </a:r>
            <a:endParaRPr b="0" lang="en-US" sz="1600" strike="noStrike" u="none">
              <a:solidFill>
                <a:srgbClr val="000000"/>
              </a:solidFill>
              <a:effectLst/>
              <a:uFillTx/>
              <a:latin typeface="Arial"/>
            </a:endParaRPr>
          </a:p>
          <a:p>
            <a:pPr indent="0">
              <a:lnSpc>
                <a:spcPct val="100000"/>
              </a:lnSpc>
              <a:buNone/>
            </a:pPr>
            <a:r>
              <a:rPr b="0" lang="ja-JP" sz="1600" strike="noStrike" u="none">
                <a:solidFill>
                  <a:srgbClr val="000000"/>
                </a:solidFill>
                <a:effectLst/>
                <a:uFillTx/>
                <a:latin typeface="+mn-lt"/>
                <a:ea typeface="+mn-ea"/>
              </a:rPr>
              <a:t>追加予定事例：原子力エネルギー発生装置事件昭和４４年</a:t>
            </a:r>
            <a:r>
              <a:rPr b="0" lang="en-US" sz="1600" strike="noStrike" u="none">
                <a:solidFill>
                  <a:srgbClr val="000000"/>
                </a:solidFill>
                <a:effectLst/>
                <a:uFillTx/>
                <a:latin typeface="+mn-lt"/>
                <a:ea typeface="+mn-ea"/>
              </a:rPr>
              <a:t>1</a:t>
            </a:r>
            <a:r>
              <a:rPr b="0" lang="ja-JP" sz="1600" strike="noStrike" u="none">
                <a:solidFill>
                  <a:srgbClr val="000000"/>
                </a:solidFill>
                <a:effectLst/>
                <a:uFillTx/>
                <a:latin typeface="+mn-lt"/>
                <a:ea typeface="+mn-ea"/>
              </a:rPr>
              <a:t>月</a:t>
            </a:r>
            <a:r>
              <a:rPr b="0" lang="en-US" sz="1600" strike="noStrike" u="none">
                <a:solidFill>
                  <a:srgbClr val="000000"/>
                </a:solidFill>
                <a:effectLst/>
                <a:uFillTx/>
                <a:latin typeface="+mn-lt"/>
                <a:ea typeface="+mn-ea"/>
              </a:rPr>
              <a:t>28</a:t>
            </a:r>
            <a:r>
              <a:rPr b="0" lang="ja-JP" sz="1600" strike="noStrike" u="none">
                <a:solidFill>
                  <a:srgbClr val="000000"/>
                </a:solidFill>
                <a:effectLst/>
                <a:uFillTx/>
                <a:latin typeface="+mn-lt"/>
                <a:ea typeface="+mn-ea"/>
              </a:rPr>
              <a:t>日民集</a:t>
            </a:r>
            <a:r>
              <a:rPr b="0" lang="en-US" sz="1600" strike="noStrike" u="none">
                <a:solidFill>
                  <a:srgbClr val="000000"/>
                </a:solidFill>
                <a:effectLst/>
                <a:uFillTx/>
                <a:latin typeface="+mn-lt"/>
                <a:ea typeface="+mn-ea"/>
              </a:rPr>
              <a:t>23</a:t>
            </a:r>
            <a:r>
              <a:rPr b="0" lang="ja-JP" sz="1600" strike="noStrike" u="none">
                <a:solidFill>
                  <a:srgbClr val="000000"/>
                </a:solidFill>
                <a:effectLst/>
                <a:uFillTx/>
                <a:latin typeface="+mn-lt"/>
                <a:ea typeface="+mn-ea"/>
              </a:rPr>
              <a:t>巻</a:t>
            </a:r>
            <a:r>
              <a:rPr b="0" lang="en-US" sz="1600" strike="noStrike" u="none">
                <a:solidFill>
                  <a:srgbClr val="000000"/>
                </a:solidFill>
                <a:effectLst/>
                <a:uFillTx/>
                <a:latin typeface="+mn-lt"/>
                <a:ea typeface="+mn-ea"/>
              </a:rPr>
              <a:t>1</a:t>
            </a:r>
            <a:r>
              <a:rPr b="0" lang="ja-JP" sz="1600" strike="noStrike" u="none">
                <a:solidFill>
                  <a:srgbClr val="000000"/>
                </a:solidFill>
                <a:effectLst/>
                <a:uFillTx/>
                <a:latin typeface="+mn-lt"/>
                <a:ea typeface="+mn-ea"/>
              </a:rPr>
              <a:t>号５４頁</a:t>
            </a:r>
            <a:endParaRPr b="0" lang="en-US" sz="1600" strike="noStrike" u="none">
              <a:solidFill>
                <a:srgbClr val="000000"/>
              </a:solidFill>
              <a:effectLst/>
              <a:uFillTx/>
              <a:latin typeface="Arial"/>
            </a:endParaRPr>
          </a:p>
          <a:p>
            <a:pPr indent="0">
              <a:lnSpc>
                <a:spcPct val="100000"/>
              </a:lnSpc>
              <a:buNone/>
            </a:pPr>
            <a:endParaRPr b="0" lang="en-US" sz="1600" strike="noStrike" u="none">
              <a:solidFill>
                <a:srgbClr val="000000"/>
              </a:solidFill>
              <a:effectLst/>
              <a:uFillTx/>
              <a:latin typeface="Arial"/>
            </a:endParaRPr>
          </a:p>
        </p:txBody>
      </p:sp>
      <p:sp>
        <p:nvSpPr>
          <p:cNvPr id="545" name="PlaceHolder 3"/>
          <p:cNvSpPr>
            <a:spLocks noGrp="1"/>
          </p:cNvSpPr>
          <p:nvPr>
            <p:ph type="sldNum" idx="144"/>
          </p:nvPr>
        </p:nvSpPr>
        <p:spPr>
          <a:xfrm>
            <a:off x="3814920" y="9371160"/>
            <a:ext cx="2918880" cy="493200"/>
          </a:xfrm>
          <a:prstGeom prst="rect">
            <a:avLst/>
          </a:prstGeom>
          <a:noFill/>
          <a:ln w="9360">
            <a:noFill/>
          </a:ln>
        </p:spPr>
        <p:txBody>
          <a:bodyPr numCol="1" spcCol="0" lIns="90720" rIns="90720" tIns="45360" bIns="45360" anchor="b">
            <a:noAutofit/>
          </a:bodyPr>
          <a:lstStyle>
            <a:lvl1pPr indent="0" algn="r" defTabSz="906480">
              <a:lnSpc>
                <a:spcPct val="100000"/>
              </a:lnSpc>
              <a:buNone/>
              <a:defRPr b="0" lang="en-US" sz="1200" strike="noStrike" u="none">
                <a:solidFill>
                  <a:srgbClr val="000000"/>
                </a:solidFill>
                <a:effectLst/>
                <a:uFillTx/>
                <a:latin typeface="Calibri"/>
                <a:ea typeface="ＭＳ Ｐゴシック"/>
              </a:defRPr>
            </a:lvl1pPr>
          </a:lstStyle>
          <a:p>
            <a:pPr indent="0" algn="r" defTabSz="906480">
              <a:lnSpc>
                <a:spcPct val="100000"/>
              </a:lnSpc>
              <a:buNone/>
            </a:pPr>
            <a:fld id="{627CAA70-F954-4B3F-87DE-958ADB52B8FE}" type="slidenum">
              <a:rPr b="0" lang="en-US" sz="1200" strike="noStrike" u="none">
                <a:solidFill>
                  <a:srgbClr val="000000"/>
                </a:solidFill>
                <a:effectLst/>
                <a:uFillTx/>
                <a:latin typeface="Calibri"/>
                <a:ea typeface="ＭＳ Ｐゴシック"/>
              </a:rPr>
              <a:t>10</a:t>
            </a:fld>
            <a:endParaRPr b="0" lang="en-US" sz="1200" strike="noStrike" u="none">
              <a:solidFill>
                <a:srgbClr val="000000"/>
              </a:solidFill>
              <a:effectLst/>
              <a:uFillTx/>
              <a:latin typeface="游明朝"/>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6" name="PlaceHolder 1"/>
          <p:cNvSpPr>
            <a:spLocks noGrp="1"/>
          </p:cNvSpPr>
          <p:nvPr>
            <p:ph type="sldImg"/>
          </p:nvPr>
        </p:nvSpPr>
        <p:spPr>
          <a:xfrm>
            <a:off x="698400" y="741240"/>
            <a:ext cx="5339880" cy="3696840"/>
          </a:xfrm>
          <a:prstGeom prst="rect">
            <a:avLst/>
          </a:prstGeom>
          <a:ln w="0">
            <a:noFill/>
          </a:ln>
        </p:spPr>
      </p:sp>
      <p:sp>
        <p:nvSpPr>
          <p:cNvPr id="547" name="PlaceHolder 2"/>
          <p:cNvSpPr>
            <a:spLocks noGrp="1"/>
          </p:cNvSpPr>
          <p:nvPr>
            <p:ph type="body"/>
          </p:nvPr>
        </p:nvSpPr>
        <p:spPr>
          <a:xfrm>
            <a:off x="674640" y="4686480"/>
            <a:ext cx="5385960" cy="4438440"/>
          </a:xfrm>
          <a:prstGeom prst="rect">
            <a:avLst/>
          </a:prstGeom>
          <a:noFill/>
          <a:ln w="9360">
            <a:noFill/>
          </a:ln>
        </p:spPr>
        <p:txBody>
          <a:bodyPr numCol="1" spcCol="0" lIns="90720" rIns="90720" tIns="45360" bIns="45360" anchor="t">
            <a:noAutofit/>
          </a:bodyPr>
          <a:p>
            <a:pPr indent="0">
              <a:lnSpc>
                <a:spcPct val="100000"/>
              </a:lnSpc>
              <a:buNone/>
            </a:pPr>
            <a:r>
              <a:rPr b="0" lang="ja-JP" sz="1600" strike="noStrike" u="none">
                <a:solidFill>
                  <a:srgbClr val="000000"/>
                </a:solidFill>
                <a:effectLst/>
                <a:uFillTx/>
                <a:latin typeface="ＭＳ Ｐゴシック"/>
                <a:ea typeface="ＭＳ Ｐゴシック"/>
              </a:rPr>
              <a:t>〔</a:t>
            </a:r>
            <a:r>
              <a:rPr b="0" lang="ja-JP" sz="1600" strike="noStrike" u="none">
                <a:solidFill>
                  <a:srgbClr val="000000"/>
                </a:solidFill>
                <a:effectLst/>
                <a:uFillTx/>
                <a:latin typeface="ＭＳ Ｐゴシック"/>
                <a:ea typeface="ＭＳ Ｐゴシック"/>
              </a:rPr>
              <a:t>狙い〕</a:t>
            </a:r>
            <a:endParaRPr b="0" lang="en-US" sz="1600" strike="noStrike" u="none">
              <a:solidFill>
                <a:srgbClr val="000000"/>
              </a:solidFill>
              <a:effectLst/>
              <a:uFillTx/>
              <a:latin typeface="Arial"/>
            </a:endParaRPr>
          </a:p>
          <a:p>
            <a:pPr indent="0">
              <a:lnSpc>
                <a:spcPct val="100000"/>
              </a:lnSpc>
              <a:buNone/>
            </a:pPr>
            <a:r>
              <a:rPr b="0" lang="ja-JP" sz="1600" strike="noStrike" u="none">
                <a:solidFill>
                  <a:srgbClr val="000000"/>
                </a:solidFill>
                <a:effectLst/>
                <a:uFillTx/>
                <a:latin typeface="ＭＳ Ｐゴシック"/>
                <a:ea typeface="ＭＳ Ｐゴシック"/>
              </a:rPr>
              <a:t>特許要件のうち、最も重要である新規性の要件について概説するとともに、その例外規定である新規性喪失の例外について概説する。</a:t>
            </a:r>
            <a:endParaRPr b="0" lang="en-US" sz="1600" strike="noStrike" u="none">
              <a:solidFill>
                <a:srgbClr val="000000"/>
              </a:solidFill>
              <a:effectLst/>
              <a:uFillTx/>
              <a:latin typeface="Arial"/>
            </a:endParaRPr>
          </a:p>
          <a:p>
            <a:pPr indent="0">
              <a:lnSpc>
                <a:spcPct val="100000"/>
              </a:lnSpc>
              <a:buNone/>
            </a:pPr>
            <a:endParaRPr b="0" lang="en-US" sz="1600" strike="noStrike" u="none">
              <a:solidFill>
                <a:srgbClr val="000000"/>
              </a:solidFill>
              <a:effectLst/>
              <a:uFillTx/>
              <a:latin typeface="Arial"/>
            </a:endParaRPr>
          </a:p>
          <a:p>
            <a:pPr indent="0">
              <a:lnSpc>
                <a:spcPct val="100000"/>
              </a:lnSpc>
              <a:buNone/>
            </a:pPr>
            <a:r>
              <a:rPr b="0" lang="ja-JP" sz="1600" strike="noStrike" u="none">
                <a:solidFill>
                  <a:srgbClr val="000000"/>
                </a:solidFill>
                <a:effectLst/>
                <a:uFillTx/>
                <a:latin typeface="ＭＳ Ｐゴシック"/>
                <a:ea typeface="ＭＳ Ｐゴシック"/>
              </a:rPr>
              <a:t>〔説明〕</a:t>
            </a:r>
            <a:endParaRPr b="0" lang="en-US" sz="1600" strike="noStrike" u="none">
              <a:solidFill>
                <a:srgbClr val="000000"/>
              </a:solidFill>
              <a:effectLst/>
              <a:uFillTx/>
              <a:latin typeface="Arial"/>
            </a:endParaRPr>
          </a:p>
          <a:p>
            <a:pPr indent="0">
              <a:lnSpc>
                <a:spcPct val="100000"/>
              </a:lnSpc>
              <a:buNone/>
            </a:pPr>
            <a:r>
              <a:rPr b="0" lang="ja-JP" sz="1600" strike="noStrike" u="none">
                <a:solidFill>
                  <a:srgbClr val="000000"/>
                </a:solidFill>
                <a:effectLst/>
                <a:uFillTx/>
                <a:latin typeface="ＭＳ Ｐゴシック"/>
                <a:ea typeface="ＭＳ Ｐゴシック"/>
              </a:rPr>
              <a:t>　特許法２９条１項において規定されている、公然と知られた発明、公然と実施された発明、刊行物やインターネットにより開示された発明に該当するものが新規性がないものとして特許を受けることができないことを確認し、それぞれの具体例を示す。特に、発明者自身が出願前に発表した場合であっても原則新規性を喪失することを強調し、研究発表などにおいて出願前に発表してしまうと、特許をとることができなくなることについて理解させる。</a:t>
            </a:r>
            <a:endParaRPr b="0" lang="en-US" sz="1600" strike="noStrike" u="none">
              <a:solidFill>
                <a:srgbClr val="000000"/>
              </a:solidFill>
              <a:effectLst/>
              <a:uFillTx/>
              <a:latin typeface="Arial"/>
            </a:endParaRPr>
          </a:p>
          <a:p>
            <a:pPr indent="0">
              <a:lnSpc>
                <a:spcPct val="100000"/>
              </a:lnSpc>
              <a:buNone/>
            </a:pPr>
            <a:r>
              <a:rPr b="0" lang="ja-JP" sz="1600" strike="noStrike" u="none">
                <a:solidFill>
                  <a:srgbClr val="000000"/>
                </a:solidFill>
                <a:effectLst/>
                <a:uFillTx/>
                <a:latin typeface="ＭＳ Ｐゴシック"/>
                <a:ea typeface="ＭＳ Ｐゴシック"/>
              </a:rPr>
              <a:t>　新規性がないものとなる場合については、のちのスライドを用いて事例をあげて説明をする。</a:t>
            </a:r>
            <a:endParaRPr b="0" lang="en-US" sz="1600" strike="noStrike" u="none">
              <a:solidFill>
                <a:srgbClr val="000000"/>
              </a:solidFill>
              <a:effectLst/>
              <a:uFillTx/>
              <a:latin typeface="Arial"/>
            </a:endParaRPr>
          </a:p>
          <a:p>
            <a:pPr indent="0">
              <a:lnSpc>
                <a:spcPct val="100000"/>
              </a:lnSpc>
              <a:buNone/>
            </a:pPr>
            <a:r>
              <a:rPr b="0" lang="ja-JP" sz="1600" strike="noStrike" u="none">
                <a:solidFill>
                  <a:srgbClr val="000000"/>
                </a:solidFill>
                <a:effectLst/>
                <a:uFillTx/>
                <a:latin typeface="ＭＳ Ｐゴシック"/>
                <a:ea typeface="ＭＳ Ｐゴシック"/>
              </a:rPr>
              <a:t>　新規性喪失の例外については簡単に触れておき、後のスライドで詳しく解説することにつなげる。</a:t>
            </a:r>
            <a:endParaRPr b="0" lang="en-US" sz="1600" strike="noStrike" u="none">
              <a:solidFill>
                <a:srgbClr val="000000"/>
              </a:solidFill>
              <a:effectLst/>
              <a:uFillTx/>
              <a:latin typeface="Arial"/>
            </a:endParaRPr>
          </a:p>
          <a:p>
            <a:pPr indent="0">
              <a:lnSpc>
                <a:spcPct val="100000"/>
              </a:lnSpc>
              <a:buNone/>
            </a:pPr>
            <a:r>
              <a:rPr b="0" lang="ja-JP" sz="1600" strike="noStrike" u="none">
                <a:solidFill>
                  <a:srgbClr val="000000"/>
                </a:solidFill>
                <a:effectLst/>
                <a:uFillTx/>
                <a:latin typeface="ＭＳ Ｐゴシック"/>
                <a:ea typeface="ＭＳ Ｐゴシック"/>
              </a:rPr>
              <a:t>　</a:t>
            </a:r>
            <a:endParaRPr b="0" lang="en-US" sz="1600" strike="noStrike" u="none">
              <a:solidFill>
                <a:srgbClr val="000000"/>
              </a:solidFill>
              <a:effectLst/>
              <a:uFillTx/>
              <a:latin typeface="Arial"/>
            </a:endParaRPr>
          </a:p>
        </p:txBody>
      </p:sp>
      <p:sp>
        <p:nvSpPr>
          <p:cNvPr id="548" name="PlaceHolder 3"/>
          <p:cNvSpPr>
            <a:spLocks noGrp="1"/>
          </p:cNvSpPr>
          <p:nvPr>
            <p:ph type="sldNum" idx="145"/>
          </p:nvPr>
        </p:nvSpPr>
        <p:spPr>
          <a:xfrm>
            <a:off x="3814920" y="9371160"/>
            <a:ext cx="2918880" cy="493200"/>
          </a:xfrm>
          <a:prstGeom prst="rect">
            <a:avLst/>
          </a:prstGeom>
          <a:noFill/>
          <a:ln w="9360">
            <a:noFill/>
          </a:ln>
        </p:spPr>
        <p:txBody>
          <a:bodyPr numCol="1" spcCol="0" lIns="90720" rIns="90720" tIns="45360" bIns="45360" anchor="b">
            <a:noAutofit/>
          </a:bodyPr>
          <a:lstStyle>
            <a:lvl1pPr indent="0" algn="r" defTabSz="906480">
              <a:lnSpc>
                <a:spcPct val="100000"/>
              </a:lnSpc>
              <a:buNone/>
              <a:defRPr b="0" lang="en-US" sz="1200" strike="noStrike" u="none">
                <a:solidFill>
                  <a:srgbClr val="000000"/>
                </a:solidFill>
                <a:effectLst/>
                <a:uFillTx/>
                <a:latin typeface="Calibri"/>
                <a:ea typeface="ＭＳ Ｐゴシック"/>
              </a:defRPr>
            </a:lvl1pPr>
          </a:lstStyle>
          <a:p>
            <a:pPr indent="0" algn="r" defTabSz="906480">
              <a:lnSpc>
                <a:spcPct val="100000"/>
              </a:lnSpc>
              <a:buNone/>
            </a:pPr>
            <a:fld id="{F8B3DBC2-BE93-4DC2-AA56-3044AC7515BD}" type="slidenum">
              <a:rPr b="0" lang="en-US" sz="1200" strike="noStrike" u="none">
                <a:solidFill>
                  <a:srgbClr val="000000"/>
                </a:solidFill>
                <a:effectLst/>
                <a:uFillTx/>
                <a:latin typeface="Calibri"/>
                <a:ea typeface="ＭＳ Ｐゴシック"/>
              </a:rPr>
              <a:t>10</a:t>
            </a:fld>
            <a:endParaRPr b="0" lang="en-US" sz="1200" strike="noStrike" u="none">
              <a:solidFill>
                <a:srgbClr val="000000"/>
              </a:solidFill>
              <a:effectLst/>
              <a:uFillTx/>
              <a:latin typeface="游明朝"/>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9" name="PlaceHolder 1"/>
          <p:cNvSpPr>
            <a:spLocks noGrp="1"/>
          </p:cNvSpPr>
          <p:nvPr>
            <p:ph type="sldImg"/>
          </p:nvPr>
        </p:nvSpPr>
        <p:spPr>
          <a:xfrm>
            <a:off x="698400" y="741240"/>
            <a:ext cx="5339880" cy="3696840"/>
          </a:xfrm>
          <a:prstGeom prst="rect">
            <a:avLst/>
          </a:prstGeom>
          <a:ln w="0">
            <a:noFill/>
          </a:ln>
        </p:spPr>
      </p:sp>
      <p:sp>
        <p:nvSpPr>
          <p:cNvPr id="550" name="PlaceHolder 2"/>
          <p:cNvSpPr>
            <a:spLocks noGrp="1"/>
          </p:cNvSpPr>
          <p:nvPr>
            <p:ph type="body"/>
          </p:nvPr>
        </p:nvSpPr>
        <p:spPr>
          <a:xfrm>
            <a:off x="674640" y="4686480"/>
            <a:ext cx="5385960" cy="4438440"/>
          </a:xfrm>
          <a:prstGeom prst="rect">
            <a:avLst/>
          </a:prstGeom>
          <a:noFill/>
          <a:ln w="9360">
            <a:noFill/>
          </a:ln>
        </p:spPr>
        <p:txBody>
          <a:bodyPr numCol="1" spcCol="0" lIns="90720" rIns="90720" tIns="45360" bIns="45360" anchor="t">
            <a:noAutofit/>
          </a:bodyPr>
          <a:p>
            <a:pPr indent="0">
              <a:lnSpc>
                <a:spcPct val="100000"/>
              </a:lnSpc>
              <a:buNone/>
            </a:pPr>
            <a:r>
              <a:rPr b="0" lang="ja-JP" sz="1600" strike="noStrike" u="none">
                <a:solidFill>
                  <a:srgbClr val="000000"/>
                </a:solidFill>
                <a:effectLst/>
                <a:uFillTx/>
                <a:latin typeface="ＭＳ Ｐゴシック"/>
                <a:ea typeface="ＭＳ Ｐゴシック"/>
              </a:rPr>
              <a:t>〔</a:t>
            </a:r>
            <a:r>
              <a:rPr b="0" lang="ja-JP" sz="1600" strike="noStrike" u="none">
                <a:solidFill>
                  <a:srgbClr val="000000"/>
                </a:solidFill>
                <a:effectLst/>
                <a:uFillTx/>
                <a:latin typeface="ＭＳ Ｐゴシック"/>
                <a:ea typeface="ＭＳ Ｐゴシック"/>
              </a:rPr>
              <a:t>狙い〕</a:t>
            </a:r>
            <a:endParaRPr b="0" lang="en-US" sz="1600" strike="noStrike" u="none">
              <a:solidFill>
                <a:srgbClr val="000000"/>
              </a:solidFill>
              <a:effectLst/>
              <a:uFillTx/>
              <a:latin typeface="Arial"/>
            </a:endParaRPr>
          </a:p>
          <a:p>
            <a:pPr indent="0">
              <a:lnSpc>
                <a:spcPct val="100000"/>
              </a:lnSpc>
              <a:buNone/>
            </a:pPr>
            <a:r>
              <a:rPr b="0" lang="ja-JP" sz="1600" strike="noStrike" u="none">
                <a:solidFill>
                  <a:srgbClr val="000000"/>
                </a:solidFill>
                <a:effectLst/>
                <a:uFillTx/>
                <a:latin typeface="ＭＳ Ｐゴシック"/>
                <a:ea typeface="ＭＳ Ｐゴシック"/>
              </a:rPr>
              <a:t>新規性喪失の例外規定がどのようなものか、また例外規定により出願することの危険性や限界について理解させる。</a:t>
            </a:r>
            <a:endParaRPr b="0" lang="en-US" sz="1600" strike="noStrike" u="none">
              <a:solidFill>
                <a:srgbClr val="000000"/>
              </a:solidFill>
              <a:effectLst/>
              <a:uFillTx/>
              <a:latin typeface="Arial"/>
            </a:endParaRPr>
          </a:p>
          <a:p>
            <a:pPr indent="0">
              <a:lnSpc>
                <a:spcPct val="100000"/>
              </a:lnSpc>
              <a:buNone/>
            </a:pPr>
            <a:endParaRPr b="0" lang="en-US" sz="1600" strike="noStrike" u="none">
              <a:solidFill>
                <a:srgbClr val="000000"/>
              </a:solidFill>
              <a:effectLst/>
              <a:uFillTx/>
              <a:latin typeface="Arial"/>
            </a:endParaRPr>
          </a:p>
          <a:p>
            <a:pPr indent="0">
              <a:lnSpc>
                <a:spcPct val="100000"/>
              </a:lnSpc>
              <a:buNone/>
            </a:pPr>
            <a:r>
              <a:rPr b="0" lang="ja-JP" sz="1600" strike="noStrike" u="none">
                <a:solidFill>
                  <a:srgbClr val="000000"/>
                </a:solidFill>
                <a:effectLst/>
                <a:uFillTx/>
                <a:latin typeface="ＭＳ Ｐゴシック"/>
                <a:ea typeface="ＭＳ Ｐゴシック"/>
              </a:rPr>
              <a:t>〔説明〕</a:t>
            </a:r>
            <a:endParaRPr b="0" lang="en-US" sz="1600" strike="noStrike" u="none">
              <a:solidFill>
                <a:srgbClr val="000000"/>
              </a:solidFill>
              <a:effectLst/>
              <a:uFillTx/>
              <a:latin typeface="Arial"/>
            </a:endParaRPr>
          </a:p>
          <a:p>
            <a:pPr indent="0">
              <a:lnSpc>
                <a:spcPct val="100000"/>
              </a:lnSpc>
              <a:buNone/>
            </a:pPr>
            <a:r>
              <a:rPr b="0" lang="ja-JP" sz="1600" strike="noStrike" u="none">
                <a:solidFill>
                  <a:srgbClr val="000000"/>
                </a:solidFill>
                <a:effectLst/>
                <a:uFillTx/>
                <a:latin typeface="ＭＳ Ｐゴシック"/>
                <a:ea typeface="ＭＳ Ｐゴシック"/>
              </a:rPr>
              <a:t>　新規性喪失の例外規定について、出願前に、自分で論文発表などにより公表してしまった場合でも、発表から６月以内であれば、出願と同時に申請を行うことで、その発表によって新規性が否定されないという取り扱いがされる制度であることを解説する。</a:t>
            </a:r>
            <a:endParaRPr b="0" lang="en-US" sz="1600" strike="noStrike" u="none">
              <a:solidFill>
                <a:srgbClr val="000000"/>
              </a:solidFill>
              <a:effectLst/>
              <a:uFillTx/>
              <a:latin typeface="Arial"/>
            </a:endParaRPr>
          </a:p>
          <a:p>
            <a:pPr indent="0">
              <a:lnSpc>
                <a:spcPct val="100000"/>
              </a:lnSpc>
              <a:buNone/>
            </a:pPr>
            <a:r>
              <a:rPr b="0" lang="ja-JP" sz="1600" strike="noStrike" u="none">
                <a:solidFill>
                  <a:srgbClr val="000000"/>
                </a:solidFill>
                <a:effectLst/>
                <a:uFillTx/>
                <a:latin typeface="ＭＳ Ｐゴシック"/>
                <a:ea typeface="ＭＳ Ｐゴシック"/>
              </a:rPr>
              <a:t>　そして、この新規性喪失の例外は、あくまでも例外的救済であって、危険性があることを強調して説明する。</a:t>
            </a:r>
            <a:endParaRPr b="0" lang="en-US" sz="1600" strike="noStrike" u="none">
              <a:solidFill>
                <a:srgbClr val="000000"/>
              </a:solidFill>
              <a:effectLst/>
              <a:uFillTx/>
              <a:latin typeface="Arial"/>
            </a:endParaRPr>
          </a:p>
          <a:p>
            <a:pPr indent="0">
              <a:lnSpc>
                <a:spcPct val="100000"/>
              </a:lnSpc>
              <a:buNone/>
            </a:pPr>
            <a:r>
              <a:rPr b="0" lang="ja-JP" sz="1600" strike="noStrike" u="none">
                <a:solidFill>
                  <a:srgbClr val="000000"/>
                </a:solidFill>
                <a:effectLst/>
                <a:uFillTx/>
                <a:latin typeface="ＭＳ Ｐゴシック"/>
                <a:ea typeface="ＭＳ Ｐゴシック"/>
              </a:rPr>
              <a:t>　すなわち、発表から出願の間に、第三者が同内容の発明を出願した場合には、特許を取ることができない場合があることや、この制度が各国により異なるものであり、特にヨーロッパには、このような例外がないため、特許を取得できない可能性が高いことを強調して説明をする。</a:t>
            </a:r>
            <a:endParaRPr b="0" lang="en-US" sz="1600" strike="noStrike" u="none">
              <a:solidFill>
                <a:srgbClr val="000000"/>
              </a:solidFill>
              <a:effectLst/>
              <a:uFillTx/>
              <a:latin typeface="Arial"/>
            </a:endParaRPr>
          </a:p>
          <a:p>
            <a:pPr indent="0">
              <a:lnSpc>
                <a:spcPct val="100000"/>
              </a:lnSpc>
              <a:buNone/>
            </a:pPr>
            <a:r>
              <a:rPr b="0" lang="ja-JP" sz="1600" strike="noStrike" u="none">
                <a:solidFill>
                  <a:srgbClr val="000000"/>
                </a:solidFill>
                <a:effectLst/>
                <a:uFillTx/>
                <a:latin typeface="ＭＳ Ｐゴシック"/>
                <a:ea typeface="ＭＳ Ｐゴシック"/>
              </a:rPr>
              <a:t>　</a:t>
            </a:r>
            <a:endParaRPr b="0" lang="en-US" sz="1600" strike="noStrike" u="none">
              <a:solidFill>
                <a:srgbClr val="000000"/>
              </a:solidFill>
              <a:effectLst/>
              <a:uFillTx/>
              <a:latin typeface="Arial"/>
            </a:endParaRPr>
          </a:p>
        </p:txBody>
      </p:sp>
      <p:sp>
        <p:nvSpPr>
          <p:cNvPr id="551" name="PlaceHolder 3"/>
          <p:cNvSpPr>
            <a:spLocks noGrp="1"/>
          </p:cNvSpPr>
          <p:nvPr>
            <p:ph type="sldNum" idx="146"/>
          </p:nvPr>
        </p:nvSpPr>
        <p:spPr>
          <a:xfrm>
            <a:off x="3814920" y="9371160"/>
            <a:ext cx="2918880" cy="493200"/>
          </a:xfrm>
          <a:prstGeom prst="rect">
            <a:avLst/>
          </a:prstGeom>
          <a:noFill/>
          <a:ln w="9360">
            <a:noFill/>
          </a:ln>
        </p:spPr>
        <p:txBody>
          <a:bodyPr numCol="1" spcCol="0" lIns="90720" rIns="90720" tIns="45360" bIns="45360" anchor="b">
            <a:noAutofit/>
          </a:bodyPr>
          <a:lstStyle>
            <a:lvl1pPr indent="0" algn="r" defTabSz="906480">
              <a:lnSpc>
                <a:spcPct val="100000"/>
              </a:lnSpc>
              <a:buNone/>
              <a:defRPr b="0" lang="en-US" sz="1200" strike="noStrike" u="none">
                <a:solidFill>
                  <a:srgbClr val="000000"/>
                </a:solidFill>
                <a:effectLst/>
                <a:uFillTx/>
                <a:latin typeface="Calibri"/>
                <a:ea typeface="ＭＳ Ｐゴシック"/>
              </a:defRPr>
            </a:lvl1pPr>
          </a:lstStyle>
          <a:p>
            <a:pPr indent="0" algn="r" defTabSz="906480">
              <a:lnSpc>
                <a:spcPct val="100000"/>
              </a:lnSpc>
              <a:buNone/>
            </a:pPr>
            <a:fld id="{C2772D65-E45F-4343-BF90-9EFD96E75F0D}" type="slidenum">
              <a:rPr b="0" lang="en-US" sz="1200" strike="noStrike" u="none">
                <a:solidFill>
                  <a:srgbClr val="000000"/>
                </a:solidFill>
                <a:effectLst/>
                <a:uFillTx/>
                <a:latin typeface="Calibri"/>
                <a:ea typeface="ＭＳ Ｐゴシック"/>
              </a:rPr>
              <a:t>10</a:t>
            </a:fld>
            <a:endParaRPr b="0" lang="en-US" sz="1200" strike="noStrike" u="none">
              <a:solidFill>
                <a:srgbClr val="000000"/>
              </a:solidFill>
              <a:effectLst/>
              <a:uFillTx/>
              <a:latin typeface="游明朝"/>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2" name="PlaceHolder 1"/>
          <p:cNvSpPr>
            <a:spLocks noGrp="1"/>
          </p:cNvSpPr>
          <p:nvPr>
            <p:ph type="sldImg"/>
          </p:nvPr>
        </p:nvSpPr>
        <p:spPr>
          <a:xfrm>
            <a:off x="698400" y="741240"/>
            <a:ext cx="5339880" cy="3696840"/>
          </a:xfrm>
          <a:prstGeom prst="rect">
            <a:avLst/>
          </a:prstGeom>
          <a:ln w="0">
            <a:noFill/>
          </a:ln>
        </p:spPr>
      </p:sp>
      <p:sp>
        <p:nvSpPr>
          <p:cNvPr id="553" name="PlaceHolder 2"/>
          <p:cNvSpPr>
            <a:spLocks noGrp="1"/>
          </p:cNvSpPr>
          <p:nvPr>
            <p:ph type="body"/>
          </p:nvPr>
        </p:nvSpPr>
        <p:spPr>
          <a:xfrm>
            <a:off x="674640" y="4686480"/>
            <a:ext cx="5385960" cy="4749480"/>
          </a:xfrm>
          <a:prstGeom prst="rect">
            <a:avLst/>
          </a:prstGeom>
          <a:noFill/>
          <a:ln w="9360">
            <a:noFill/>
          </a:ln>
        </p:spPr>
        <p:txBody>
          <a:bodyPr numCol="1" spcCol="0" lIns="90720" rIns="90720" tIns="45360" bIns="45360" anchor="t">
            <a:noAutofit/>
          </a:bodyPr>
          <a:p>
            <a:pPr indent="0">
              <a:lnSpc>
                <a:spcPct val="100000"/>
              </a:lnSpc>
              <a:buNone/>
            </a:pPr>
            <a:r>
              <a:rPr b="0" lang="ja-JP" sz="1600" strike="noStrike" u="none">
                <a:solidFill>
                  <a:srgbClr val="000000"/>
                </a:solidFill>
                <a:effectLst/>
                <a:uFillTx/>
                <a:latin typeface="ＭＳ Ｐゴシック"/>
                <a:ea typeface="ＭＳ Ｐゴシック"/>
              </a:rPr>
              <a:t>〔</a:t>
            </a:r>
            <a:r>
              <a:rPr b="0" lang="ja-JP" sz="1600" strike="noStrike" u="none">
                <a:solidFill>
                  <a:srgbClr val="000000"/>
                </a:solidFill>
                <a:effectLst/>
                <a:uFillTx/>
                <a:latin typeface="ＭＳ Ｐゴシック"/>
                <a:ea typeface="ＭＳ Ｐゴシック"/>
              </a:rPr>
              <a:t>狙い〕</a:t>
            </a:r>
            <a:endParaRPr b="0" lang="en-US" sz="1600" strike="noStrike" u="none">
              <a:solidFill>
                <a:srgbClr val="000000"/>
              </a:solidFill>
              <a:effectLst/>
              <a:uFillTx/>
              <a:latin typeface="Arial"/>
            </a:endParaRPr>
          </a:p>
          <a:p>
            <a:pPr indent="0">
              <a:lnSpc>
                <a:spcPct val="100000"/>
              </a:lnSpc>
              <a:buNone/>
            </a:pPr>
            <a:r>
              <a:rPr b="0" lang="ja-JP" sz="1600" strike="noStrike" u="none">
                <a:solidFill>
                  <a:srgbClr val="000000"/>
                </a:solidFill>
                <a:effectLst/>
                <a:uFillTx/>
                <a:latin typeface="ＭＳ Ｐゴシック"/>
                <a:ea typeface="ＭＳ Ｐゴシック"/>
              </a:rPr>
              <a:t>新規性要件の判断手法の概略について説明し、新規性がないとはどういうことをいうのかを理解させる。</a:t>
            </a:r>
            <a:endParaRPr b="0" lang="en-US" sz="1600" strike="noStrike" u="none">
              <a:solidFill>
                <a:srgbClr val="000000"/>
              </a:solidFill>
              <a:effectLst/>
              <a:uFillTx/>
              <a:latin typeface="Arial"/>
            </a:endParaRPr>
          </a:p>
          <a:p>
            <a:pPr indent="0">
              <a:lnSpc>
                <a:spcPct val="100000"/>
              </a:lnSpc>
              <a:buNone/>
            </a:pPr>
            <a:endParaRPr b="0" lang="en-US" sz="1600" strike="noStrike" u="none">
              <a:solidFill>
                <a:srgbClr val="000000"/>
              </a:solidFill>
              <a:effectLst/>
              <a:uFillTx/>
              <a:latin typeface="Arial"/>
            </a:endParaRPr>
          </a:p>
          <a:p>
            <a:pPr indent="0">
              <a:lnSpc>
                <a:spcPct val="100000"/>
              </a:lnSpc>
              <a:buNone/>
            </a:pPr>
            <a:r>
              <a:rPr b="0" lang="ja-JP" sz="1600" strike="noStrike" u="none">
                <a:solidFill>
                  <a:srgbClr val="000000"/>
                </a:solidFill>
                <a:effectLst/>
                <a:uFillTx/>
                <a:latin typeface="ＭＳ Ｐゴシック"/>
                <a:ea typeface="ＭＳ Ｐゴシック"/>
              </a:rPr>
              <a:t>〔説明〕</a:t>
            </a:r>
            <a:endParaRPr b="0" lang="en-US" sz="1600" strike="noStrike" u="none">
              <a:solidFill>
                <a:srgbClr val="000000"/>
              </a:solidFill>
              <a:effectLst/>
              <a:uFillTx/>
              <a:latin typeface="Arial"/>
            </a:endParaRPr>
          </a:p>
          <a:p>
            <a:pPr indent="0">
              <a:lnSpc>
                <a:spcPct val="100000"/>
              </a:lnSpc>
              <a:buNone/>
            </a:pPr>
            <a:r>
              <a:rPr b="0" lang="ja-JP" sz="1600" strike="noStrike" u="none">
                <a:solidFill>
                  <a:srgbClr val="000000"/>
                </a:solidFill>
                <a:effectLst/>
                <a:uFillTx/>
                <a:latin typeface="ＭＳ Ｐゴシック"/>
                <a:ea typeface="ＭＳ Ｐゴシック"/>
              </a:rPr>
              <a:t>　特許出願に係る発明がすでに知られている、すなわち新規性ないということの判断がどのようになされるのかについて説明する。</a:t>
            </a:r>
            <a:endParaRPr b="0" lang="en-US" sz="1600" strike="noStrike" u="none">
              <a:solidFill>
                <a:srgbClr val="000000"/>
              </a:solidFill>
              <a:effectLst/>
              <a:uFillTx/>
              <a:latin typeface="Arial"/>
            </a:endParaRPr>
          </a:p>
          <a:p>
            <a:pPr indent="0">
              <a:lnSpc>
                <a:spcPct val="100000"/>
              </a:lnSpc>
              <a:buNone/>
            </a:pPr>
            <a:r>
              <a:rPr b="0" lang="ja-JP" sz="1600" strike="noStrike" u="none">
                <a:solidFill>
                  <a:srgbClr val="000000"/>
                </a:solidFill>
                <a:effectLst/>
                <a:uFillTx/>
                <a:latin typeface="ＭＳ Ｐゴシック"/>
                <a:ea typeface="ＭＳ Ｐゴシック"/>
              </a:rPr>
              <a:t>　特許出願に係る発明は、特許請求の範囲に記載された事項により認定されること、上記の例では、Ａ＋Ｂ＋Ｃ＋Ｄ、先行技術である発明は、刊行物であれば、刊行物の記載から認定されること、上記の例では、Ａ＋Ｂ＋Ｃ＋Ｅであることを説明する。</a:t>
            </a:r>
            <a:endParaRPr b="0" lang="en-US" sz="1600" strike="noStrike" u="none">
              <a:solidFill>
                <a:srgbClr val="000000"/>
              </a:solidFill>
              <a:effectLst/>
              <a:uFillTx/>
              <a:latin typeface="Arial"/>
            </a:endParaRPr>
          </a:p>
          <a:p>
            <a:pPr indent="0">
              <a:lnSpc>
                <a:spcPct val="100000"/>
              </a:lnSpc>
              <a:buNone/>
            </a:pPr>
            <a:r>
              <a:rPr b="0" lang="ja-JP" sz="1600" strike="noStrike" u="none">
                <a:solidFill>
                  <a:srgbClr val="000000"/>
                </a:solidFill>
                <a:effectLst/>
                <a:uFillTx/>
                <a:latin typeface="ＭＳ Ｐゴシック"/>
                <a:ea typeface="ＭＳ Ｐゴシック"/>
              </a:rPr>
              <a:t>　認定された発明の記載事項を比較して、特許出願に係る発明と公知となった発明の間に差異がなければ、新規性がないものと判断がされ、相違点があれば、新規性があるものと判断される。</a:t>
            </a:r>
            <a:endParaRPr b="0" lang="en-US" sz="1600" strike="noStrike" u="none">
              <a:solidFill>
                <a:srgbClr val="000000"/>
              </a:solidFill>
              <a:effectLst/>
              <a:uFillTx/>
              <a:latin typeface="Arial"/>
            </a:endParaRPr>
          </a:p>
        </p:txBody>
      </p:sp>
      <p:sp>
        <p:nvSpPr>
          <p:cNvPr id="554" name="PlaceHolder 3"/>
          <p:cNvSpPr>
            <a:spLocks noGrp="1"/>
          </p:cNvSpPr>
          <p:nvPr>
            <p:ph type="sldNum" idx="147"/>
          </p:nvPr>
        </p:nvSpPr>
        <p:spPr>
          <a:xfrm>
            <a:off x="3814920" y="9371160"/>
            <a:ext cx="2918880" cy="493200"/>
          </a:xfrm>
          <a:prstGeom prst="rect">
            <a:avLst/>
          </a:prstGeom>
          <a:noFill/>
          <a:ln w="9360">
            <a:noFill/>
          </a:ln>
        </p:spPr>
        <p:txBody>
          <a:bodyPr numCol="1" spcCol="0" lIns="90720" rIns="90720" tIns="45360" bIns="45360" anchor="b">
            <a:noAutofit/>
          </a:bodyPr>
          <a:lstStyle>
            <a:lvl1pPr indent="0" algn="r" defTabSz="906480">
              <a:lnSpc>
                <a:spcPct val="100000"/>
              </a:lnSpc>
              <a:buNone/>
              <a:defRPr b="0" lang="en-US" sz="1200" strike="noStrike" u="none">
                <a:solidFill>
                  <a:srgbClr val="000000"/>
                </a:solidFill>
                <a:effectLst/>
                <a:uFillTx/>
                <a:latin typeface="Calibri"/>
                <a:ea typeface="ＭＳ Ｐゴシック"/>
              </a:defRPr>
            </a:lvl1pPr>
          </a:lstStyle>
          <a:p>
            <a:pPr indent="0" algn="r" defTabSz="906480">
              <a:lnSpc>
                <a:spcPct val="100000"/>
              </a:lnSpc>
              <a:buNone/>
            </a:pPr>
            <a:fld id="{B79DB726-325A-419E-ADFE-072DCDF2C637}" type="slidenum">
              <a:rPr b="0" lang="en-US" sz="1200" strike="noStrike" u="none">
                <a:solidFill>
                  <a:srgbClr val="000000"/>
                </a:solidFill>
                <a:effectLst/>
                <a:uFillTx/>
                <a:latin typeface="Calibri"/>
                <a:ea typeface="ＭＳ Ｐゴシック"/>
              </a:rPr>
              <a:t>10</a:t>
            </a:fld>
            <a:endParaRPr b="0" lang="en-US" sz="1200" strike="noStrike" u="none">
              <a:solidFill>
                <a:srgbClr val="000000"/>
              </a:solidFill>
              <a:effectLst/>
              <a:uFillTx/>
              <a:latin typeface="游明朝"/>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5" name="PlaceHolder 1"/>
          <p:cNvSpPr>
            <a:spLocks noGrp="1"/>
          </p:cNvSpPr>
          <p:nvPr>
            <p:ph type="sldImg"/>
          </p:nvPr>
        </p:nvSpPr>
        <p:spPr>
          <a:xfrm>
            <a:off x="698400" y="741240"/>
            <a:ext cx="5339880" cy="3696840"/>
          </a:xfrm>
          <a:prstGeom prst="rect">
            <a:avLst/>
          </a:prstGeom>
          <a:ln w="0">
            <a:noFill/>
          </a:ln>
        </p:spPr>
      </p:sp>
      <p:sp>
        <p:nvSpPr>
          <p:cNvPr id="556" name="PlaceHolder 2"/>
          <p:cNvSpPr>
            <a:spLocks noGrp="1"/>
          </p:cNvSpPr>
          <p:nvPr>
            <p:ph type="body"/>
          </p:nvPr>
        </p:nvSpPr>
        <p:spPr>
          <a:xfrm>
            <a:off x="674640" y="4686480"/>
            <a:ext cx="5385960" cy="4438440"/>
          </a:xfrm>
          <a:prstGeom prst="rect">
            <a:avLst/>
          </a:prstGeom>
          <a:noFill/>
          <a:ln w="9360">
            <a:noFill/>
          </a:ln>
        </p:spPr>
        <p:txBody>
          <a:bodyPr numCol="1" spcCol="0" lIns="90720" rIns="90720" tIns="45360" bIns="45360" anchor="t">
            <a:noAutofit/>
          </a:bodyPr>
          <a:p>
            <a:pPr indent="0">
              <a:lnSpc>
                <a:spcPct val="100000"/>
              </a:lnSpc>
              <a:buNone/>
            </a:pPr>
            <a:r>
              <a:rPr b="0" lang="ja-JP" sz="1600" strike="noStrike" u="none">
                <a:solidFill>
                  <a:srgbClr val="000000"/>
                </a:solidFill>
                <a:effectLst/>
                <a:uFillTx/>
                <a:latin typeface="ＭＳ Ｐゴシック"/>
                <a:ea typeface="ＭＳ Ｐゴシック"/>
              </a:rPr>
              <a:t>〔</a:t>
            </a:r>
            <a:r>
              <a:rPr b="0" lang="ja-JP" sz="1600" strike="noStrike" u="none">
                <a:solidFill>
                  <a:srgbClr val="000000"/>
                </a:solidFill>
                <a:effectLst/>
                <a:uFillTx/>
                <a:latin typeface="ＭＳ Ｐゴシック"/>
                <a:ea typeface="ＭＳ Ｐゴシック"/>
              </a:rPr>
              <a:t>狙い〕</a:t>
            </a:r>
            <a:endParaRPr b="0" lang="en-US" sz="1600" strike="noStrike" u="none">
              <a:solidFill>
                <a:srgbClr val="000000"/>
              </a:solidFill>
              <a:effectLst/>
              <a:uFillTx/>
              <a:latin typeface="Arial"/>
            </a:endParaRPr>
          </a:p>
          <a:p>
            <a:pPr indent="0">
              <a:lnSpc>
                <a:spcPct val="100000"/>
              </a:lnSpc>
              <a:buNone/>
            </a:pPr>
            <a:r>
              <a:rPr b="0" lang="ja-JP" sz="1600" strike="noStrike" u="none">
                <a:solidFill>
                  <a:srgbClr val="000000"/>
                </a:solidFill>
                <a:effectLst/>
                <a:uFillTx/>
                <a:latin typeface="ＭＳ Ｐゴシック"/>
                <a:ea typeface="ＭＳ Ｐゴシック"/>
              </a:rPr>
              <a:t>先の２枚のスライドによる新規性の判断手法をまとめて再確認をする。</a:t>
            </a:r>
            <a:endParaRPr b="0" lang="en-US" sz="1600" strike="noStrike" u="none">
              <a:solidFill>
                <a:srgbClr val="000000"/>
              </a:solidFill>
              <a:effectLst/>
              <a:uFillTx/>
              <a:latin typeface="Arial"/>
            </a:endParaRPr>
          </a:p>
          <a:p>
            <a:pPr indent="0">
              <a:lnSpc>
                <a:spcPct val="100000"/>
              </a:lnSpc>
              <a:buNone/>
            </a:pPr>
            <a:endParaRPr b="0" lang="en-US" sz="1600" strike="noStrike" u="none">
              <a:solidFill>
                <a:srgbClr val="000000"/>
              </a:solidFill>
              <a:effectLst/>
              <a:uFillTx/>
              <a:latin typeface="Arial"/>
            </a:endParaRPr>
          </a:p>
          <a:p>
            <a:pPr indent="0">
              <a:lnSpc>
                <a:spcPct val="100000"/>
              </a:lnSpc>
              <a:buNone/>
            </a:pPr>
            <a:r>
              <a:rPr b="0" lang="ja-JP" sz="1600" strike="noStrike" u="none">
                <a:solidFill>
                  <a:srgbClr val="000000"/>
                </a:solidFill>
                <a:effectLst/>
                <a:uFillTx/>
                <a:latin typeface="ＭＳ Ｐゴシック"/>
                <a:ea typeface="ＭＳ Ｐゴシック"/>
              </a:rPr>
              <a:t>〔説明〕</a:t>
            </a:r>
            <a:endParaRPr b="0" lang="en-US" sz="1600" strike="noStrike" u="none">
              <a:solidFill>
                <a:srgbClr val="000000"/>
              </a:solidFill>
              <a:effectLst/>
              <a:uFillTx/>
              <a:latin typeface="Arial"/>
            </a:endParaRPr>
          </a:p>
          <a:p>
            <a:pPr indent="0">
              <a:lnSpc>
                <a:spcPct val="100000"/>
              </a:lnSpc>
              <a:buNone/>
            </a:pPr>
            <a:r>
              <a:rPr b="0" lang="ja-JP" sz="1600" strike="noStrike" u="none">
                <a:solidFill>
                  <a:srgbClr val="000000"/>
                </a:solidFill>
                <a:effectLst/>
                <a:uFillTx/>
                <a:latin typeface="ＭＳ Ｐゴシック"/>
                <a:ea typeface="ＭＳ Ｐゴシック"/>
              </a:rPr>
              <a:t>　本願発明が、公知発明と比較して、相違する部分が下位概念である場合には新規性があると判断されるが、そのようなものは利用発明に該当すること、相違する部分が別の概念のものであるときは、利用発明には該当しないことを説明する。</a:t>
            </a:r>
            <a:endParaRPr b="0" lang="en-US" sz="1600" strike="noStrike" u="none">
              <a:solidFill>
                <a:srgbClr val="000000"/>
              </a:solidFill>
              <a:effectLst/>
              <a:uFillTx/>
              <a:latin typeface="Arial"/>
            </a:endParaRPr>
          </a:p>
        </p:txBody>
      </p:sp>
      <p:sp>
        <p:nvSpPr>
          <p:cNvPr id="557" name="PlaceHolder 3"/>
          <p:cNvSpPr>
            <a:spLocks noGrp="1"/>
          </p:cNvSpPr>
          <p:nvPr>
            <p:ph type="sldNum" idx="148"/>
          </p:nvPr>
        </p:nvSpPr>
        <p:spPr>
          <a:xfrm>
            <a:off x="3814920" y="9371160"/>
            <a:ext cx="2918880" cy="493200"/>
          </a:xfrm>
          <a:prstGeom prst="rect">
            <a:avLst/>
          </a:prstGeom>
          <a:noFill/>
          <a:ln w="9360">
            <a:noFill/>
          </a:ln>
        </p:spPr>
        <p:txBody>
          <a:bodyPr numCol="1" spcCol="0" lIns="90720" rIns="90720" tIns="45360" bIns="45360" anchor="b">
            <a:noAutofit/>
          </a:bodyPr>
          <a:lstStyle>
            <a:lvl1pPr indent="0" algn="r" defTabSz="906480">
              <a:lnSpc>
                <a:spcPct val="100000"/>
              </a:lnSpc>
              <a:buNone/>
              <a:defRPr b="0" lang="en-US" sz="1200" strike="noStrike" u="none">
                <a:solidFill>
                  <a:srgbClr val="000000"/>
                </a:solidFill>
                <a:effectLst/>
                <a:uFillTx/>
                <a:latin typeface="Calibri"/>
                <a:ea typeface="ＭＳ Ｐゴシック"/>
              </a:defRPr>
            </a:lvl1pPr>
          </a:lstStyle>
          <a:p>
            <a:pPr indent="0" algn="r" defTabSz="906480">
              <a:lnSpc>
                <a:spcPct val="100000"/>
              </a:lnSpc>
              <a:buNone/>
            </a:pPr>
            <a:fld id="{B3D6D789-266A-4330-824F-A08735425A18}" type="slidenum">
              <a:rPr b="0" lang="en-US" sz="1200" strike="noStrike" u="none">
                <a:solidFill>
                  <a:srgbClr val="000000"/>
                </a:solidFill>
                <a:effectLst/>
                <a:uFillTx/>
                <a:latin typeface="Calibri"/>
                <a:ea typeface="ＭＳ Ｐゴシック"/>
              </a:rPr>
              <a:t>10</a:t>
            </a:fld>
            <a:endParaRPr b="0" lang="en-US" sz="1200" strike="noStrike" u="none">
              <a:solidFill>
                <a:srgbClr val="000000"/>
              </a:solidFill>
              <a:effectLst/>
              <a:uFillTx/>
              <a:latin typeface="游明朝"/>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8" name="PlaceHolder 1"/>
          <p:cNvSpPr>
            <a:spLocks noGrp="1"/>
          </p:cNvSpPr>
          <p:nvPr>
            <p:ph type="sldImg"/>
          </p:nvPr>
        </p:nvSpPr>
        <p:spPr>
          <a:xfrm>
            <a:off x="698400" y="741240"/>
            <a:ext cx="5339880" cy="3696840"/>
          </a:xfrm>
          <a:prstGeom prst="rect">
            <a:avLst/>
          </a:prstGeom>
          <a:ln w="0">
            <a:noFill/>
          </a:ln>
        </p:spPr>
      </p:sp>
      <p:sp>
        <p:nvSpPr>
          <p:cNvPr id="559" name="PlaceHolder 2"/>
          <p:cNvSpPr>
            <a:spLocks noGrp="1"/>
          </p:cNvSpPr>
          <p:nvPr>
            <p:ph type="body"/>
          </p:nvPr>
        </p:nvSpPr>
        <p:spPr>
          <a:xfrm>
            <a:off x="674640" y="4686480"/>
            <a:ext cx="5385960" cy="4438440"/>
          </a:xfrm>
          <a:prstGeom prst="rect">
            <a:avLst/>
          </a:prstGeom>
          <a:noFill/>
          <a:ln w="9360">
            <a:noFill/>
          </a:ln>
        </p:spPr>
        <p:txBody>
          <a:bodyPr numCol="1" spcCol="0" lIns="90720" rIns="90720" tIns="45360" bIns="45360" anchor="t">
            <a:noAutofit/>
          </a:bodyPr>
          <a:p>
            <a:pPr indent="0">
              <a:lnSpc>
                <a:spcPct val="100000"/>
              </a:lnSpc>
              <a:buNone/>
            </a:pPr>
            <a:r>
              <a:rPr b="0" lang="ja-JP" sz="1600" strike="noStrike" u="none">
                <a:solidFill>
                  <a:srgbClr val="000000"/>
                </a:solidFill>
                <a:effectLst/>
                <a:uFillTx/>
                <a:latin typeface="ＭＳ Ｐゴシック"/>
                <a:ea typeface="ＭＳ Ｐゴシック"/>
              </a:rPr>
              <a:t>〔</a:t>
            </a:r>
            <a:r>
              <a:rPr b="0" lang="ja-JP" sz="1600" strike="noStrike" u="none">
                <a:solidFill>
                  <a:srgbClr val="000000"/>
                </a:solidFill>
                <a:effectLst/>
                <a:uFillTx/>
                <a:latin typeface="ＭＳ Ｐゴシック"/>
                <a:ea typeface="ＭＳ Ｐゴシック"/>
              </a:rPr>
              <a:t>狙い〕</a:t>
            </a:r>
            <a:endParaRPr b="0" lang="en-US" sz="1600" strike="noStrike" u="none">
              <a:solidFill>
                <a:srgbClr val="000000"/>
              </a:solidFill>
              <a:effectLst/>
              <a:uFillTx/>
              <a:latin typeface="Arial"/>
            </a:endParaRPr>
          </a:p>
          <a:p>
            <a:pPr indent="0">
              <a:lnSpc>
                <a:spcPct val="100000"/>
              </a:lnSpc>
              <a:buNone/>
            </a:pPr>
            <a:r>
              <a:rPr b="0" lang="ja-JP" sz="1600" strike="noStrike" u="none">
                <a:solidFill>
                  <a:srgbClr val="000000"/>
                </a:solidFill>
                <a:effectLst/>
                <a:uFillTx/>
                <a:latin typeface="ＭＳ Ｐゴシック"/>
                <a:ea typeface="ＭＳ Ｐゴシック"/>
              </a:rPr>
              <a:t>進歩性の判断について具体的事例をもって説明する。</a:t>
            </a:r>
            <a:endParaRPr b="0" lang="en-US" sz="1600" strike="noStrike" u="none">
              <a:solidFill>
                <a:srgbClr val="000000"/>
              </a:solidFill>
              <a:effectLst/>
              <a:uFillTx/>
              <a:latin typeface="Arial"/>
            </a:endParaRPr>
          </a:p>
          <a:p>
            <a:pPr indent="0">
              <a:lnSpc>
                <a:spcPct val="100000"/>
              </a:lnSpc>
              <a:buNone/>
            </a:pPr>
            <a:endParaRPr b="0" lang="en-US" sz="1600" strike="noStrike" u="none">
              <a:solidFill>
                <a:srgbClr val="000000"/>
              </a:solidFill>
              <a:effectLst/>
              <a:uFillTx/>
              <a:latin typeface="Arial"/>
            </a:endParaRPr>
          </a:p>
          <a:p>
            <a:pPr indent="0">
              <a:lnSpc>
                <a:spcPct val="100000"/>
              </a:lnSpc>
              <a:buNone/>
            </a:pPr>
            <a:r>
              <a:rPr b="0" lang="ja-JP" sz="1600" strike="noStrike" u="none">
                <a:solidFill>
                  <a:srgbClr val="000000"/>
                </a:solidFill>
                <a:effectLst/>
                <a:uFillTx/>
                <a:latin typeface="ＭＳ Ｐゴシック"/>
                <a:ea typeface="ＭＳ Ｐゴシック"/>
              </a:rPr>
              <a:t>〔説明〕</a:t>
            </a:r>
            <a:endParaRPr b="0" lang="en-US" sz="1600" strike="noStrike" u="none">
              <a:solidFill>
                <a:srgbClr val="000000"/>
              </a:solidFill>
              <a:effectLst/>
              <a:uFillTx/>
              <a:latin typeface="Arial"/>
            </a:endParaRPr>
          </a:p>
          <a:p>
            <a:pPr indent="0">
              <a:lnSpc>
                <a:spcPct val="100000"/>
              </a:lnSpc>
              <a:buNone/>
            </a:pPr>
            <a:r>
              <a:rPr b="0" lang="ja-JP" sz="1600" strike="noStrike" u="none">
                <a:solidFill>
                  <a:srgbClr val="000000"/>
                </a:solidFill>
                <a:effectLst/>
                <a:uFillTx/>
                <a:latin typeface="ＭＳ Ｐゴシック"/>
                <a:ea typeface="ＭＳ Ｐゴシック"/>
              </a:rPr>
              <a:t>文献２には、ＦＲＰを用いれば、ケースの厚さを薄くしても強度を維持できることが文献２に記載されているから、ＦＲＰを用いてケースを薄くするという技術は知られていたといえる。　数値が０．５～０．８ｍｍとすることは文献１や２には記載されていないとしても、数値範囲を最適化することは当業者であれば通常行うことにすぎない。</a:t>
            </a:r>
            <a:endParaRPr b="0" lang="en-US" sz="1600" strike="noStrike" u="none">
              <a:solidFill>
                <a:srgbClr val="000000"/>
              </a:solidFill>
              <a:effectLst/>
              <a:uFillTx/>
              <a:latin typeface="Arial"/>
            </a:endParaRPr>
          </a:p>
          <a:p>
            <a:pPr indent="0">
              <a:lnSpc>
                <a:spcPct val="100000"/>
              </a:lnSpc>
              <a:buNone/>
            </a:pPr>
            <a:r>
              <a:rPr b="0" lang="en-US" sz="1600" strike="noStrike" u="none">
                <a:solidFill>
                  <a:srgbClr val="000000"/>
                </a:solidFill>
                <a:effectLst/>
                <a:uFillTx/>
                <a:latin typeface="ＭＳ Ｐゴシック"/>
                <a:ea typeface="ＭＳ Ｐゴシック"/>
              </a:rPr>
              <a:t>⇒進歩性は否定される。</a:t>
            </a:r>
            <a:endParaRPr b="0" lang="en-US" sz="1600" strike="noStrike" u="none">
              <a:solidFill>
                <a:srgbClr val="000000"/>
              </a:solidFill>
              <a:effectLst/>
              <a:uFillTx/>
              <a:latin typeface="Arial"/>
            </a:endParaRPr>
          </a:p>
        </p:txBody>
      </p:sp>
      <p:sp>
        <p:nvSpPr>
          <p:cNvPr id="560" name="PlaceHolder 3"/>
          <p:cNvSpPr>
            <a:spLocks noGrp="1"/>
          </p:cNvSpPr>
          <p:nvPr>
            <p:ph type="sldNum" idx="149"/>
          </p:nvPr>
        </p:nvSpPr>
        <p:spPr>
          <a:xfrm>
            <a:off x="3814920" y="9371160"/>
            <a:ext cx="2918880" cy="493200"/>
          </a:xfrm>
          <a:prstGeom prst="rect">
            <a:avLst/>
          </a:prstGeom>
          <a:noFill/>
          <a:ln w="9360">
            <a:noFill/>
          </a:ln>
        </p:spPr>
        <p:txBody>
          <a:bodyPr numCol="1" spcCol="0" lIns="90720" rIns="90720" tIns="45360" bIns="45360" anchor="b">
            <a:noAutofit/>
          </a:bodyPr>
          <a:lstStyle>
            <a:lvl1pPr indent="0" algn="r" defTabSz="906480">
              <a:lnSpc>
                <a:spcPct val="100000"/>
              </a:lnSpc>
              <a:buNone/>
              <a:defRPr b="0" lang="en-US" sz="1200" strike="noStrike" u="none">
                <a:solidFill>
                  <a:srgbClr val="000000"/>
                </a:solidFill>
                <a:effectLst/>
                <a:uFillTx/>
                <a:latin typeface="Calibri"/>
                <a:ea typeface="ＭＳ Ｐゴシック"/>
              </a:defRPr>
            </a:lvl1pPr>
          </a:lstStyle>
          <a:p>
            <a:pPr indent="0" algn="r" defTabSz="906480">
              <a:lnSpc>
                <a:spcPct val="100000"/>
              </a:lnSpc>
              <a:buNone/>
            </a:pPr>
            <a:fld id="{6FF9EF12-F47B-4971-82C6-91F1EBB48C77}" type="slidenum">
              <a:rPr b="0" lang="en-US" sz="1200" strike="noStrike" u="none">
                <a:solidFill>
                  <a:srgbClr val="000000"/>
                </a:solidFill>
                <a:effectLst/>
                <a:uFillTx/>
                <a:latin typeface="Calibri"/>
                <a:ea typeface="ＭＳ Ｐゴシック"/>
              </a:rPr>
              <a:t>10</a:t>
            </a:fld>
            <a:endParaRPr b="0" lang="en-US" sz="1200" strike="noStrike" u="none">
              <a:solidFill>
                <a:srgbClr val="000000"/>
              </a:solidFill>
              <a:effectLst/>
              <a:uFillTx/>
              <a:latin typeface="游明朝"/>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1" name="PlaceHolder 1"/>
          <p:cNvSpPr>
            <a:spLocks noGrp="1"/>
          </p:cNvSpPr>
          <p:nvPr>
            <p:ph type="sldImg"/>
          </p:nvPr>
        </p:nvSpPr>
        <p:spPr>
          <a:xfrm>
            <a:off x="698400" y="741240"/>
            <a:ext cx="5339880" cy="3696840"/>
          </a:xfrm>
          <a:prstGeom prst="rect">
            <a:avLst/>
          </a:prstGeom>
          <a:ln w="0">
            <a:noFill/>
          </a:ln>
        </p:spPr>
      </p:sp>
      <p:sp>
        <p:nvSpPr>
          <p:cNvPr id="562" name="PlaceHolder 2"/>
          <p:cNvSpPr>
            <a:spLocks noGrp="1"/>
          </p:cNvSpPr>
          <p:nvPr>
            <p:ph type="body"/>
          </p:nvPr>
        </p:nvSpPr>
        <p:spPr>
          <a:xfrm>
            <a:off x="674640" y="4686480"/>
            <a:ext cx="5385960" cy="4438440"/>
          </a:xfrm>
          <a:prstGeom prst="rect">
            <a:avLst/>
          </a:prstGeom>
          <a:noFill/>
          <a:ln w="9360">
            <a:noFill/>
          </a:ln>
        </p:spPr>
        <p:txBody>
          <a:bodyPr numCol="1" spcCol="0" lIns="90720" rIns="90720" tIns="45360" bIns="45360" anchor="t">
            <a:noAutofit/>
          </a:bodyPr>
          <a:p>
            <a:pPr indent="0">
              <a:lnSpc>
                <a:spcPct val="100000"/>
              </a:lnSpc>
              <a:buNone/>
            </a:pPr>
            <a:r>
              <a:rPr b="0" lang="ja-JP" sz="1600" strike="noStrike" u="none">
                <a:solidFill>
                  <a:srgbClr val="000000"/>
                </a:solidFill>
                <a:effectLst/>
                <a:uFillTx/>
                <a:latin typeface="ＭＳ Ｐゴシック"/>
                <a:ea typeface="ＭＳ Ｐゴシック"/>
              </a:rPr>
              <a:t>〔</a:t>
            </a:r>
            <a:r>
              <a:rPr b="0" lang="ja-JP" sz="1600" strike="noStrike" u="none">
                <a:solidFill>
                  <a:srgbClr val="000000"/>
                </a:solidFill>
                <a:effectLst/>
                <a:uFillTx/>
                <a:latin typeface="ＭＳ Ｐゴシック"/>
                <a:ea typeface="ＭＳ Ｐゴシック"/>
              </a:rPr>
              <a:t>狙い〕</a:t>
            </a:r>
            <a:endParaRPr b="0" lang="en-US" sz="1600" strike="noStrike" u="none">
              <a:solidFill>
                <a:srgbClr val="000000"/>
              </a:solidFill>
              <a:effectLst/>
              <a:uFillTx/>
              <a:latin typeface="Arial"/>
            </a:endParaRPr>
          </a:p>
          <a:p>
            <a:pPr indent="0">
              <a:lnSpc>
                <a:spcPct val="100000"/>
              </a:lnSpc>
              <a:buNone/>
            </a:pPr>
            <a:r>
              <a:rPr b="0" lang="ja-JP" sz="1600" strike="noStrike" u="none">
                <a:solidFill>
                  <a:srgbClr val="000000"/>
                </a:solidFill>
                <a:effectLst/>
                <a:uFillTx/>
                <a:latin typeface="ＭＳ Ｐゴシック"/>
                <a:ea typeface="ＭＳ Ｐゴシック"/>
              </a:rPr>
              <a:t>特許権が発生した場合の効力について説明する。</a:t>
            </a:r>
            <a:endParaRPr b="0" lang="en-US" sz="1600" strike="noStrike" u="none">
              <a:solidFill>
                <a:srgbClr val="000000"/>
              </a:solidFill>
              <a:effectLst/>
              <a:uFillTx/>
              <a:latin typeface="Arial"/>
            </a:endParaRPr>
          </a:p>
          <a:p>
            <a:pPr indent="0">
              <a:lnSpc>
                <a:spcPct val="100000"/>
              </a:lnSpc>
              <a:buNone/>
            </a:pPr>
            <a:endParaRPr b="0" lang="en-US" sz="1600" strike="noStrike" u="none">
              <a:solidFill>
                <a:srgbClr val="000000"/>
              </a:solidFill>
              <a:effectLst/>
              <a:uFillTx/>
              <a:latin typeface="Arial"/>
            </a:endParaRPr>
          </a:p>
          <a:p>
            <a:pPr indent="0">
              <a:lnSpc>
                <a:spcPct val="100000"/>
              </a:lnSpc>
              <a:buNone/>
            </a:pPr>
            <a:r>
              <a:rPr b="0" lang="ja-JP" sz="1600" strike="noStrike" u="none">
                <a:solidFill>
                  <a:srgbClr val="000000"/>
                </a:solidFill>
                <a:effectLst/>
                <a:uFillTx/>
                <a:latin typeface="ＭＳ Ｐゴシック"/>
                <a:ea typeface="ＭＳ Ｐゴシック"/>
              </a:rPr>
              <a:t>〔説明〕</a:t>
            </a:r>
            <a:endParaRPr b="0" lang="en-US" sz="1600" strike="noStrike" u="none">
              <a:solidFill>
                <a:srgbClr val="000000"/>
              </a:solidFill>
              <a:effectLst/>
              <a:uFillTx/>
              <a:latin typeface="Arial"/>
            </a:endParaRPr>
          </a:p>
          <a:p>
            <a:pPr indent="0">
              <a:lnSpc>
                <a:spcPct val="100000"/>
              </a:lnSpc>
              <a:buNone/>
            </a:pPr>
            <a:r>
              <a:rPr b="0" lang="ja-JP" sz="1600" strike="noStrike" u="none">
                <a:solidFill>
                  <a:srgbClr val="000000"/>
                </a:solidFill>
                <a:effectLst/>
                <a:uFillTx/>
                <a:latin typeface="ＭＳ Ｐゴシック"/>
                <a:ea typeface="ＭＳ Ｐゴシック"/>
              </a:rPr>
              <a:t>　特許権が成立した後、その権利にはどのような効力があるかを説明する。</a:t>
            </a:r>
            <a:endParaRPr b="0" lang="en-US" sz="1600" strike="noStrike" u="none">
              <a:solidFill>
                <a:srgbClr val="000000"/>
              </a:solidFill>
              <a:effectLst/>
              <a:uFillTx/>
              <a:latin typeface="Arial"/>
            </a:endParaRPr>
          </a:p>
          <a:p>
            <a:pPr indent="0">
              <a:lnSpc>
                <a:spcPct val="100000"/>
              </a:lnSpc>
              <a:buNone/>
            </a:pPr>
            <a:r>
              <a:rPr b="0" lang="ja-JP" sz="1600" strike="noStrike" u="none">
                <a:solidFill>
                  <a:srgbClr val="000000"/>
                </a:solidFill>
                <a:effectLst/>
                <a:uFillTx/>
                <a:latin typeface="ＭＳ Ｐゴシック"/>
                <a:ea typeface="ＭＳ Ｐゴシック"/>
              </a:rPr>
              <a:t>　権利が成立すると、その発明を業として（事業として特許発明を実施すること）実施する権利をもつことになる。</a:t>
            </a:r>
            <a:endParaRPr b="0" lang="en-US" sz="1600" strike="noStrike" u="none">
              <a:solidFill>
                <a:srgbClr val="000000"/>
              </a:solidFill>
              <a:effectLst/>
              <a:uFillTx/>
              <a:latin typeface="Arial"/>
            </a:endParaRPr>
          </a:p>
          <a:p>
            <a:pPr indent="0">
              <a:lnSpc>
                <a:spcPct val="100000"/>
              </a:lnSpc>
              <a:buNone/>
            </a:pPr>
            <a:endParaRPr b="0" lang="en-US" sz="1600" strike="noStrike" u="none">
              <a:solidFill>
                <a:srgbClr val="000000"/>
              </a:solidFill>
              <a:effectLst/>
              <a:uFillTx/>
              <a:latin typeface="Arial"/>
            </a:endParaRPr>
          </a:p>
          <a:p>
            <a:pPr indent="0">
              <a:lnSpc>
                <a:spcPct val="100000"/>
              </a:lnSpc>
              <a:buNone/>
            </a:pPr>
            <a:r>
              <a:rPr b="0" lang="ja-JP" sz="1600" strike="noStrike" u="none">
                <a:solidFill>
                  <a:srgbClr val="000000"/>
                </a:solidFill>
                <a:effectLst/>
                <a:uFillTx/>
                <a:latin typeface="ＭＳ Ｐゴシック"/>
                <a:ea typeface="ＭＳ Ｐゴシック"/>
              </a:rPr>
              <a:t>　これらの効力には、大きく２つ挙げられることを説明する。</a:t>
            </a:r>
            <a:endParaRPr b="0" lang="en-US" sz="1600" strike="noStrike" u="none">
              <a:solidFill>
                <a:srgbClr val="000000"/>
              </a:solidFill>
              <a:effectLst/>
              <a:uFillTx/>
              <a:latin typeface="Arial"/>
            </a:endParaRPr>
          </a:p>
          <a:p>
            <a:pPr indent="0">
              <a:lnSpc>
                <a:spcPct val="100000"/>
              </a:lnSpc>
              <a:buNone/>
            </a:pPr>
            <a:r>
              <a:rPr b="0" lang="ja-JP" sz="1600" strike="noStrike" u="none">
                <a:solidFill>
                  <a:srgbClr val="000000"/>
                </a:solidFill>
                <a:effectLst/>
                <a:uFillTx/>
                <a:latin typeface="ＭＳ Ｐゴシック"/>
                <a:ea typeface="ＭＳ Ｐゴシック"/>
              </a:rPr>
              <a:t>積極的効力：独占的に実施できる。</a:t>
            </a:r>
            <a:endParaRPr b="0" lang="en-US" sz="1600" strike="noStrike" u="none">
              <a:solidFill>
                <a:srgbClr val="000000"/>
              </a:solidFill>
              <a:effectLst/>
              <a:uFillTx/>
              <a:latin typeface="Arial"/>
            </a:endParaRPr>
          </a:p>
          <a:p>
            <a:pPr indent="0">
              <a:lnSpc>
                <a:spcPct val="100000"/>
              </a:lnSpc>
              <a:buNone/>
            </a:pPr>
            <a:r>
              <a:rPr b="0" lang="ja-JP" sz="1600" strike="noStrike" u="none">
                <a:solidFill>
                  <a:srgbClr val="000000"/>
                </a:solidFill>
                <a:effectLst/>
                <a:uFillTx/>
                <a:latin typeface="ＭＳ Ｐゴシック"/>
                <a:ea typeface="ＭＳ Ｐゴシック"/>
              </a:rPr>
              <a:t>消極的効力：他者の実施を排除できる。（排他的効力）</a:t>
            </a:r>
            <a:endParaRPr b="0" lang="en-US" sz="1600" strike="noStrike" u="none">
              <a:solidFill>
                <a:srgbClr val="000000"/>
              </a:solidFill>
              <a:effectLst/>
              <a:uFillTx/>
              <a:latin typeface="Arial"/>
            </a:endParaRPr>
          </a:p>
          <a:p>
            <a:pPr indent="0">
              <a:lnSpc>
                <a:spcPct val="100000"/>
              </a:lnSpc>
              <a:buNone/>
            </a:pPr>
            <a:endParaRPr b="0" lang="en-US" sz="1600" strike="noStrike" u="none">
              <a:solidFill>
                <a:srgbClr val="000000"/>
              </a:solidFill>
              <a:effectLst/>
              <a:uFillTx/>
              <a:latin typeface="Arial"/>
            </a:endParaRPr>
          </a:p>
          <a:p>
            <a:pPr indent="0">
              <a:lnSpc>
                <a:spcPct val="100000"/>
              </a:lnSpc>
              <a:buNone/>
            </a:pPr>
            <a:r>
              <a:rPr b="0" lang="ja-JP" sz="1600" strike="noStrike" u="none">
                <a:solidFill>
                  <a:srgbClr val="000000"/>
                </a:solidFill>
                <a:effectLst/>
                <a:uFillTx/>
                <a:latin typeface="ＭＳ Ｐゴシック"/>
                <a:ea typeface="ＭＳ Ｐゴシック"/>
              </a:rPr>
              <a:t>　また、特許権を取得しても、永遠に続くわけではなく、特許制度には、保護期間が定められており、権利の発生する日が設定登録の日であること、保護期間は出願から</a:t>
            </a:r>
            <a:r>
              <a:rPr b="0" lang="en-US" sz="1600" strike="noStrike" u="none">
                <a:solidFill>
                  <a:srgbClr val="000000"/>
                </a:solidFill>
                <a:effectLst/>
                <a:uFillTx/>
                <a:latin typeface="ＭＳ Ｐゴシック"/>
                <a:ea typeface="ＭＳ Ｐゴシック"/>
              </a:rPr>
              <a:t>20</a:t>
            </a:r>
            <a:r>
              <a:rPr b="0" lang="ja-JP" sz="1600" strike="noStrike" u="none">
                <a:solidFill>
                  <a:srgbClr val="000000"/>
                </a:solidFill>
                <a:effectLst/>
                <a:uFillTx/>
                <a:latin typeface="ＭＳ Ｐゴシック"/>
                <a:ea typeface="ＭＳ Ｐゴシック"/>
              </a:rPr>
              <a:t>年とされていることを説明する。</a:t>
            </a:r>
            <a:endParaRPr b="0" lang="en-US" sz="1600" strike="noStrike" u="none">
              <a:solidFill>
                <a:srgbClr val="000000"/>
              </a:solidFill>
              <a:effectLst/>
              <a:uFillTx/>
              <a:latin typeface="Arial"/>
            </a:endParaRPr>
          </a:p>
          <a:p>
            <a:pPr indent="0">
              <a:lnSpc>
                <a:spcPct val="100000"/>
              </a:lnSpc>
              <a:buNone/>
            </a:pPr>
            <a:r>
              <a:rPr b="0" lang="ja-JP" sz="1600" strike="noStrike" u="none">
                <a:solidFill>
                  <a:srgbClr val="000000"/>
                </a:solidFill>
                <a:effectLst/>
                <a:uFillTx/>
                <a:latin typeface="ＭＳ Ｐゴシック"/>
                <a:ea typeface="ＭＳ Ｐゴシック"/>
              </a:rPr>
              <a:t>　しかし、権利者が特許権を放棄する場合には、</a:t>
            </a:r>
            <a:r>
              <a:rPr b="0" lang="en-US" sz="1600" strike="noStrike" u="none">
                <a:solidFill>
                  <a:srgbClr val="000000"/>
                </a:solidFill>
                <a:effectLst/>
                <a:uFillTx/>
                <a:latin typeface="ＭＳ Ｐゴシック"/>
                <a:ea typeface="ＭＳ Ｐゴシック"/>
              </a:rPr>
              <a:t>20</a:t>
            </a:r>
            <a:r>
              <a:rPr b="0" lang="ja-JP" sz="1600" strike="noStrike" u="none">
                <a:solidFill>
                  <a:srgbClr val="000000"/>
                </a:solidFill>
                <a:effectLst/>
                <a:uFillTx/>
                <a:latin typeface="ＭＳ Ｐゴシック"/>
                <a:ea typeface="ＭＳ Ｐゴシック"/>
              </a:rPr>
              <a:t>年よりも早い時期に権利が消滅し、自由に実施することや、医薬品分野においては、存続期間延長制度が認められており、利用した場合最大</a:t>
            </a:r>
            <a:r>
              <a:rPr b="0" lang="en-US" sz="1600" strike="noStrike" u="none">
                <a:solidFill>
                  <a:srgbClr val="000000"/>
                </a:solidFill>
                <a:effectLst/>
                <a:uFillTx/>
                <a:latin typeface="ＭＳ Ｐゴシック"/>
                <a:ea typeface="ＭＳ Ｐゴシック"/>
              </a:rPr>
              <a:t>25</a:t>
            </a:r>
            <a:r>
              <a:rPr b="0" lang="ja-JP" sz="1600" strike="noStrike" u="none">
                <a:solidFill>
                  <a:srgbClr val="000000"/>
                </a:solidFill>
                <a:effectLst/>
                <a:uFillTx/>
                <a:latin typeface="ＭＳ Ｐゴシック"/>
                <a:ea typeface="ＭＳ Ｐゴシック"/>
              </a:rPr>
              <a:t>年まで保護されることについても触れる。</a:t>
            </a:r>
            <a:endParaRPr b="0" lang="en-US" sz="1600" strike="noStrike" u="none">
              <a:solidFill>
                <a:srgbClr val="000000"/>
              </a:solidFill>
              <a:effectLst/>
              <a:uFillTx/>
              <a:latin typeface="Arial"/>
            </a:endParaRPr>
          </a:p>
          <a:p>
            <a:pPr indent="0">
              <a:lnSpc>
                <a:spcPct val="100000"/>
              </a:lnSpc>
              <a:buNone/>
            </a:pPr>
            <a:endParaRPr b="0" lang="en-US" sz="1600" strike="noStrike" u="none">
              <a:solidFill>
                <a:srgbClr val="000000"/>
              </a:solidFill>
              <a:effectLst/>
              <a:uFillTx/>
              <a:latin typeface="Arial"/>
            </a:endParaRPr>
          </a:p>
          <a:p>
            <a:pPr indent="0">
              <a:lnSpc>
                <a:spcPct val="100000"/>
              </a:lnSpc>
              <a:buNone/>
            </a:pPr>
            <a:endParaRPr b="0" lang="en-US" sz="1600" strike="noStrike" u="none">
              <a:solidFill>
                <a:srgbClr val="000000"/>
              </a:solidFill>
              <a:effectLst/>
              <a:uFillTx/>
              <a:latin typeface="Arial"/>
            </a:endParaRPr>
          </a:p>
        </p:txBody>
      </p:sp>
      <p:sp>
        <p:nvSpPr>
          <p:cNvPr id="563" name="PlaceHolder 3"/>
          <p:cNvSpPr>
            <a:spLocks noGrp="1"/>
          </p:cNvSpPr>
          <p:nvPr>
            <p:ph type="sldNum" idx="150"/>
          </p:nvPr>
        </p:nvSpPr>
        <p:spPr>
          <a:xfrm>
            <a:off x="3814920" y="9371160"/>
            <a:ext cx="2918880" cy="493200"/>
          </a:xfrm>
          <a:prstGeom prst="rect">
            <a:avLst/>
          </a:prstGeom>
          <a:noFill/>
          <a:ln w="9360">
            <a:noFill/>
          </a:ln>
        </p:spPr>
        <p:txBody>
          <a:bodyPr numCol="1" spcCol="0" lIns="90720" rIns="90720" tIns="45360" bIns="45360" anchor="b">
            <a:noAutofit/>
          </a:bodyPr>
          <a:lstStyle>
            <a:lvl1pPr indent="0" algn="r" defTabSz="906480">
              <a:lnSpc>
                <a:spcPct val="100000"/>
              </a:lnSpc>
              <a:buNone/>
              <a:defRPr b="0" lang="en-US" sz="1200" strike="noStrike" u="none">
                <a:solidFill>
                  <a:srgbClr val="000000"/>
                </a:solidFill>
                <a:effectLst/>
                <a:uFillTx/>
                <a:latin typeface="Calibri"/>
                <a:ea typeface="ＭＳ Ｐゴシック"/>
              </a:defRPr>
            </a:lvl1pPr>
          </a:lstStyle>
          <a:p>
            <a:pPr indent="0" algn="r" defTabSz="906480">
              <a:lnSpc>
                <a:spcPct val="100000"/>
              </a:lnSpc>
              <a:buNone/>
            </a:pPr>
            <a:fld id="{E0A0A973-E15B-4DC1-B787-0F47EDE6BBC2}" type="slidenum">
              <a:rPr b="0" lang="en-US" sz="1200" strike="noStrike" u="none">
                <a:solidFill>
                  <a:srgbClr val="000000"/>
                </a:solidFill>
                <a:effectLst/>
                <a:uFillTx/>
                <a:latin typeface="Calibri"/>
                <a:ea typeface="ＭＳ Ｐゴシック"/>
              </a:rPr>
              <a:t>10</a:t>
            </a:fld>
            <a:endParaRPr b="0" lang="en-US" sz="1200" strike="noStrike" u="none">
              <a:solidFill>
                <a:srgbClr val="000000"/>
              </a:solidFill>
              <a:effectLst/>
              <a:uFillTx/>
              <a:latin typeface="游明朝"/>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5.pn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5.pn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5.pn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5.pn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5.pn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5.png"/>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5.png"/>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5.png"/>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5.png"/>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5.png"/><Relationship Id="rId3" Type="http://schemas.openxmlformats.org/officeDocument/2006/relationships/image" Target="../media/image4.png"/>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5.png"/>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5.png"/>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Relationship Id="rId2" Type="http://schemas.openxmlformats.org/officeDocument/2006/relationships/image" Target="../media/image5.png"/>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2.xml"/><Relationship Id="rId2" Type="http://schemas.openxmlformats.org/officeDocument/2006/relationships/image" Target="../media/image5.png"/>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2.xml"/><Relationship Id="rId2" Type="http://schemas.openxmlformats.org/officeDocument/2006/relationships/image" Target="../media/image5.png"/>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2.xml"/><Relationship Id="rId2" Type="http://schemas.openxmlformats.org/officeDocument/2006/relationships/image" Target="../media/image5.png"/>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22.xml"/><Relationship Id="rId2" Type="http://schemas.openxmlformats.org/officeDocument/2006/relationships/image" Target="../media/image5.png"/>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22.xml"/><Relationship Id="rId2" Type="http://schemas.openxmlformats.org/officeDocument/2006/relationships/image" Target="../media/image5.png"/>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22.xml"/><Relationship Id="rId2" Type="http://schemas.openxmlformats.org/officeDocument/2006/relationships/image" Target="../media/image5.png"/>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22.xml"/><Relationship Id="rId2" Type="http://schemas.openxmlformats.org/officeDocument/2006/relationships/image" Target="../media/image5.png"/>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22.xml"/><Relationship Id="rId2" Type="http://schemas.openxmlformats.org/officeDocument/2006/relationships/image" Target="../media/image5.png"/>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22.xml"/><Relationship Id="rId2" Type="http://schemas.openxmlformats.org/officeDocument/2006/relationships/image" Target="../media/image5.png"/><Relationship Id="rId3" Type="http://schemas.openxmlformats.org/officeDocument/2006/relationships/image" Target="../media/image4.png"/>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22.xml"/><Relationship Id="rId2" Type="http://schemas.openxmlformats.org/officeDocument/2006/relationships/image" Target="../media/image5.png"/>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22.xml"/><Relationship Id="rId2" Type="http://schemas.openxmlformats.org/officeDocument/2006/relationships/image" Target="../media/image5.png"/>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4.xml"/><Relationship Id="rId2" Type="http://schemas.openxmlformats.org/officeDocument/2006/relationships/image" Target="../media/image5.png"/>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4.xml"/><Relationship Id="rId2" Type="http://schemas.openxmlformats.org/officeDocument/2006/relationships/image" Target="../media/image5.png"/>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4.xml"/><Relationship Id="rId2" Type="http://schemas.openxmlformats.org/officeDocument/2006/relationships/image" Target="../media/image5.png"/>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34.xml"/><Relationship Id="rId2" Type="http://schemas.openxmlformats.org/officeDocument/2006/relationships/image" Target="../media/image5.png"/>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34.xml"/><Relationship Id="rId2" Type="http://schemas.openxmlformats.org/officeDocument/2006/relationships/image" Target="../media/image5.png"/>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34.xml"/><Relationship Id="rId2" Type="http://schemas.openxmlformats.org/officeDocument/2006/relationships/image" Target="../media/image5.png"/>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34.xml"/><Relationship Id="rId2" Type="http://schemas.openxmlformats.org/officeDocument/2006/relationships/image" Target="../media/image5.png"/>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34.xml"/><Relationship Id="rId2" Type="http://schemas.openxmlformats.org/officeDocument/2006/relationships/image" Target="../media/image5.png"/>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34.xml"/><Relationship Id="rId2" Type="http://schemas.openxmlformats.org/officeDocument/2006/relationships/image" Target="../media/image5.png"/>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34.xml"/><Relationship Id="rId2" Type="http://schemas.openxmlformats.org/officeDocument/2006/relationships/image" Target="../media/image5.png"/><Relationship Id="rId3" Type="http://schemas.openxmlformats.org/officeDocument/2006/relationships/image" Target="../media/image4.png"/>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34.xml"/><Relationship Id="rId2" Type="http://schemas.openxmlformats.org/officeDocument/2006/relationships/image" Target="../media/image5.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标题幻灯片">
    <p:bg>
      <p:bgPr>
        <a:blipFill rotWithShape="0">
          <a:blip r:embed="rId2"/>
          <a:stretch/>
        </a:blipFill>
      </p:bgPr>
    </p:bg>
    <p:spTree>
      <p:nvGrpSpPr>
        <p:cNvPr id="1" name=""/>
        <p:cNvGrpSpPr/>
        <p:nvPr/>
      </p:nvGrpSpPr>
      <p:grpSpPr>
        <a:xfrm>
          <a:off x="0" y="0"/>
          <a:ext cx="0" cy="0"/>
          <a:chOff x="0" y="0"/>
          <a:chExt cx="0" cy="0"/>
        </a:xfrm>
      </p:grpSpPr>
      <p:sp>
        <p:nvSpPr>
          <p:cNvPr id="0" name="Rectangle 6"/>
          <p:cNvSpPr/>
          <p:nvPr/>
        </p:nvSpPr>
        <p:spPr>
          <a:xfrm>
            <a:off x="0" y="5970600"/>
            <a:ext cx="9905760" cy="88704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Tw Cen MT"/>
              <a:ea typeface="ＭＳ Ｐゴシック"/>
            </a:endParaRPr>
          </a:p>
        </p:txBody>
      </p:sp>
      <p:sp>
        <p:nvSpPr>
          <p:cNvPr id="1" name="Rectangle 9"/>
          <p:cNvSpPr/>
          <p:nvPr/>
        </p:nvSpPr>
        <p:spPr>
          <a:xfrm>
            <a:off x="-9360" y="6053040"/>
            <a:ext cx="2436480" cy="7124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Tw Cen MT"/>
              <a:ea typeface="ＭＳ Ｐゴシック"/>
            </a:endParaRPr>
          </a:p>
        </p:txBody>
      </p:sp>
      <p:sp>
        <p:nvSpPr>
          <p:cNvPr id="2" name="Rectangle 10"/>
          <p:cNvSpPr/>
          <p:nvPr/>
        </p:nvSpPr>
        <p:spPr>
          <a:xfrm>
            <a:off x="2556000" y="6043680"/>
            <a:ext cx="7349760" cy="71388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Tw Cen MT"/>
              <a:ea typeface="ＭＳ Ｐゴシック"/>
            </a:endParaRPr>
          </a:p>
        </p:txBody>
      </p:sp>
      <p:sp>
        <p:nvSpPr>
          <p:cNvPr id="3" name="PlaceHolder 1"/>
          <p:cNvSpPr>
            <a:spLocks noGrp="1"/>
          </p:cNvSpPr>
          <p:nvPr>
            <p:ph type="title"/>
          </p:nvPr>
        </p:nvSpPr>
        <p:spPr>
          <a:xfrm>
            <a:off x="2558880" y="4038480"/>
            <a:ext cx="7016400" cy="1828440"/>
          </a:xfrm>
          <a:prstGeom prst="rect">
            <a:avLst/>
          </a:prstGeom>
          <a:noFill/>
          <a:ln w="9360">
            <a:noFill/>
          </a:ln>
        </p:spPr>
        <p:txBody>
          <a:bodyPr numCol="1" spcCol="0" lIns="91440" rIns="91440" tIns="45720" bIns="45720" anchor="b">
            <a:noAutofit/>
          </a:bodyPr>
          <a:p>
            <a:pPr indent="0">
              <a:lnSpc>
                <a:spcPct val="100000"/>
              </a:lnSpc>
              <a:buNone/>
            </a:pPr>
            <a:r>
              <a:rPr b="0" lang="ja-JP" sz="4400" strike="noStrike" u="none" cap="all">
                <a:solidFill>
                  <a:schemeClr val="dk1"/>
                </a:solidFill>
                <a:effectLst/>
                <a:uFillTx/>
                <a:latin typeface="ＭＳ Ｐゴシック"/>
                <a:ea typeface="ＭＳ Ｐゴシック"/>
              </a:rPr>
              <a:t>マスター タイトルの書式設定</a:t>
            </a:r>
            <a:endParaRPr b="0" lang="en-US" sz="4400" strike="noStrike" u="none">
              <a:solidFill>
                <a:schemeClr val="dk1"/>
              </a:solidFill>
              <a:effectLst/>
              <a:uFillTx/>
              <a:latin typeface="Tw Cen MT"/>
            </a:endParaRPr>
          </a:p>
        </p:txBody>
      </p:sp>
      <p:sp>
        <p:nvSpPr>
          <p:cNvPr id="4" name="PlaceHolder 2"/>
          <p:cNvSpPr>
            <a:spLocks noGrp="1"/>
          </p:cNvSpPr>
          <p:nvPr>
            <p:ph type="dt" idx="1"/>
          </p:nvPr>
        </p:nvSpPr>
        <p:spPr>
          <a:xfrm>
            <a:off x="82440" y="6068880"/>
            <a:ext cx="2228400" cy="685440"/>
          </a:xfrm>
          <a:prstGeom prst="rect">
            <a:avLst/>
          </a:prstGeom>
          <a:noFill/>
          <a:ln w="0">
            <a:noFill/>
          </a:ln>
        </p:spPr>
        <p:txBody>
          <a:bodyPr numCol="1" spcCol="0" lIns="91440" rIns="91440" tIns="45720" bIns="45720" anchor="ctr">
            <a:noAutofit/>
          </a:bodyPr>
          <a:lstStyle>
            <a:lvl1pPr indent="0" algn="ctr">
              <a:lnSpc>
                <a:spcPct val="100000"/>
              </a:lnSpc>
              <a:buNone/>
              <a:defRPr b="0" lang="en-US" sz="2000" strike="noStrike" u="none">
                <a:solidFill>
                  <a:schemeClr val="dk2"/>
                </a:solidFill>
                <a:effectLst/>
                <a:uFillTx/>
                <a:latin typeface="ＭＳ Ｐゴシック"/>
                <a:ea typeface="ＭＳ Ｐゴシック"/>
              </a:defRPr>
            </a:lvl1pPr>
          </a:lstStyle>
          <a:p>
            <a:pPr indent="0" algn="ctr">
              <a:lnSpc>
                <a:spcPct val="100000"/>
              </a:lnSpc>
              <a:buNone/>
            </a:pPr>
            <a:r>
              <a:rPr b="0" lang="en-US" sz="2000" strike="noStrike" u="none">
                <a:solidFill>
                  <a:schemeClr val="dk2"/>
                </a:solidFill>
                <a:effectLst/>
                <a:uFillTx/>
                <a:latin typeface="ＭＳ Ｐゴシック"/>
                <a:ea typeface="ＭＳ Ｐゴシック"/>
              </a:rPr>
              <a:t> </a:t>
            </a:r>
            <a:endParaRPr b="0" lang="en-US" sz="2000" strike="noStrike" u="none">
              <a:solidFill>
                <a:srgbClr val="000000"/>
              </a:solidFill>
              <a:effectLst/>
              <a:uFillTx/>
              <a:latin typeface="游明朝"/>
            </a:endParaRPr>
          </a:p>
        </p:txBody>
      </p:sp>
      <p:sp>
        <p:nvSpPr>
          <p:cNvPr id="5" name="PlaceHolder 3"/>
          <p:cNvSpPr>
            <a:spLocks noGrp="1"/>
          </p:cNvSpPr>
          <p:nvPr>
            <p:ph type="ftr" idx="2"/>
          </p:nvPr>
        </p:nvSpPr>
        <p:spPr>
          <a:xfrm>
            <a:off x="2259000" y="236520"/>
            <a:ext cx="6356160" cy="364680"/>
          </a:xfrm>
          <a:prstGeom prst="rect">
            <a:avLst/>
          </a:prstGeom>
          <a:noFill/>
          <a:ln w="0">
            <a:noFill/>
          </a:ln>
        </p:spPr>
        <p:txBody>
          <a:bodyPr numCol="1" spcCol="0" lIns="91440" rIns="91440" tIns="45720" bIns="45720" anchor="ctr">
            <a:noAutofit/>
          </a:bodyPr>
          <a:lstStyle>
            <a:lvl1pPr indent="0" algn="ctr">
              <a:buNone/>
              <a:defRPr b="0" lang="en-US" sz="1400" strike="noStrike" u="none">
                <a:solidFill>
                  <a:srgbClr val="000000"/>
                </a:solidFill>
                <a:effectLst/>
                <a:uFillTx/>
                <a:latin typeface="游明朝"/>
              </a:defRPr>
            </a:lvl1pPr>
          </a:lstStyle>
          <a:p>
            <a:pPr indent="0" algn="ctr">
              <a:buNone/>
            </a:pPr>
            <a:r>
              <a:rPr b="0" lang="en-US" sz="1400" strike="noStrike" u="none">
                <a:solidFill>
                  <a:srgbClr val="000000"/>
                </a:solidFill>
                <a:effectLst/>
                <a:uFillTx/>
                <a:latin typeface="游明朝"/>
              </a:rPr>
              <a:t> </a:t>
            </a:r>
            <a:endParaRPr b="0" lang="en-US" sz="1400" strike="noStrike" u="none">
              <a:solidFill>
                <a:srgbClr val="000000"/>
              </a:solidFill>
              <a:effectLst/>
              <a:uFillTx/>
              <a:latin typeface="游明朝"/>
            </a:endParaRPr>
          </a:p>
        </p:txBody>
      </p:sp>
      <p:sp>
        <p:nvSpPr>
          <p:cNvPr id="6" name="PlaceHolder 4"/>
          <p:cNvSpPr>
            <a:spLocks noGrp="1"/>
          </p:cNvSpPr>
          <p:nvPr>
            <p:ph type="sldNum" idx="3"/>
          </p:nvPr>
        </p:nvSpPr>
        <p:spPr>
          <a:xfrm>
            <a:off x="8667720" y="228600"/>
            <a:ext cx="907560" cy="380520"/>
          </a:xfrm>
          <a:prstGeom prst="rect">
            <a:avLst/>
          </a:prstGeom>
          <a:noFill/>
          <a:ln w="0">
            <a:noFill/>
          </a:ln>
        </p:spPr>
        <p:txBody>
          <a:bodyPr numCol="1" spcCol="0" lIns="91440" rIns="91440" tIns="45720" bIns="45720" anchor="ctr">
            <a:noAutofit/>
          </a:bodyPr>
          <a:lstStyle>
            <a:lvl1pPr indent="0" algn="ctr">
              <a:lnSpc>
                <a:spcPct val="100000"/>
              </a:lnSpc>
              <a:buNone/>
              <a:defRPr b="1" lang="en-US" sz="1400" strike="noStrike" u="none">
                <a:solidFill>
                  <a:schemeClr val="dk2"/>
                </a:solidFill>
                <a:effectLst/>
                <a:uFillTx/>
                <a:latin typeface="Tw Cen MT"/>
                <a:ea typeface="ＭＳ Ｐゴシック"/>
              </a:defRPr>
            </a:lvl1pPr>
          </a:lstStyle>
          <a:p>
            <a:pPr indent="0" algn="ctr">
              <a:lnSpc>
                <a:spcPct val="100000"/>
              </a:lnSpc>
              <a:buNone/>
            </a:pPr>
            <a:fld id="{4E1DBFA5-81DB-4637-8050-658B8F24B765}" type="slidenum">
              <a:rPr b="1" lang="en-US" sz="1400" strike="noStrike" u="none">
                <a:solidFill>
                  <a:schemeClr val="dk2"/>
                </a:solidFill>
                <a:effectLst/>
                <a:uFillTx/>
                <a:latin typeface="Tw Cen MT"/>
                <a:ea typeface="ＭＳ Ｐゴシック"/>
              </a:rPr>
              <a:t>1</a:t>
            </a:fld>
            <a:endParaRPr b="0" lang="en-US" sz="1400" strike="noStrike" u="none">
              <a:solidFill>
                <a:srgbClr val="000000"/>
              </a:solidFill>
              <a:effectLst/>
              <a:uFillTx/>
              <a:latin typeface="游明朝"/>
            </a:endParaRPr>
          </a:p>
        </p:txBody>
      </p:sp>
      <p:sp>
        <p:nvSpPr>
          <p:cNvPr id="7" name="PlaceHolder 5"/>
          <p:cNvSpPr>
            <a:spLocks noGrp="1"/>
          </p:cNvSpPr>
          <p:nvPr>
            <p:ph type="body"/>
          </p:nvPr>
        </p:nvSpPr>
        <p:spPr>
          <a:xfrm>
            <a:off x="495000" y="1604520"/>
            <a:ext cx="89150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ja-JP" sz="2900" strike="noStrike" u="none">
                <a:solidFill>
                  <a:schemeClr val="dk1"/>
                </a:solidFill>
                <a:effectLst/>
                <a:uFillTx/>
                <a:latin typeface="ＭＳ Ｐゴシック"/>
              </a:rPr>
              <a:t>クリックしてアウトラインのテキストを編集</a:t>
            </a:r>
            <a:endParaRPr b="0" lang="en-US" sz="2900" strike="noStrike" u="none">
              <a:solidFill>
                <a:schemeClr val="dk1"/>
              </a:solidFill>
              <a:effectLst/>
              <a:uFillTx/>
              <a:latin typeface="ＭＳ Ｐゴシック"/>
            </a:endParaRPr>
          </a:p>
          <a:p>
            <a:pPr lvl="1" marL="864000" indent="-324000">
              <a:spcBef>
                <a:spcPts val="1134"/>
              </a:spcBef>
              <a:buClr>
                <a:srgbClr val="000000"/>
              </a:buClr>
              <a:buSzPct val="75000"/>
              <a:buFont typeface="Symbol" charset="2"/>
              <a:buChar char=""/>
            </a:pPr>
            <a:r>
              <a:rPr b="0" lang="ja-JP" sz="2300" strike="noStrike" u="none">
                <a:solidFill>
                  <a:schemeClr val="dk1"/>
                </a:solidFill>
                <a:effectLst/>
                <a:uFillTx/>
                <a:latin typeface="ＭＳ Ｐゴシック"/>
              </a:rPr>
              <a:t>第</a:t>
            </a:r>
            <a:r>
              <a:rPr b="0" lang="en-US" sz="2300" strike="noStrike" u="none">
                <a:solidFill>
                  <a:schemeClr val="dk1"/>
                </a:solidFill>
                <a:effectLst/>
                <a:uFillTx/>
                <a:latin typeface="ＭＳ Ｐゴシック"/>
              </a:rPr>
              <a:t>2</a:t>
            </a:r>
            <a:r>
              <a:rPr b="0" lang="ja-JP" sz="2300" strike="noStrike" u="none">
                <a:solidFill>
                  <a:schemeClr val="dk1"/>
                </a:solidFill>
                <a:effectLst/>
                <a:uFillTx/>
                <a:latin typeface="ＭＳ Ｐゴシック"/>
              </a:rPr>
              <a:t>レベル アウトライン</a:t>
            </a:r>
            <a:endParaRPr b="0" lang="en-US" sz="2300" strike="noStrike" u="none">
              <a:solidFill>
                <a:schemeClr val="dk1"/>
              </a:solidFill>
              <a:effectLst/>
              <a:uFillTx/>
              <a:latin typeface="ＭＳ Ｐゴシック"/>
            </a:endParaRPr>
          </a:p>
          <a:p>
            <a:pPr lvl="2" marL="1296000" indent="-288000">
              <a:spcBef>
                <a:spcPts val="850"/>
              </a:spcBef>
              <a:buClr>
                <a:srgbClr val="000000"/>
              </a:buClr>
              <a:buSzPct val="45000"/>
              <a:buFont typeface="Wingdings" charset="2"/>
              <a:buChar char=""/>
            </a:pPr>
            <a:r>
              <a:rPr b="0" lang="ja-JP" sz="2000" strike="noStrike" u="none">
                <a:solidFill>
                  <a:schemeClr val="dk1"/>
                </a:solidFill>
                <a:effectLst/>
                <a:uFillTx/>
                <a:latin typeface="ＭＳ Ｐゴシック"/>
              </a:rPr>
              <a:t>第</a:t>
            </a:r>
            <a:r>
              <a:rPr b="0" lang="en-US" sz="2000" strike="noStrike" u="none">
                <a:solidFill>
                  <a:schemeClr val="dk1"/>
                </a:solidFill>
                <a:effectLst/>
                <a:uFillTx/>
                <a:latin typeface="ＭＳ Ｐゴシック"/>
              </a:rPr>
              <a:t>3</a:t>
            </a:r>
            <a:r>
              <a:rPr b="0" lang="ja-JP" sz="2000" strike="noStrike" u="none">
                <a:solidFill>
                  <a:schemeClr val="dk1"/>
                </a:solidFill>
                <a:effectLst/>
                <a:uFillTx/>
                <a:latin typeface="ＭＳ Ｐゴシック"/>
              </a:rPr>
              <a:t>レベル アウトライン</a:t>
            </a:r>
            <a:endParaRPr b="0" lang="en-US" sz="2000" strike="noStrike" u="none">
              <a:solidFill>
                <a:schemeClr val="dk1"/>
              </a:solidFill>
              <a:effectLst/>
              <a:uFillTx/>
              <a:latin typeface="ＭＳ Ｐゴシック"/>
            </a:endParaRPr>
          </a:p>
          <a:p>
            <a:pPr lvl="3" marL="1728000" indent="-216000">
              <a:spcBef>
                <a:spcPts val="567"/>
              </a:spcBef>
              <a:buClr>
                <a:srgbClr val="000000"/>
              </a:buClr>
              <a:buSzPct val="75000"/>
              <a:buFont typeface="Symbol" charset="2"/>
              <a:buChar char=""/>
            </a:pPr>
            <a:r>
              <a:rPr b="0" lang="ja-JP" sz="2000" strike="noStrike" u="none">
                <a:solidFill>
                  <a:schemeClr val="dk1"/>
                </a:solidFill>
                <a:effectLst/>
                <a:uFillTx/>
                <a:latin typeface="ＭＳ Ｐゴシック"/>
              </a:rPr>
              <a:t>第</a:t>
            </a:r>
            <a:r>
              <a:rPr b="0" lang="en-US" sz="2000" strike="noStrike" u="none">
                <a:solidFill>
                  <a:schemeClr val="dk1"/>
                </a:solidFill>
                <a:effectLst/>
                <a:uFillTx/>
                <a:latin typeface="ＭＳ Ｐゴシック"/>
              </a:rPr>
              <a:t>4</a:t>
            </a:r>
            <a:r>
              <a:rPr b="0" lang="ja-JP" sz="2000" strike="noStrike" u="none">
                <a:solidFill>
                  <a:schemeClr val="dk1"/>
                </a:solidFill>
                <a:effectLst/>
                <a:uFillTx/>
                <a:latin typeface="ＭＳ Ｐゴシック"/>
              </a:rPr>
              <a:t>レベル アウトライン</a:t>
            </a:r>
            <a:endParaRPr b="0" lang="en-US" sz="2000" strike="noStrike" u="none">
              <a:solidFill>
                <a:schemeClr val="dk1"/>
              </a:solidFill>
              <a:effectLst/>
              <a:uFillTx/>
              <a:latin typeface="ＭＳ Ｐゴシック"/>
            </a:endParaRPr>
          </a:p>
          <a:p>
            <a:pPr lvl="4" marL="2160000" indent="-216000">
              <a:spcBef>
                <a:spcPts val="283"/>
              </a:spcBef>
              <a:buClr>
                <a:srgbClr val="000000"/>
              </a:buClr>
              <a:buSzPct val="45000"/>
              <a:buFont typeface="Wingdings" charset="2"/>
              <a:buChar char=""/>
            </a:pPr>
            <a:r>
              <a:rPr b="0" lang="ja-JP" sz="2000" strike="noStrike" u="none">
                <a:solidFill>
                  <a:schemeClr val="dk1"/>
                </a:solidFill>
                <a:effectLst/>
                <a:uFillTx/>
                <a:latin typeface="ＭＳ Ｐゴシック"/>
              </a:rPr>
              <a:t>第</a:t>
            </a:r>
            <a:r>
              <a:rPr b="0" lang="en-US" sz="2000" strike="noStrike" u="none">
                <a:solidFill>
                  <a:schemeClr val="dk1"/>
                </a:solidFill>
                <a:effectLst/>
                <a:uFillTx/>
                <a:latin typeface="ＭＳ Ｐゴシック"/>
              </a:rPr>
              <a:t>5</a:t>
            </a:r>
            <a:r>
              <a:rPr b="0" lang="ja-JP" sz="2000" strike="noStrike" u="none">
                <a:solidFill>
                  <a:schemeClr val="dk1"/>
                </a:solidFill>
                <a:effectLst/>
                <a:uFillTx/>
                <a:latin typeface="ＭＳ Ｐゴシック"/>
              </a:rPr>
              <a:t>レベル アウトライン</a:t>
            </a:r>
            <a:endParaRPr b="0" lang="en-US" sz="2000" strike="noStrike" u="none">
              <a:solidFill>
                <a:schemeClr val="dk1"/>
              </a:solidFill>
              <a:effectLst/>
              <a:uFillTx/>
              <a:latin typeface="ＭＳ Ｐゴシック"/>
            </a:endParaRPr>
          </a:p>
          <a:p>
            <a:pPr lvl="5" marL="2592000" indent="-216000">
              <a:spcBef>
                <a:spcPts val="283"/>
              </a:spcBef>
              <a:buClr>
                <a:srgbClr val="000000"/>
              </a:buClr>
              <a:buSzPct val="45000"/>
              <a:buFont typeface="Wingdings" charset="2"/>
              <a:buChar char=""/>
            </a:pPr>
            <a:r>
              <a:rPr b="0" lang="ja-JP" sz="2000" strike="noStrike" u="none">
                <a:solidFill>
                  <a:schemeClr val="dk1"/>
                </a:solidFill>
                <a:effectLst/>
                <a:uFillTx/>
                <a:latin typeface="ＭＳ Ｐゴシック"/>
              </a:rPr>
              <a:t>第</a:t>
            </a:r>
            <a:r>
              <a:rPr b="0" lang="en-US" sz="2000" strike="noStrike" u="none">
                <a:solidFill>
                  <a:schemeClr val="dk1"/>
                </a:solidFill>
                <a:effectLst/>
                <a:uFillTx/>
                <a:latin typeface="ＭＳ Ｐゴシック"/>
              </a:rPr>
              <a:t>6</a:t>
            </a:r>
            <a:r>
              <a:rPr b="0" lang="ja-JP" sz="2000" strike="noStrike" u="none">
                <a:solidFill>
                  <a:schemeClr val="dk1"/>
                </a:solidFill>
                <a:effectLst/>
                <a:uFillTx/>
                <a:latin typeface="ＭＳ Ｐゴシック"/>
              </a:rPr>
              <a:t>レベル アウトライン</a:t>
            </a:r>
            <a:endParaRPr b="0" lang="en-US" sz="2000" strike="noStrike" u="none">
              <a:solidFill>
                <a:schemeClr val="dk1"/>
              </a:solidFill>
              <a:effectLst/>
              <a:uFillTx/>
              <a:latin typeface="ＭＳ Ｐゴシック"/>
            </a:endParaRPr>
          </a:p>
          <a:p>
            <a:pPr lvl="6" marL="3024000" indent="-216000">
              <a:spcBef>
                <a:spcPts val="283"/>
              </a:spcBef>
              <a:buClr>
                <a:srgbClr val="000000"/>
              </a:buClr>
              <a:buSzPct val="45000"/>
              <a:buFont typeface="Wingdings" charset="2"/>
              <a:buChar char=""/>
            </a:pPr>
            <a:r>
              <a:rPr b="0" lang="ja-JP" sz="2000" strike="noStrike" u="none">
                <a:solidFill>
                  <a:schemeClr val="dk1"/>
                </a:solidFill>
                <a:effectLst/>
                <a:uFillTx/>
                <a:latin typeface="ＭＳ Ｐゴシック"/>
              </a:rPr>
              <a:t>第</a:t>
            </a:r>
            <a:r>
              <a:rPr b="0" lang="en-US" sz="2000" strike="noStrike" u="none">
                <a:solidFill>
                  <a:schemeClr val="dk1"/>
                </a:solidFill>
                <a:effectLst/>
                <a:uFillTx/>
                <a:latin typeface="ＭＳ Ｐゴシック"/>
              </a:rPr>
              <a:t>7</a:t>
            </a:r>
            <a:r>
              <a:rPr b="0" lang="ja-JP" sz="2000" strike="noStrike" u="none">
                <a:solidFill>
                  <a:schemeClr val="dk1"/>
                </a:solidFill>
                <a:effectLst/>
                <a:uFillTx/>
                <a:latin typeface="ＭＳ Ｐゴシック"/>
              </a:rPr>
              <a:t>レベル アウトライン</a:t>
            </a:r>
            <a:endParaRPr b="0" lang="en-US" sz="2000" strike="noStrike" u="none">
              <a:solidFill>
                <a:schemeClr val="dk1"/>
              </a:solidFill>
              <a:effectLst/>
              <a:uFillTx/>
              <a:latin typeface="ＭＳ Ｐゴシック"/>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标题和内容">
    <p:bg>
      <p:bgPr>
        <a:blipFill rotWithShape="0">
          <a:blip r:embed="rId2"/>
          <a:stretch/>
        </a:blipFill>
      </p:bgPr>
    </p:bg>
    <p:spTree>
      <p:nvGrpSpPr>
        <p:cNvPr id="1" name=""/>
        <p:cNvGrpSpPr/>
        <p:nvPr/>
      </p:nvGrpSpPr>
      <p:grpSpPr>
        <a:xfrm>
          <a:off x="0" y="0"/>
          <a:ext cx="0" cy="0"/>
          <a:chOff x="0" y="0"/>
          <a:chExt cx="0" cy="0"/>
        </a:xfrm>
      </p:grpSpPr>
      <p:sp>
        <p:nvSpPr>
          <p:cNvPr id="8" name="Rectangle 6"/>
          <p:cNvSpPr/>
          <p:nvPr/>
        </p:nvSpPr>
        <p:spPr>
          <a:xfrm>
            <a:off x="0" y="836640"/>
            <a:ext cx="9905760" cy="31860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Tw Cen MT"/>
              <a:ea typeface="ＭＳ Ｐゴシック"/>
            </a:endParaRPr>
          </a:p>
        </p:txBody>
      </p:sp>
      <p:sp>
        <p:nvSpPr>
          <p:cNvPr id="9" name="Rectangle 7"/>
          <p:cNvSpPr/>
          <p:nvPr/>
        </p:nvSpPr>
        <p:spPr>
          <a:xfrm>
            <a:off x="0" y="907920"/>
            <a:ext cx="577440" cy="2282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Tw Cen MT"/>
              <a:ea typeface="ＭＳ Ｐゴシック"/>
            </a:endParaRPr>
          </a:p>
        </p:txBody>
      </p:sp>
      <p:sp>
        <p:nvSpPr>
          <p:cNvPr id="10" name="Rectangle 8"/>
          <p:cNvSpPr/>
          <p:nvPr/>
        </p:nvSpPr>
        <p:spPr>
          <a:xfrm>
            <a:off x="639720" y="907920"/>
            <a:ext cx="9266040" cy="22824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Tw Cen MT"/>
              <a:ea typeface="ＭＳ Ｐゴシック"/>
            </a:endParaRPr>
          </a:p>
        </p:txBody>
      </p:sp>
      <p:sp>
        <p:nvSpPr>
          <p:cNvPr id="11" name="PlaceHolder 1"/>
          <p:cNvSpPr>
            <a:spLocks noGrp="1"/>
          </p:cNvSpPr>
          <p:nvPr>
            <p:ph type="title"/>
          </p:nvPr>
        </p:nvSpPr>
        <p:spPr>
          <a:xfrm>
            <a:off x="663840" y="0"/>
            <a:ext cx="9241920" cy="907560"/>
          </a:xfrm>
          <a:prstGeom prst="rect">
            <a:avLst/>
          </a:prstGeom>
          <a:noFill/>
          <a:ln w="9360">
            <a:noFill/>
          </a:ln>
        </p:spPr>
        <p:txBody>
          <a:bodyPr numCol="1" spcCol="0" lIns="91440" rIns="91440" tIns="45720" bIns="45720" anchor="ctr">
            <a:noAutofit/>
          </a:bodyPr>
          <a:p>
            <a:pPr indent="0">
              <a:lnSpc>
                <a:spcPct val="100000"/>
              </a:lnSpc>
              <a:buNone/>
            </a:pPr>
            <a:r>
              <a:rPr b="0" lang="ja-JP" sz="3600" strike="noStrike" u="none">
                <a:solidFill>
                  <a:schemeClr val="dk1"/>
                </a:solidFill>
                <a:effectLst/>
                <a:uFillTx/>
                <a:latin typeface="ＭＳ Ｐゴシック"/>
                <a:ea typeface="ＭＳ Ｐゴシック"/>
              </a:rPr>
              <a:t>マスター タイトルの書式設定</a:t>
            </a:r>
            <a:endParaRPr b="0" lang="en-US" sz="3600" strike="noStrike" u="none">
              <a:solidFill>
                <a:schemeClr val="dk1"/>
              </a:solidFill>
              <a:effectLst/>
              <a:uFillTx/>
              <a:latin typeface="Tw Cen MT"/>
            </a:endParaRPr>
          </a:p>
        </p:txBody>
      </p:sp>
      <p:sp>
        <p:nvSpPr>
          <p:cNvPr id="12" name="PlaceHolder 2"/>
          <p:cNvSpPr>
            <a:spLocks noGrp="1"/>
          </p:cNvSpPr>
          <p:nvPr>
            <p:ph type="body"/>
          </p:nvPr>
        </p:nvSpPr>
        <p:spPr>
          <a:xfrm>
            <a:off x="663840" y="1600200"/>
            <a:ext cx="8832600" cy="4495320"/>
          </a:xfrm>
          <a:prstGeom prst="rect">
            <a:avLst/>
          </a:prstGeom>
          <a:noFill/>
          <a:ln w="9360">
            <a:noFill/>
          </a:ln>
        </p:spPr>
        <p:txBody>
          <a:bodyPr numCol="1" spcCol="0" lIns="91440" rIns="91440" tIns="45720" bIns="45720" anchor="t">
            <a:noAutofit/>
          </a:bodyPr>
          <a:p>
            <a:pPr marL="318960" indent="-318960">
              <a:lnSpc>
                <a:spcPct val="100000"/>
              </a:lnSpc>
              <a:spcBef>
                <a:spcPts val="700"/>
              </a:spcBef>
              <a:buClr>
                <a:srgbClr val="feb80a"/>
              </a:buClr>
              <a:buSzPct val="60000"/>
              <a:buFont typeface="Wingdings" charset="2"/>
              <a:buChar char=""/>
            </a:pPr>
            <a:r>
              <a:rPr b="0" lang="ja-JP" sz="2900" strike="noStrike" u="none">
                <a:solidFill>
                  <a:schemeClr val="dk1"/>
                </a:solidFill>
                <a:effectLst/>
                <a:uFillTx/>
                <a:latin typeface="ＭＳ Ｐゴシック"/>
                <a:ea typeface="ＭＳ Ｐゴシック"/>
              </a:rPr>
              <a:t>マスター テキストの書式設定</a:t>
            </a:r>
            <a:endParaRPr b="0" lang="en-US" sz="2900" strike="noStrike" u="none">
              <a:solidFill>
                <a:schemeClr val="dk1"/>
              </a:solidFill>
              <a:effectLst/>
              <a:uFillTx/>
              <a:latin typeface="ＭＳ Ｐゴシック"/>
            </a:endParaRPr>
          </a:p>
          <a:p>
            <a:pPr lvl="1" marL="639720" indent="-272880">
              <a:lnSpc>
                <a:spcPct val="100000"/>
              </a:lnSpc>
              <a:spcBef>
                <a:spcPts val="550"/>
              </a:spcBef>
              <a:buClr>
                <a:srgbClr val="3891a7"/>
              </a:buClr>
              <a:buSzPct val="70000"/>
              <a:buFont typeface="Wingdings 2" charset="2"/>
              <a:buChar char=""/>
            </a:pPr>
            <a:r>
              <a:rPr b="0" lang="ja-JP" sz="2600" strike="noStrike" u="none">
                <a:solidFill>
                  <a:schemeClr val="dk1"/>
                </a:solidFill>
                <a:effectLst/>
                <a:uFillTx/>
                <a:latin typeface="ＭＳ Ｐゴシック"/>
                <a:ea typeface="ＭＳ Ｐゴシック"/>
              </a:rPr>
              <a:t>第 </a:t>
            </a:r>
            <a:r>
              <a:rPr b="0" lang="en-US" sz="2600" strike="noStrike" u="none">
                <a:solidFill>
                  <a:schemeClr val="dk1"/>
                </a:solidFill>
                <a:effectLst/>
                <a:uFillTx/>
                <a:latin typeface="ＭＳ Ｐゴシック"/>
                <a:ea typeface="ＭＳ Ｐゴシック"/>
              </a:rPr>
              <a:t>2 </a:t>
            </a:r>
            <a:r>
              <a:rPr b="0" lang="ja-JP" sz="2600" strike="noStrike" u="none">
                <a:solidFill>
                  <a:schemeClr val="dk1"/>
                </a:solidFill>
                <a:effectLst/>
                <a:uFillTx/>
                <a:latin typeface="ＭＳ Ｐゴシック"/>
                <a:ea typeface="ＭＳ Ｐゴシック"/>
              </a:rPr>
              <a:t>レベル</a:t>
            </a:r>
            <a:endParaRPr b="0" lang="en-US" sz="2600" strike="noStrike" u="none">
              <a:solidFill>
                <a:schemeClr val="dk1"/>
              </a:solidFill>
              <a:effectLst/>
              <a:uFillTx/>
              <a:latin typeface="ＭＳ Ｐゴシック"/>
            </a:endParaRPr>
          </a:p>
          <a:p>
            <a:pPr lvl="2" marL="914400" indent="-228600">
              <a:lnSpc>
                <a:spcPct val="100000"/>
              </a:lnSpc>
              <a:spcBef>
                <a:spcPts val="499"/>
              </a:spcBef>
              <a:buClr>
                <a:srgbClr val="feb80a"/>
              </a:buClr>
              <a:buSzPct val="75000"/>
              <a:buFont typeface="Wingdings" charset="2"/>
              <a:buChar char=""/>
            </a:pPr>
            <a:r>
              <a:rPr b="0" lang="ja-JP" sz="2300" strike="noStrike" u="none">
                <a:solidFill>
                  <a:schemeClr val="dk1"/>
                </a:solidFill>
                <a:effectLst/>
                <a:uFillTx/>
                <a:latin typeface="ＭＳ Ｐゴシック"/>
                <a:ea typeface="ＭＳ Ｐゴシック"/>
              </a:rPr>
              <a:t>第 </a:t>
            </a:r>
            <a:r>
              <a:rPr b="0" lang="en-US" sz="2300" strike="noStrike" u="none">
                <a:solidFill>
                  <a:schemeClr val="dk1"/>
                </a:solidFill>
                <a:effectLst/>
                <a:uFillTx/>
                <a:latin typeface="ＭＳ Ｐゴシック"/>
                <a:ea typeface="ＭＳ Ｐゴシック"/>
              </a:rPr>
              <a:t>3 </a:t>
            </a:r>
            <a:r>
              <a:rPr b="0" lang="ja-JP" sz="2300" strike="noStrike" u="none">
                <a:solidFill>
                  <a:schemeClr val="dk1"/>
                </a:solidFill>
                <a:effectLst/>
                <a:uFillTx/>
                <a:latin typeface="ＭＳ Ｐゴシック"/>
                <a:ea typeface="ＭＳ Ｐゴシック"/>
              </a:rPr>
              <a:t>レベル</a:t>
            </a:r>
            <a:endParaRPr b="0" lang="en-US" sz="2300" strike="noStrike" u="none">
              <a:solidFill>
                <a:schemeClr val="dk1"/>
              </a:solidFill>
              <a:effectLst/>
              <a:uFillTx/>
              <a:latin typeface="ＭＳ Ｐゴシック"/>
            </a:endParaRPr>
          </a:p>
          <a:p>
            <a:pPr lvl="3" marL="1371600" indent="-228600">
              <a:lnSpc>
                <a:spcPct val="100000"/>
              </a:lnSpc>
              <a:spcBef>
                <a:spcPts val="400"/>
              </a:spcBef>
              <a:buClr>
                <a:srgbClr val="c32d2e"/>
              </a:buClr>
              <a:buSzPct val="7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4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a:p>
            <a:pPr lvl="4" marL="1828800" indent="-228600">
              <a:lnSpc>
                <a:spcPct val="100000"/>
              </a:lnSpc>
              <a:spcBef>
                <a:spcPts val="400"/>
              </a:spcBef>
              <a:buClr>
                <a:srgbClr val="84aa33"/>
              </a:buClr>
              <a:buSzPct val="6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5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p:txBody>
      </p:sp>
      <p:sp>
        <p:nvSpPr>
          <p:cNvPr id="13" name="PlaceHolder 3"/>
          <p:cNvSpPr>
            <a:spLocks noGrp="1"/>
          </p:cNvSpPr>
          <p:nvPr>
            <p:ph type="dt" idx="4"/>
          </p:nvPr>
        </p:nvSpPr>
        <p:spPr>
          <a:xfrm>
            <a:off x="6603840" y="6248520"/>
            <a:ext cx="2889000" cy="364680"/>
          </a:xfrm>
          <a:prstGeom prst="rect">
            <a:avLst/>
          </a:prstGeom>
          <a:noFill/>
          <a:ln w="0">
            <a:noFill/>
          </a:ln>
        </p:spPr>
        <p:txBody>
          <a:bodyPr numCol="1" spcCol="0" lIns="91440" rIns="91440" tIns="45720" bIns="45720" anchor="ctr">
            <a:noAutofit/>
          </a:bodyPr>
          <a:lstStyle>
            <a:lvl1pPr indent="0">
              <a:lnSpc>
                <a:spcPct val="100000"/>
              </a:lnSpc>
              <a:buNone/>
              <a:defRPr b="0" lang="en-US" sz="1400" strike="noStrike" u="none">
                <a:solidFill>
                  <a:schemeClr val="dk2"/>
                </a:solidFill>
                <a:effectLst/>
                <a:uFillTx/>
                <a:latin typeface="Tw Cen MT"/>
                <a:ea typeface="ＭＳ Ｐゴシック"/>
              </a:defRPr>
            </a:lvl1pPr>
          </a:lstStyle>
          <a:p>
            <a:pPr indent="0">
              <a:lnSpc>
                <a:spcPct val="100000"/>
              </a:lnSpc>
              <a:buNone/>
            </a:pPr>
            <a:r>
              <a:rPr b="0" lang="en-US" sz="1400" strike="noStrike" u="none">
                <a:solidFill>
                  <a:schemeClr val="dk2"/>
                </a:solidFill>
                <a:effectLst/>
                <a:uFillTx/>
                <a:latin typeface="Tw Cen MT"/>
                <a:ea typeface="ＭＳ Ｐゴシック"/>
              </a:rPr>
              <a:t>&lt;日付/時刻&gt;</a:t>
            </a:r>
            <a:endParaRPr b="0" lang="en-US" sz="1400" strike="noStrike" u="none">
              <a:solidFill>
                <a:srgbClr val="000000"/>
              </a:solidFill>
              <a:effectLst/>
              <a:uFillTx/>
              <a:latin typeface="游明朝"/>
            </a:endParaRPr>
          </a:p>
        </p:txBody>
      </p:sp>
      <p:sp>
        <p:nvSpPr>
          <p:cNvPr id="14" name="PlaceHolder 4"/>
          <p:cNvSpPr>
            <a:spLocks noGrp="1"/>
          </p:cNvSpPr>
          <p:nvPr>
            <p:ph type="ftr" idx="5"/>
          </p:nvPr>
        </p:nvSpPr>
        <p:spPr>
          <a:xfrm>
            <a:off x="660240" y="6248520"/>
            <a:ext cx="5871960" cy="364680"/>
          </a:xfrm>
          <a:prstGeom prst="rect">
            <a:avLst/>
          </a:prstGeom>
          <a:noFill/>
          <a:ln w="0">
            <a:noFill/>
          </a:ln>
        </p:spPr>
        <p:txBody>
          <a:bodyPr numCol="1" spcCol="0" lIns="91440" rIns="91440" tIns="45720" bIns="45720" anchor="ctr">
            <a:noAutofit/>
          </a:bodyPr>
          <a:lstStyle>
            <a:lvl1pPr indent="0" algn="ctr">
              <a:buNone/>
              <a:defRPr b="0" lang="en-US" sz="1400" strike="noStrike" u="none">
                <a:solidFill>
                  <a:srgbClr val="000000"/>
                </a:solidFill>
                <a:effectLst/>
                <a:uFillTx/>
                <a:latin typeface="游明朝"/>
              </a:defRPr>
            </a:lvl1pPr>
          </a:lstStyle>
          <a:p>
            <a:pPr indent="0" algn="ctr">
              <a:buNone/>
            </a:pPr>
            <a:r>
              <a:rPr b="0" lang="en-US" sz="1400" strike="noStrike" u="none">
                <a:solidFill>
                  <a:srgbClr val="000000"/>
                </a:solidFill>
                <a:effectLst/>
                <a:uFillTx/>
                <a:latin typeface="游明朝"/>
              </a:rPr>
              <a:t>&lt;フッター&gt;</a:t>
            </a:r>
            <a:endParaRPr b="0" lang="en-US" sz="1400" strike="noStrike" u="none">
              <a:solidFill>
                <a:srgbClr val="000000"/>
              </a:solidFill>
              <a:effectLst/>
              <a:uFillTx/>
              <a:latin typeface="游明朝"/>
            </a:endParaRPr>
          </a:p>
        </p:txBody>
      </p:sp>
      <p:sp>
        <p:nvSpPr>
          <p:cNvPr id="15" name="PlaceHolder 5"/>
          <p:cNvSpPr>
            <a:spLocks noGrp="1"/>
          </p:cNvSpPr>
          <p:nvPr>
            <p:ph type="sldNum" idx="6"/>
          </p:nvPr>
        </p:nvSpPr>
        <p:spPr>
          <a:xfrm>
            <a:off x="0" y="1844640"/>
            <a:ext cx="577440" cy="244080"/>
          </a:xfrm>
          <a:prstGeom prst="rect">
            <a:avLst/>
          </a:prstGeom>
          <a:noFill/>
          <a:ln w="0">
            <a:noFill/>
          </a:ln>
        </p:spPr>
        <p:txBody>
          <a:bodyPr numCol="1" spcCol="0" lIns="91440" rIns="91440" tIns="45720" bIns="45720" anchor="ctr">
            <a:noAutofit/>
          </a:bodyPr>
          <a:lstStyle>
            <a:lvl1pPr indent="0" algn="ctr">
              <a:lnSpc>
                <a:spcPct val="100000"/>
              </a:lnSpc>
              <a:buNone/>
              <a:defRPr b="1" lang="en-US" sz="1400" strike="noStrike" u="none">
                <a:solidFill>
                  <a:schemeClr val="dk2"/>
                </a:solidFill>
                <a:effectLst/>
                <a:uFillTx/>
                <a:latin typeface="Tw Cen MT"/>
                <a:ea typeface="ＭＳ Ｐゴシック"/>
              </a:defRPr>
            </a:lvl1pPr>
          </a:lstStyle>
          <a:p>
            <a:pPr indent="0" algn="ctr">
              <a:lnSpc>
                <a:spcPct val="100000"/>
              </a:lnSpc>
              <a:buNone/>
            </a:pPr>
            <a:fld id="{497AFD29-3496-4362-ACD9-DB21F6349508}" type="slidenum">
              <a:rPr b="1" lang="en-US" sz="1400" strike="noStrike" u="none">
                <a:solidFill>
                  <a:schemeClr val="dk2"/>
                </a:solidFill>
                <a:effectLst/>
                <a:uFillTx/>
                <a:latin typeface="Tw Cen MT"/>
                <a:ea typeface="ＭＳ Ｐゴシック"/>
              </a:rPr>
              <a:t>&lt;番号&gt;</a:t>
            </a:fld>
            <a:endParaRPr b="0" lang="en-US" sz="1400" strike="noStrike" u="none">
              <a:solidFill>
                <a:srgbClr val="000000"/>
              </a:solidFill>
              <a:effectLst/>
              <a:uFillTx/>
              <a:latin typeface="游明朝"/>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节标题">
    <p:bg>
      <p:bgPr>
        <a:blipFill rotWithShape="0">
          <a:blip r:embed="rId2"/>
          <a:stretch/>
        </a:blipFill>
      </p:bgPr>
    </p:bg>
    <p:spTree>
      <p:nvGrpSpPr>
        <p:cNvPr id="1" name=""/>
        <p:cNvGrpSpPr/>
        <p:nvPr/>
      </p:nvGrpSpPr>
      <p:grpSpPr>
        <a:xfrm>
          <a:off x="0" y="0"/>
          <a:ext cx="0" cy="0"/>
          <a:chOff x="0" y="0"/>
          <a:chExt cx="0" cy="0"/>
        </a:xfrm>
      </p:grpSpPr>
      <p:sp>
        <p:nvSpPr>
          <p:cNvPr id="16" name="Rectangle 6"/>
          <p:cNvSpPr/>
          <p:nvPr/>
        </p:nvSpPr>
        <p:spPr>
          <a:xfrm>
            <a:off x="0" y="1523880"/>
            <a:ext cx="9905760" cy="114264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Tw Cen MT"/>
              <a:ea typeface="ＭＳ Ｐゴシック"/>
            </a:endParaRPr>
          </a:p>
        </p:txBody>
      </p:sp>
      <p:sp>
        <p:nvSpPr>
          <p:cNvPr id="17" name="Rectangle 7"/>
          <p:cNvSpPr/>
          <p:nvPr/>
        </p:nvSpPr>
        <p:spPr>
          <a:xfrm>
            <a:off x="0" y="1600200"/>
            <a:ext cx="1402920" cy="99036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Tw Cen MT"/>
              <a:ea typeface="ＭＳ Ｐゴシック"/>
            </a:endParaRPr>
          </a:p>
        </p:txBody>
      </p:sp>
      <p:sp>
        <p:nvSpPr>
          <p:cNvPr id="18" name="Rectangle 8"/>
          <p:cNvSpPr/>
          <p:nvPr/>
        </p:nvSpPr>
        <p:spPr>
          <a:xfrm>
            <a:off x="1486080" y="1600200"/>
            <a:ext cx="8419680" cy="99036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Tw Cen MT"/>
              <a:ea typeface="ＭＳ Ｐゴシック"/>
            </a:endParaRPr>
          </a:p>
        </p:txBody>
      </p:sp>
      <p:sp>
        <p:nvSpPr>
          <p:cNvPr id="19" name="PlaceHolder 1"/>
          <p:cNvSpPr>
            <a:spLocks noGrp="1"/>
          </p:cNvSpPr>
          <p:nvPr>
            <p:ph type="body"/>
          </p:nvPr>
        </p:nvSpPr>
        <p:spPr>
          <a:xfrm>
            <a:off x="1486080" y="2743200"/>
            <a:ext cx="7716240" cy="1672920"/>
          </a:xfrm>
          <a:prstGeom prst="rect">
            <a:avLst/>
          </a:prstGeom>
          <a:noFill/>
          <a:ln w="9360">
            <a:noFill/>
          </a:ln>
        </p:spPr>
        <p:txBody>
          <a:bodyPr numCol="1" spcCol="0" lIns="91440" rIns="91440" tIns="45720" bIns="45720" anchor="t">
            <a:noAutofit/>
          </a:bodyPr>
          <a:p>
            <a:pPr marL="318960" indent="-318960">
              <a:lnSpc>
                <a:spcPct val="100000"/>
              </a:lnSpc>
              <a:spcBef>
                <a:spcPts val="700"/>
              </a:spcBef>
              <a:buNone/>
              <a:tabLst>
                <a:tab algn="l" pos="0"/>
              </a:tabLst>
            </a:pPr>
            <a:r>
              <a:rPr b="0" lang="ja-JP" sz="2800" strike="noStrike" u="none">
                <a:solidFill>
                  <a:schemeClr val="dk2"/>
                </a:solidFill>
                <a:effectLst/>
                <a:uFillTx/>
                <a:latin typeface="ＭＳ Ｐゴシック"/>
                <a:ea typeface="ＭＳ Ｐゴシック"/>
              </a:rPr>
              <a:t>マスター テキストの書式設定</a:t>
            </a:r>
            <a:endParaRPr b="0" lang="en-US" sz="2800" strike="noStrike" u="none">
              <a:solidFill>
                <a:schemeClr val="dk1"/>
              </a:solidFill>
              <a:effectLst/>
              <a:uFillTx/>
              <a:latin typeface="ＭＳ Ｐゴシック"/>
            </a:endParaRPr>
          </a:p>
        </p:txBody>
      </p:sp>
      <p:sp>
        <p:nvSpPr>
          <p:cNvPr id="20" name="PlaceHolder 2"/>
          <p:cNvSpPr>
            <a:spLocks noGrp="1"/>
          </p:cNvSpPr>
          <p:nvPr>
            <p:ph type="title"/>
          </p:nvPr>
        </p:nvSpPr>
        <p:spPr>
          <a:xfrm>
            <a:off x="1486080" y="1600200"/>
            <a:ext cx="8254800" cy="990360"/>
          </a:xfrm>
          <a:prstGeom prst="rect">
            <a:avLst/>
          </a:prstGeom>
          <a:noFill/>
          <a:ln w="9360">
            <a:noFill/>
          </a:ln>
        </p:spPr>
        <p:txBody>
          <a:bodyPr numCol="1" spcCol="0" lIns="91440" rIns="91440" tIns="45720" bIns="45720" anchor="ctr">
            <a:noAutofit/>
          </a:bodyPr>
          <a:p>
            <a:pPr indent="0">
              <a:lnSpc>
                <a:spcPct val="100000"/>
              </a:lnSpc>
              <a:buNone/>
            </a:pPr>
            <a:r>
              <a:rPr b="0" lang="ja-JP" sz="4400" strike="noStrike" u="none">
                <a:solidFill>
                  <a:srgbClr val="ffffff"/>
                </a:solidFill>
                <a:effectLst/>
                <a:uFillTx/>
                <a:latin typeface="ＭＳ Ｐゴシック"/>
                <a:ea typeface="ＭＳ Ｐゴシック"/>
              </a:rPr>
              <a:t>マスター タイトルの書式設定</a:t>
            </a:r>
            <a:endParaRPr b="0" lang="en-US" sz="4400" strike="noStrike" u="none">
              <a:solidFill>
                <a:schemeClr val="dk1"/>
              </a:solidFill>
              <a:effectLst/>
              <a:uFillTx/>
              <a:latin typeface="Tw Cen MT"/>
            </a:endParaRPr>
          </a:p>
        </p:txBody>
      </p:sp>
      <p:sp>
        <p:nvSpPr>
          <p:cNvPr id="21" name="PlaceHolder 3"/>
          <p:cNvSpPr>
            <a:spLocks noGrp="1"/>
          </p:cNvSpPr>
          <p:nvPr>
            <p:ph type="dt" idx="7"/>
          </p:nvPr>
        </p:nvSpPr>
        <p:spPr>
          <a:xfrm>
            <a:off x="6603840" y="6248520"/>
            <a:ext cx="2889000" cy="364680"/>
          </a:xfrm>
          <a:prstGeom prst="rect">
            <a:avLst/>
          </a:prstGeom>
          <a:noFill/>
          <a:ln w="0">
            <a:noFill/>
          </a:ln>
        </p:spPr>
        <p:txBody>
          <a:bodyPr numCol="1" spcCol="0" lIns="91440" rIns="91440" tIns="45720" bIns="45720" anchor="ctr">
            <a:noAutofit/>
          </a:bodyPr>
          <a:lstStyle>
            <a:lvl1pPr indent="0">
              <a:lnSpc>
                <a:spcPct val="100000"/>
              </a:lnSpc>
              <a:buNone/>
              <a:defRPr b="0" lang="en-US" sz="1400" strike="noStrike" u="none">
                <a:solidFill>
                  <a:schemeClr val="dk2"/>
                </a:solidFill>
                <a:effectLst/>
                <a:uFillTx/>
                <a:latin typeface="Tw Cen MT"/>
                <a:ea typeface="ＭＳ Ｐゴシック"/>
              </a:defRPr>
            </a:lvl1pPr>
          </a:lstStyle>
          <a:p>
            <a:pPr indent="0">
              <a:lnSpc>
                <a:spcPct val="100000"/>
              </a:lnSpc>
              <a:buNone/>
            </a:pPr>
            <a:r>
              <a:rPr b="0" lang="en-US" sz="1400" strike="noStrike" u="none">
                <a:solidFill>
                  <a:schemeClr val="dk2"/>
                </a:solidFill>
                <a:effectLst/>
                <a:uFillTx/>
                <a:latin typeface="Tw Cen MT"/>
                <a:ea typeface="ＭＳ Ｐゴシック"/>
              </a:rPr>
              <a:t>&lt;日付/時刻&gt;</a:t>
            </a:r>
            <a:endParaRPr b="0" lang="en-US" sz="1400" strike="noStrike" u="none">
              <a:solidFill>
                <a:srgbClr val="000000"/>
              </a:solidFill>
              <a:effectLst/>
              <a:uFillTx/>
              <a:latin typeface="游明朝"/>
            </a:endParaRPr>
          </a:p>
        </p:txBody>
      </p:sp>
      <p:sp>
        <p:nvSpPr>
          <p:cNvPr id="22" name="PlaceHolder 4"/>
          <p:cNvSpPr>
            <a:spLocks noGrp="1"/>
          </p:cNvSpPr>
          <p:nvPr>
            <p:ph type="sldNum" idx="8"/>
          </p:nvPr>
        </p:nvSpPr>
        <p:spPr>
          <a:xfrm>
            <a:off x="0" y="1752480"/>
            <a:ext cx="1402920" cy="701280"/>
          </a:xfrm>
          <a:prstGeom prst="rect">
            <a:avLst/>
          </a:prstGeom>
          <a:noFill/>
          <a:ln w="0">
            <a:noFill/>
          </a:ln>
        </p:spPr>
        <p:txBody>
          <a:bodyPr numCol="1" spcCol="0" lIns="91440" rIns="91440" tIns="45720" bIns="45720" anchor="ctr">
            <a:noAutofit/>
          </a:bodyPr>
          <a:lstStyle>
            <a:lvl1pPr indent="0" algn="ctr">
              <a:lnSpc>
                <a:spcPct val="100000"/>
              </a:lnSpc>
              <a:buNone/>
              <a:defRPr b="1" lang="en-US" sz="2400" strike="noStrike" u="none">
                <a:solidFill>
                  <a:schemeClr val="dk2"/>
                </a:solidFill>
                <a:effectLst/>
                <a:uFillTx/>
                <a:latin typeface="Tw Cen MT"/>
                <a:ea typeface="ＭＳ Ｐゴシック"/>
              </a:defRPr>
            </a:lvl1pPr>
          </a:lstStyle>
          <a:p>
            <a:pPr indent="0" algn="ctr">
              <a:lnSpc>
                <a:spcPct val="100000"/>
              </a:lnSpc>
              <a:buNone/>
            </a:pPr>
            <a:fld id="{81D36431-89E9-417F-B6C8-A09FB2FF3B39}" type="slidenum">
              <a:rPr b="1" lang="en-US" sz="2400" strike="noStrike" u="none">
                <a:solidFill>
                  <a:schemeClr val="dk2"/>
                </a:solidFill>
                <a:effectLst/>
                <a:uFillTx/>
                <a:latin typeface="Tw Cen MT"/>
                <a:ea typeface="ＭＳ Ｐゴシック"/>
              </a:rPr>
              <a:t>&lt;番号&gt;</a:t>
            </a:fld>
            <a:endParaRPr b="0" lang="en-US" sz="2400" strike="noStrike" u="none">
              <a:solidFill>
                <a:srgbClr val="000000"/>
              </a:solidFill>
              <a:effectLst/>
              <a:uFillTx/>
              <a:latin typeface="游明朝"/>
            </a:endParaRPr>
          </a:p>
        </p:txBody>
      </p:sp>
      <p:sp>
        <p:nvSpPr>
          <p:cNvPr id="23" name="PlaceHolder 5"/>
          <p:cNvSpPr>
            <a:spLocks noGrp="1"/>
          </p:cNvSpPr>
          <p:nvPr>
            <p:ph type="ftr" idx="9"/>
          </p:nvPr>
        </p:nvSpPr>
        <p:spPr>
          <a:xfrm>
            <a:off x="660240" y="6248520"/>
            <a:ext cx="5871960" cy="364680"/>
          </a:xfrm>
          <a:prstGeom prst="rect">
            <a:avLst/>
          </a:prstGeom>
          <a:noFill/>
          <a:ln w="0">
            <a:noFill/>
          </a:ln>
        </p:spPr>
        <p:txBody>
          <a:bodyPr numCol="1" spcCol="0" lIns="91440" rIns="91440" tIns="45720" bIns="45720" anchor="ctr">
            <a:noAutofit/>
          </a:bodyPr>
          <a:lstStyle>
            <a:lvl1pPr indent="0" algn="ctr">
              <a:buNone/>
              <a:defRPr b="0" lang="en-US" sz="1400" strike="noStrike" u="none">
                <a:solidFill>
                  <a:srgbClr val="000000"/>
                </a:solidFill>
                <a:effectLst/>
                <a:uFillTx/>
                <a:latin typeface="游明朝"/>
              </a:defRPr>
            </a:lvl1pPr>
          </a:lstStyle>
          <a:p>
            <a:pPr indent="0" algn="ctr">
              <a:buNone/>
            </a:pPr>
            <a:r>
              <a:rPr b="0" lang="en-US" sz="1400" strike="noStrike" u="none">
                <a:solidFill>
                  <a:srgbClr val="000000"/>
                </a:solidFill>
                <a:effectLst/>
                <a:uFillTx/>
                <a:latin typeface="游明朝"/>
              </a:rPr>
              <a:t>&lt;フッター&gt;</a:t>
            </a:r>
            <a:endParaRPr b="0" lang="en-US" sz="1400" strike="noStrike" u="none">
              <a:solidFill>
                <a:srgbClr val="000000"/>
              </a:solidFill>
              <a:effectLst/>
              <a:uFillTx/>
              <a:latin typeface="游明朝"/>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仅标题">
    <p:bg>
      <p:bgPr>
        <a:blipFill rotWithShape="0">
          <a:blip r:embed="rId2"/>
          <a:stretch/>
        </a:blipFill>
      </p:bgPr>
    </p:bg>
    <p:spTree>
      <p:nvGrpSpPr>
        <p:cNvPr id="1" name=""/>
        <p:cNvGrpSpPr/>
        <p:nvPr/>
      </p:nvGrpSpPr>
      <p:grpSpPr>
        <a:xfrm>
          <a:off x="0" y="0"/>
          <a:ext cx="0" cy="0"/>
          <a:chOff x="0" y="0"/>
          <a:chExt cx="0" cy="0"/>
        </a:xfrm>
      </p:grpSpPr>
      <p:sp>
        <p:nvSpPr>
          <p:cNvPr id="24" name="Rectangle 7"/>
          <p:cNvSpPr/>
          <p:nvPr/>
        </p:nvSpPr>
        <p:spPr>
          <a:xfrm>
            <a:off x="0" y="896760"/>
            <a:ext cx="577440" cy="2282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Tw Cen MT"/>
              <a:ea typeface="ＭＳ Ｐゴシック"/>
            </a:endParaRPr>
          </a:p>
        </p:txBody>
      </p:sp>
      <p:sp>
        <p:nvSpPr>
          <p:cNvPr id="25" name="Rectangle 8"/>
          <p:cNvSpPr/>
          <p:nvPr/>
        </p:nvSpPr>
        <p:spPr>
          <a:xfrm>
            <a:off x="639720" y="907920"/>
            <a:ext cx="9266040" cy="22824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Tw Cen MT"/>
              <a:ea typeface="ＭＳ Ｐゴシック"/>
            </a:endParaRPr>
          </a:p>
        </p:txBody>
      </p:sp>
      <p:sp>
        <p:nvSpPr>
          <p:cNvPr id="26" name="PlaceHolder 1"/>
          <p:cNvSpPr>
            <a:spLocks noGrp="1"/>
          </p:cNvSpPr>
          <p:nvPr>
            <p:ph type="title"/>
          </p:nvPr>
        </p:nvSpPr>
        <p:spPr>
          <a:xfrm>
            <a:off x="660240" y="-9720"/>
            <a:ext cx="9245160" cy="918360"/>
          </a:xfrm>
          <a:prstGeom prst="rect">
            <a:avLst/>
          </a:prstGeom>
          <a:noFill/>
          <a:ln w="9360">
            <a:noFill/>
          </a:ln>
        </p:spPr>
        <p:txBody>
          <a:bodyPr numCol="1" spcCol="0" lIns="91440" rIns="91440" tIns="45720" bIns="45720" anchor="ctr">
            <a:noAutofit/>
          </a:bodyPr>
          <a:p>
            <a:pPr indent="0">
              <a:lnSpc>
                <a:spcPct val="100000"/>
              </a:lnSpc>
              <a:buNone/>
            </a:pPr>
            <a:r>
              <a:rPr b="0" lang="ja-JP" sz="3600" strike="noStrike" u="none">
                <a:solidFill>
                  <a:schemeClr val="dk1"/>
                </a:solidFill>
                <a:effectLst/>
                <a:uFillTx/>
                <a:latin typeface="ＭＳ Ｐゴシック"/>
                <a:ea typeface="ＭＳ Ｐゴシック"/>
              </a:rPr>
              <a:t>マスター タイトルの書式設定</a:t>
            </a:r>
            <a:endParaRPr b="0" lang="en-US" sz="3600" strike="noStrike" u="none">
              <a:solidFill>
                <a:schemeClr val="dk1"/>
              </a:solidFill>
              <a:effectLst/>
              <a:uFillTx/>
              <a:latin typeface="Tw Cen MT"/>
            </a:endParaRPr>
          </a:p>
        </p:txBody>
      </p:sp>
      <p:sp>
        <p:nvSpPr>
          <p:cNvPr id="27" name="PlaceHolder 2"/>
          <p:cNvSpPr>
            <a:spLocks noGrp="1"/>
          </p:cNvSpPr>
          <p:nvPr>
            <p:ph type="dt" idx="10"/>
          </p:nvPr>
        </p:nvSpPr>
        <p:spPr>
          <a:xfrm>
            <a:off x="6603840" y="6248520"/>
            <a:ext cx="2889000" cy="364680"/>
          </a:xfrm>
          <a:prstGeom prst="rect">
            <a:avLst/>
          </a:prstGeom>
          <a:noFill/>
          <a:ln w="0">
            <a:noFill/>
          </a:ln>
        </p:spPr>
        <p:txBody>
          <a:bodyPr numCol="1" spcCol="0" lIns="91440" rIns="91440" tIns="45720" bIns="45720" anchor="ctr">
            <a:noAutofit/>
          </a:bodyPr>
          <a:lstStyle>
            <a:lvl1pPr indent="0">
              <a:lnSpc>
                <a:spcPct val="100000"/>
              </a:lnSpc>
              <a:buNone/>
              <a:defRPr b="0" lang="en-US" sz="1400" strike="noStrike" u="none">
                <a:solidFill>
                  <a:schemeClr val="dk2"/>
                </a:solidFill>
                <a:effectLst/>
                <a:uFillTx/>
                <a:latin typeface="Tw Cen MT"/>
                <a:ea typeface="ＭＳ Ｐゴシック"/>
              </a:defRPr>
            </a:lvl1pPr>
          </a:lstStyle>
          <a:p>
            <a:pPr indent="0">
              <a:lnSpc>
                <a:spcPct val="100000"/>
              </a:lnSpc>
              <a:buNone/>
            </a:pPr>
            <a:r>
              <a:rPr b="0" lang="en-US" sz="1400" strike="noStrike" u="none">
                <a:solidFill>
                  <a:schemeClr val="dk2"/>
                </a:solidFill>
                <a:effectLst/>
                <a:uFillTx/>
                <a:latin typeface="Tw Cen MT"/>
                <a:ea typeface="ＭＳ Ｐゴシック"/>
              </a:rPr>
              <a:t>&lt;日付/時刻&gt;</a:t>
            </a:r>
            <a:endParaRPr b="0" lang="en-US" sz="1400" strike="noStrike" u="none">
              <a:solidFill>
                <a:srgbClr val="000000"/>
              </a:solidFill>
              <a:effectLst/>
              <a:uFillTx/>
              <a:latin typeface="游明朝"/>
            </a:endParaRPr>
          </a:p>
        </p:txBody>
      </p:sp>
      <p:sp>
        <p:nvSpPr>
          <p:cNvPr id="28" name="PlaceHolder 3"/>
          <p:cNvSpPr>
            <a:spLocks noGrp="1"/>
          </p:cNvSpPr>
          <p:nvPr>
            <p:ph type="ftr" idx="11"/>
          </p:nvPr>
        </p:nvSpPr>
        <p:spPr>
          <a:xfrm>
            <a:off x="660240" y="6248520"/>
            <a:ext cx="5871960" cy="364680"/>
          </a:xfrm>
          <a:prstGeom prst="rect">
            <a:avLst/>
          </a:prstGeom>
          <a:noFill/>
          <a:ln w="0">
            <a:noFill/>
          </a:ln>
        </p:spPr>
        <p:txBody>
          <a:bodyPr numCol="1" spcCol="0" lIns="91440" rIns="91440" tIns="45720" bIns="45720" anchor="ctr">
            <a:noAutofit/>
          </a:bodyPr>
          <a:lstStyle>
            <a:lvl1pPr indent="0" algn="ctr">
              <a:buNone/>
              <a:defRPr b="0" lang="en-US" sz="1400" strike="noStrike" u="none">
                <a:solidFill>
                  <a:srgbClr val="000000"/>
                </a:solidFill>
                <a:effectLst/>
                <a:uFillTx/>
                <a:latin typeface="游明朝"/>
              </a:defRPr>
            </a:lvl1pPr>
          </a:lstStyle>
          <a:p>
            <a:pPr indent="0" algn="ctr">
              <a:buNone/>
            </a:pPr>
            <a:r>
              <a:rPr b="0" lang="en-US" sz="1400" strike="noStrike" u="none">
                <a:solidFill>
                  <a:srgbClr val="000000"/>
                </a:solidFill>
                <a:effectLst/>
                <a:uFillTx/>
                <a:latin typeface="游明朝"/>
              </a:rPr>
              <a:t>&lt;フッター&gt;</a:t>
            </a:r>
            <a:endParaRPr b="0" lang="en-US" sz="1400" strike="noStrike" u="none">
              <a:solidFill>
                <a:srgbClr val="000000"/>
              </a:solidFill>
              <a:effectLst/>
              <a:uFillTx/>
              <a:latin typeface="游明朝"/>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空白">
    <p:bg>
      <p:bgPr>
        <a:blipFill rotWithShape="0">
          <a:blip r:embed="rId2"/>
          <a:stretch/>
        </a:blipFill>
      </p:bgPr>
    </p:bg>
    <p:spTree>
      <p:nvGrpSpPr>
        <p:cNvPr id="1" name=""/>
        <p:cNvGrpSpPr/>
        <p:nvPr/>
      </p:nvGrpSpPr>
      <p:grpSpPr>
        <a:xfrm>
          <a:off x="0" y="0"/>
          <a:ext cx="0" cy="0"/>
          <a:chOff x="0" y="0"/>
          <a:chExt cx="0" cy="0"/>
        </a:xfrm>
      </p:grpSpPr>
      <p:sp>
        <p:nvSpPr>
          <p:cNvPr id="29" name="PlaceHolder 1"/>
          <p:cNvSpPr>
            <a:spLocks noGrp="1"/>
          </p:cNvSpPr>
          <p:nvPr>
            <p:ph type="dt" idx="12"/>
          </p:nvPr>
        </p:nvSpPr>
        <p:spPr>
          <a:xfrm>
            <a:off x="6603840" y="6248520"/>
            <a:ext cx="2889000" cy="364680"/>
          </a:xfrm>
          <a:prstGeom prst="rect">
            <a:avLst/>
          </a:prstGeom>
          <a:noFill/>
          <a:ln w="0">
            <a:noFill/>
          </a:ln>
        </p:spPr>
        <p:txBody>
          <a:bodyPr numCol="1" spcCol="0" lIns="91440" rIns="91440" tIns="45720" bIns="45720" anchor="ctr">
            <a:noAutofit/>
          </a:bodyPr>
          <a:lstStyle>
            <a:lvl1pPr indent="0">
              <a:lnSpc>
                <a:spcPct val="100000"/>
              </a:lnSpc>
              <a:buNone/>
              <a:defRPr b="0" lang="en-US" sz="1400" strike="noStrike" u="none">
                <a:solidFill>
                  <a:schemeClr val="dk2"/>
                </a:solidFill>
                <a:effectLst/>
                <a:uFillTx/>
                <a:latin typeface="Tw Cen MT"/>
                <a:ea typeface="ＭＳ Ｐゴシック"/>
              </a:defRPr>
            </a:lvl1pPr>
          </a:lstStyle>
          <a:p>
            <a:pPr indent="0">
              <a:lnSpc>
                <a:spcPct val="100000"/>
              </a:lnSpc>
              <a:buNone/>
            </a:pPr>
            <a:r>
              <a:rPr b="0" lang="en-US" sz="1400" strike="noStrike" u="none">
                <a:solidFill>
                  <a:schemeClr val="dk2"/>
                </a:solidFill>
                <a:effectLst/>
                <a:uFillTx/>
                <a:latin typeface="Tw Cen MT"/>
                <a:ea typeface="ＭＳ Ｐゴシック"/>
              </a:rPr>
              <a:t>&lt;日付/時刻&gt;</a:t>
            </a:r>
            <a:endParaRPr b="0" lang="en-US" sz="1400" strike="noStrike" u="none">
              <a:solidFill>
                <a:srgbClr val="000000"/>
              </a:solidFill>
              <a:effectLst/>
              <a:uFillTx/>
              <a:latin typeface="游明朝"/>
            </a:endParaRPr>
          </a:p>
        </p:txBody>
      </p:sp>
      <p:sp>
        <p:nvSpPr>
          <p:cNvPr id="30" name="PlaceHolder 2"/>
          <p:cNvSpPr>
            <a:spLocks noGrp="1"/>
          </p:cNvSpPr>
          <p:nvPr>
            <p:ph type="ftr" idx="13"/>
          </p:nvPr>
        </p:nvSpPr>
        <p:spPr>
          <a:xfrm>
            <a:off x="660240" y="6248520"/>
            <a:ext cx="5871960" cy="364680"/>
          </a:xfrm>
          <a:prstGeom prst="rect">
            <a:avLst/>
          </a:prstGeom>
          <a:noFill/>
          <a:ln w="0">
            <a:noFill/>
          </a:ln>
        </p:spPr>
        <p:txBody>
          <a:bodyPr numCol="1" spcCol="0" lIns="91440" rIns="91440" tIns="45720" bIns="45720" anchor="ctr">
            <a:noAutofit/>
          </a:bodyPr>
          <a:lstStyle>
            <a:lvl1pPr indent="0" algn="ctr">
              <a:buNone/>
              <a:defRPr b="0" lang="en-US" sz="1400" strike="noStrike" u="none">
                <a:solidFill>
                  <a:srgbClr val="000000"/>
                </a:solidFill>
                <a:effectLst/>
                <a:uFillTx/>
                <a:latin typeface="游明朝"/>
              </a:defRPr>
            </a:lvl1pPr>
          </a:lstStyle>
          <a:p>
            <a:pPr indent="0" algn="ctr">
              <a:buNone/>
            </a:pPr>
            <a:r>
              <a:rPr b="0" lang="en-US" sz="1400" strike="noStrike" u="none">
                <a:solidFill>
                  <a:srgbClr val="000000"/>
                </a:solidFill>
                <a:effectLst/>
                <a:uFillTx/>
                <a:latin typeface="游明朝"/>
              </a:rPr>
              <a:t>&lt;フッター&gt;</a:t>
            </a:r>
            <a:endParaRPr b="0" lang="en-US" sz="1400" strike="noStrike" u="none">
              <a:solidFill>
                <a:srgbClr val="000000"/>
              </a:solidFill>
              <a:effectLst/>
              <a:uFillTx/>
              <a:latin typeface="游明朝"/>
            </a:endParaRPr>
          </a:p>
        </p:txBody>
      </p:sp>
      <p:sp>
        <p:nvSpPr>
          <p:cNvPr id="31" name="PlaceHolder 3"/>
          <p:cNvSpPr>
            <a:spLocks noGrp="1"/>
          </p:cNvSpPr>
          <p:nvPr>
            <p:ph type="sldNum" idx="14"/>
          </p:nvPr>
        </p:nvSpPr>
        <p:spPr>
          <a:xfrm>
            <a:off x="0" y="6248520"/>
            <a:ext cx="577440" cy="380520"/>
          </a:xfrm>
          <a:prstGeom prst="rect">
            <a:avLst/>
          </a:prstGeom>
          <a:noFill/>
          <a:ln w="0">
            <a:noFill/>
          </a:ln>
        </p:spPr>
        <p:txBody>
          <a:bodyPr numCol="1" spcCol="0" lIns="91440" rIns="91440" tIns="45720" bIns="45720" anchor="ctr">
            <a:noAutofit/>
          </a:bodyPr>
          <a:lstStyle>
            <a:lvl1pPr indent="0" algn="ctr">
              <a:lnSpc>
                <a:spcPct val="100000"/>
              </a:lnSpc>
              <a:buNone/>
              <a:defRPr b="1" lang="en-US" sz="1400" strike="noStrike" u="none">
                <a:solidFill>
                  <a:schemeClr val="dk2"/>
                </a:solidFill>
                <a:effectLst/>
                <a:uFillTx/>
                <a:latin typeface="Tw Cen MT"/>
                <a:ea typeface="ＭＳ Ｐゴシック"/>
              </a:defRPr>
            </a:lvl1pPr>
          </a:lstStyle>
          <a:p>
            <a:pPr indent="0" algn="ctr">
              <a:lnSpc>
                <a:spcPct val="100000"/>
              </a:lnSpc>
              <a:buNone/>
            </a:pPr>
            <a:fld id="{0F0B2E5D-B985-4C32-BB25-0331E259DA07}" type="slidenum">
              <a:rPr b="1" lang="en-US" sz="1400" strike="noStrike" u="none">
                <a:solidFill>
                  <a:schemeClr val="dk2"/>
                </a:solidFill>
                <a:effectLst/>
                <a:uFillTx/>
                <a:latin typeface="Tw Cen MT"/>
                <a:ea typeface="ＭＳ Ｐゴシック"/>
              </a:rPr>
              <a:t>&lt;番号&gt;</a:t>
            </a:fld>
            <a:endParaRPr b="0" lang="en-US" sz="1400" strike="noStrike" u="none">
              <a:solidFill>
                <a:srgbClr val="000000"/>
              </a:solidFill>
              <a:effectLst/>
              <a:uFillTx/>
              <a:latin typeface="游明朝"/>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图片与标题">
    <p:bg>
      <p:bgPr>
        <a:blipFill rotWithShape="0">
          <a:blip r:embed="rId2"/>
          <a:stretch/>
        </a:blipFill>
      </p:bgPr>
    </p:bg>
    <p:spTree>
      <p:nvGrpSpPr>
        <p:cNvPr id="1" name=""/>
        <p:cNvGrpSpPr/>
        <p:nvPr/>
      </p:nvGrpSpPr>
      <p:grpSpPr>
        <a:xfrm>
          <a:off x="0" y="0"/>
          <a:ext cx="0" cy="0"/>
          <a:chOff x="0" y="0"/>
          <a:chExt cx="0" cy="0"/>
        </a:xfrm>
      </p:grpSpPr>
      <p:sp>
        <p:nvSpPr>
          <p:cNvPr id="32" name="Rectangle 7"/>
          <p:cNvSpPr/>
          <p:nvPr/>
        </p:nvSpPr>
        <p:spPr>
          <a:xfrm>
            <a:off x="-9360" y="4572000"/>
            <a:ext cx="9905760" cy="88704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Tw Cen MT"/>
              <a:ea typeface="ＭＳ Ｐゴシック"/>
            </a:endParaRPr>
          </a:p>
        </p:txBody>
      </p:sp>
      <p:sp>
        <p:nvSpPr>
          <p:cNvPr id="33" name="Rectangle 8"/>
          <p:cNvSpPr/>
          <p:nvPr/>
        </p:nvSpPr>
        <p:spPr>
          <a:xfrm>
            <a:off x="-9360" y="4664160"/>
            <a:ext cx="1584000" cy="7124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Tw Cen MT"/>
              <a:ea typeface="ＭＳ Ｐゴシック"/>
            </a:endParaRPr>
          </a:p>
        </p:txBody>
      </p:sp>
      <p:sp>
        <p:nvSpPr>
          <p:cNvPr id="34" name="Rectangle 9"/>
          <p:cNvSpPr/>
          <p:nvPr/>
        </p:nvSpPr>
        <p:spPr>
          <a:xfrm>
            <a:off x="1674720" y="4654440"/>
            <a:ext cx="8230680" cy="71244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Tw Cen MT"/>
              <a:ea typeface="ＭＳ Ｐゴシック"/>
            </a:endParaRPr>
          </a:p>
        </p:txBody>
      </p:sp>
      <p:sp>
        <p:nvSpPr>
          <p:cNvPr id="35" name="Rectangle 10"/>
          <p:cNvSpPr/>
          <p:nvPr/>
        </p:nvSpPr>
        <p:spPr>
          <a:xfrm>
            <a:off x="1568520" y="0"/>
            <a:ext cx="109080" cy="686700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Tw Cen MT"/>
              <a:ea typeface="ＭＳ Ｐゴシック"/>
            </a:endParaRPr>
          </a:p>
        </p:txBody>
      </p:sp>
      <p:sp>
        <p:nvSpPr>
          <p:cNvPr id="36" name="PlaceHolder 1"/>
          <p:cNvSpPr>
            <a:spLocks noGrp="1"/>
          </p:cNvSpPr>
          <p:nvPr>
            <p:ph type="body"/>
          </p:nvPr>
        </p:nvSpPr>
        <p:spPr>
          <a:xfrm>
            <a:off x="1733400" y="5486400"/>
            <a:ext cx="7924320" cy="685440"/>
          </a:xfrm>
          <a:prstGeom prst="rect">
            <a:avLst/>
          </a:prstGeom>
          <a:noFill/>
          <a:ln w="9360">
            <a:noFill/>
          </a:ln>
        </p:spPr>
        <p:txBody>
          <a:bodyPr numCol="1" spcCol="0" lIns="91440" rIns="91440" tIns="45720" bIns="45720" anchor="t">
            <a:noAutofit/>
          </a:bodyPr>
          <a:p>
            <a:pPr indent="0">
              <a:lnSpc>
                <a:spcPct val="100000"/>
              </a:lnSpc>
              <a:spcBef>
                <a:spcPts val="700"/>
              </a:spcBef>
              <a:buNone/>
              <a:tabLst>
                <a:tab algn="l" pos="0"/>
              </a:tabLst>
            </a:pPr>
            <a:r>
              <a:rPr b="0" lang="ja-JP" sz="1700" strike="noStrike" u="none">
                <a:solidFill>
                  <a:schemeClr val="dk1"/>
                </a:solidFill>
                <a:effectLst/>
                <a:uFillTx/>
                <a:latin typeface="ＭＳ Ｐゴシック"/>
                <a:ea typeface="ＭＳ Ｐゴシック"/>
              </a:rPr>
              <a:t>マスター テキストの書式設定</a:t>
            </a:r>
            <a:endParaRPr b="0" lang="en-US" sz="1700" strike="noStrike" u="none">
              <a:solidFill>
                <a:schemeClr val="dk1"/>
              </a:solidFill>
              <a:effectLst/>
              <a:uFillTx/>
              <a:latin typeface="ＭＳ Ｐゴシック"/>
            </a:endParaRPr>
          </a:p>
        </p:txBody>
      </p:sp>
      <p:sp>
        <p:nvSpPr>
          <p:cNvPr id="37" name="PlaceHolder 2"/>
          <p:cNvSpPr>
            <a:spLocks noGrp="1"/>
          </p:cNvSpPr>
          <p:nvPr>
            <p:ph type="title"/>
          </p:nvPr>
        </p:nvSpPr>
        <p:spPr>
          <a:xfrm>
            <a:off x="1733400" y="4648320"/>
            <a:ext cx="7924320" cy="685440"/>
          </a:xfrm>
          <a:prstGeom prst="rect">
            <a:avLst/>
          </a:prstGeom>
          <a:noFill/>
          <a:ln w="9360">
            <a:noFill/>
          </a:ln>
        </p:spPr>
        <p:txBody>
          <a:bodyPr numCol="1" spcCol="0" lIns="91440" rIns="91440" tIns="45720" bIns="45720" anchor="ctr">
            <a:noAutofit/>
          </a:bodyPr>
          <a:p>
            <a:pPr indent="0">
              <a:lnSpc>
                <a:spcPct val="100000"/>
              </a:lnSpc>
              <a:buNone/>
            </a:pPr>
            <a:r>
              <a:rPr b="0" lang="ja-JP" sz="2800" strike="noStrike" u="none">
                <a:solidFill>
                  <a:srgbClr val="ffffff"/>
                </a:solidFill>
                <a:effectLst/>
                <a:uFillTx/>
                <a:latin typeface="ＭＳ Ｐゴシック"/>
                <a:ea typeface="ＭＳ Ｐゴシック"/>
              </a:rPr>
              <a:t>マスター タイトルの書式設定</a:t>
            </a:r>
            <a:endParaRPr b="0" lang="en-US" sz="2800" strike="noStrike" u="none">
              <a:solidFill>
                <a:schemeClr val="dk1"/>
              </a:solidFill>
              <a:effectLst/>
              <a:uFillTx/>
              <a:latin typeface="Tw Cen MT"/>
            </a:endParaRPr>
          </a:p>
        </p:txBody>
      </p:sp>
      <p:sp>
        <p:nvSpPr>
          <p:cNvPr id="38" name="PlaceHolder 3"/>
          <p:cNvSpPr>
            <a:spLocks noGrp="1"/>
          </p:cNvSpPr>
          <p:nvPr>
            <p:ph type="body"/>
          </p:nvPr>
        </p:nvSpPr>
        <p:spPr>
          <a:xfrm>
            <a:off x="1690560" y="0"/>
            <a:ext cx="8214840" cy="4568760"/>
          </a:xfrm>
          <a:prstGeom prst="rect">
            <a:avLst/>
          </a:prstGeom>
          <a:solidFill>
            <a:schemeClr val="accent1">
              <a:tint val="40000"/>
            </a:schemeClr>
          </a:solidFill>
          <a:ln w="0">
            <a:noFill/>
          </a:ln>
        </p:spPr>
        <p:txBody>
          <a:bodyPr lIns="90000" rIns="90000" tIns="45000" bIns="45000" anchor="t">
            <a:normAutofit/>
          </a:bodyPr>
          <a:p>
            <a:pPr indent="0">
              <a:lnSpc>
                <a:spcPct val="100000"/>
              </a:lnSpc>
              <a:buNone/>
              <a:tabLst>
                <a:tab algn="l" pos="0"/>
              </a:tabLst>
            </a:pPr>
            <a:r>
              <a:rPr b="0" lang="ja-JP" sz="3200" strike="noStrike" u="none">
                <a:solidFill>
                  <a:schemeClr val="dk1"/>
                </a:solidFill>
                <a:effectLst/>
                <a:uFillTx/>
                <a:latin typeface="Tw Cen MT"/>
                <a:ea typeface="SimSun"/>
              </a:rPr>
              <a:t>アイコンをクリックして図を追加</a:t>
            </a:r>
            <a:endParaRPr b="0" lang="en-US" sz="3200" strike="noStrike" u="none">
              <a:solidFill>
                <a:schemeClr val="dk1"/>
              </a:solidFill>
              <a:effectLst/>
              <a:uFillTx/>
              <a:latin typeface="ＭＳ Ｐゴシック"/>
            </a:endParaRPr>
          </a:p>
        </p:txBody>
      </p:sp>
      <p:sp>
        <p:nvSpPr>
          <p:cNvPr id="39" name="PlaceHolder 4"/>
          <p:cNvSpPr>
            <a:spLocks noGrp="1"/>
          </p:cNvSpPr>
          <p:nvPr>
            <p:ph type="dt" idx="15"/>
          </p:nvPr>
        </p:nvSpPr>
        <p:spPr>
          <a:xfrm>
            <a:off x="6769080" y="6248520"/>
            <a:ext cx="2889000" cy="364680"/>
          </a:xfrm>
          <a:prstGeom prst="rect">
            <a:avLst/>
          </a:prstGeom>
          <a:noFill/>
          <a:ln w="0">
            <a:noFill/>
          </a:ln>
        </p:spPr>
        <p:txBody>
          <a:bodyPr numCol="1" spcCol="0" lIns="91440" rIns="91440" tIns="45720" bIns="45720" anchor="ctr">
            <a:noAutofit/>
          </a:bodyPr>
          <a:lstStyle>
            <a:lvl1pPr indent="0">
              <a:lnSpc>
                <a:spcPct val="100000"/>
              </a:lnSpc>
              <a:buNone/>
              <a:defRPr b="0" lang="en-US" sz="1400" strike="noStrike" u="none">
                <a:solidFill>
                  <a:schemeClr val="dk2"/>
                </a:solidFill>
                <a:effectLst/>
                <a:uFillTx/>
                <a:latin typeface="Tw Cen MT"/>
                <a:ea typeface="ＭＳ Ｐゴシック"/>
              </a:defRPr>
            </a:lvl1pPr>
          </a:lstStyle>
          <a:p>
            <a:pPr indent="0">
              <a:lnSpc>
                <a:spcPct val="100000"/>
              </a:lnSpc>
              <a:buNone/>
            </a:pPr>
            <a:r>
              <a:rPr b="0" lang="en-US" sz="1400" strike="noStrike" u="none">
                <a:solidFill>
                  <a:schemeClr val="dk2"/>
                </a:solidFill>
                <a:effectLst/>
                <a:uFillTx/>
                <a:latin typeface="Tw Cen MT"/>
                <a:ea typeface="ＭＳ Ｐゴシック"/>
              </a:rPr>
              <a:t>&lt;日付/時刻&gt;</a:t>
            </a:r>
            <a:endParaRPr b="0" lang="en-US" sz="1400" strike="noStrike" u="none">
              <a:solidFill>
                <a:srgbClr val="000000"/>
              </a:solidFill>
              <a:effectLst/>
              <a:uFillTx/>
              <a:latin typeface="游明朝"/>
            </a:endParaRPr>
          </a:p>
        </p:txBody>
      </p:sp>
      <p:sp>
        <p:nvSpPr>
          <p:cNvPr id="40" name="PlaceHolder 5"/>
          <p:cNvSpPr>
            <a:spLocks noGrp="1"/>
          </p:cNvSpPr>
          <p:nvPr>
            <p:ph type="sldNum" idx="16"/>
          </p:nvPr>
        </p:nvSpPr>
        <p:spPr>
          <a:xfrm>
            <a:off x="0" y="4667400"/>
            <a:ext cx="1568160" cy="663120"/>
          </a:xfrm>
          <a:prstGeom prst="rect">
            <a:avLst/>
          </a:prstGeom>
          <a:noFill/>
          <a:ln w="0">
            <a:noFill/>
          </a:ln>
        </p:spPr>
        <p:txBody>
          <a:bodyPr numCol="1" spcCol="0" lIns="91440" rIns="91440" tIns="45720" bIns="45720" anchor="ctr">
            <a:noAutofit/>
          </a:bodyPr>
          <a:lstStyle>
            <a:lvl1pPr indent="0" algn="ctr">
              <a:lnSpc>
                <a:spcPct val="100000"/>
              </a:lnSpc>
              <a:buNone/>
              <a:defRPr b="1" lang="en-US" sz="2800" strike="noStrike" u="none">
                <a:solidFill>
                  <a:schemeClr val="dk2"/>
                </a:solidFill>
                <a:effectLst/>
                <a:uFillTx/>
                <a:latin typeface="Tw Cen MT"/>
                <a:ea typeface="ＭＳ Ｐゴシック"/>
              </a:defRPr>
            </a:lvl1pPr>
          </a:lstStyle>
          <a:p>
            <a:pPr indent="0" algn="ctr">
              <a:lnSpc>
                <a:spcPct val="100000"/>
              </a:lnSpc>
              <a:buNone/>
            </a:pPr>
            <a:fld id="{0834AF6A-639B-4134-B130-9DCA3E754D08}" type="slidenum">
              <a:rPr b="1" lang="en-US" sz="2800" strike="noStrike" u="none">
                <a:solidFill>
                  <a:schemeClr val="dk2"/>
                </a:solidFill>
                <a:effectLst/>
                <a:uFillTx/>
                <a:latin typeface="Tw Cen MT"/>
                <a:ea typeface="ＭＳ Ｐゴシック"/>
              </a:rPr>
              <a:t>&lt;番号&gt;</a:t>
            </a:fld>
            <a:endParaRPr b="0" lang="en-US" sz="2800" strike="noStrike" u="none">
              <a:solidFill>
                <a:srgbClr val="000000"/>
              </a:solidFill>
              <a:effectLst/>
              <a:uFillTx/>
              <a:latin typeface="游明朝"/>
            </a:endParaRPr>
          </a:p>
        </p:txBody>
      </p:sp>
      <p:sp>
        <p:nvSpPr>
          <p:cNvPr id="41" name="PlaceHolder 6"/>
          <p:cNvSpPr>
            <a:spLocks noGrp="1"/>
          </p:cNvSpPr>
          <p:nvPr>
            <p:ph type="ftr" idx="17"/>
          </p:nvPr>
        </p:nvSpPr>
        <p:spPr>
          <a:xfrm>
            <a:off x="1733400" y="6248520"/>
            <a:ext cx="4952520" cy="364680"/>
          </a:xfrm>
          <a:prstGeom prst="rect">
            <a:avLst/>
          </a:prstGeom>
          <a:noFill/>
          <a:ln w="0">
            <a:noFill/>
          </a:ln>
        </p:spPr>
        <p:txBody>
          <a:bodyPr numCol="1" spcCol="0" lIns="91440" rIns="91440" tIns="45720" bIns="45720" anchor="ctr">
            <a:noAutofit/>
          </a:bodyPr>
          <a:lstStyle>
            <a:lvl1pPr indent="0" algn="ctr">
              <a:buNone/>
              <a:defRPr b="0" lang="en-US" sz="1400" strike="noStrike" u="none">
                <a:solidFill>
                  <a:srgbClr val="000000"/>
                </a:solidFill>
                <a:effectLst/>
                <a:uFillTx/>
                <a:latin typeface="游明朝"/>
              </a:defRPr>
            </a:lvl1pPr>
          </a:lstStyle>
          <a:p>
            <a:pPr indent="0" algn="ctr">
              <a:buNone/>
            </a:pPr>
            <a:r>
              <a:rPr b="0" lang="en-US" sz="1400" strike="noStrike" u="none">
                <a:solidFill>
                  <a:srgbClr val="000000"/>
                </a:solidFill>
                <a:effectLst/>
                <a:uFillTx/>
                <a:latin typeface="游明朝"/>
              </a:rPr>
              <a:t>&lt;フッター&gt;</a:t>
            </a:r>
            <a:endParaRPr b="0" lang="en-US" sz="1400" strike="noStrike" u="none">
              <a:solidFill>
                <a:srgbClr val="000000"/>
              </a:solidFill>
              <a:effectLst/>
              <a:uFillTx/>
              <a:latin typeface="游明朝"/>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垂直排列标题与文本">
    <p:bg>
      <p:bgPr>
        <a:blipFill rotWithShape="0">
          <a:blip r:embed="rId2"/>
          <a:stretch/>
        </a:blipFill>
      </p:bgPr>
    </p:bg>
    <p:spTree>
      <p:nvGrpSpPr>
        <p:cNvPr id="1" name=""/>
        <p:cNvGrpSpPr/>
        <p:nvPr/>
      </p:nvGrpSpPr>
      <p:grpSpPr>
        <a:xfrm>
          <a:off x="0" y="0"/>
          <a:ext cx="0" cy="0"/>
          <a:chOff x="0" y="0"/>
          <a:chExt cx="0" cy="0"/>
        </a:xfrm>
      </p:grpSpPr>
      <p:sp>
        <p:nvSpPr>
          <p:cNvPr id="42" name="Rectangle 6"/>
          <p:cNvSpPr/>
          <p:nvPr/>
        </p:nvSpPr>
        <p:spPr>
          <a:xfrm>
            <a:off x="6603840" y="0"/>
            <a:ext cx="347400" cy="6857640"/>
          </a:xfrm>
          <a:prstGeom prst="rect">
            <a:avLst/>
          </a:prstGeom>
          <a:solidFill>
            <a:srgbClr val="ffffff"/>
          </a:solidFill>
          <a:ln>
            <a:noFill/>
          </a:ln>
        </p:spPr>
        <p:style>
          <a:lnRef idx="2">
            <a:schemeClr val="accent1"/>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Tw Cen MT"/>
              <a:ea typeface="ＭＳ Ｐゴシック"/>
            </a:endParaRPr>
          </a:p>
        </p:txBody>
      </p:sp>
      <p:sp>
        <p:nvSpPr>
          <p:cNvPr id="43" name="Rectangle 7"/>
          <p:cNvSpPr/>
          <p:nvPr/>
        </p:nvSpPr>
        <p:spPr>
          <a:xfrm>
            <a:off x="6653160" y="609480"/>
            <a:ext cx="247320" cy="6248160"/>
          </a:xfrm>
          <a:prstGeom prst="rect">
            <a:avLst/>
          </a:prstGeom>
          <a:solidFill>
            <a:schemeClr val="accent1"/>
          </a:solidFill>
          <a:ln>
            <a:noFill/>
          </a:ln>
        </p:spPr>
        <p:style>
          <a:lnRef idx="2">
            <a:schemeClr val="accent1"/>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Tw Cen MT"/>
              <a:ea typeface="ＭＳ Ｐゴシック"/>
            </a:endParaRPr>
          </a:p>
        </p:txBody>
      </p:sp>
      <p:sp>
        <p:nvSpPr>
          <p:cNvPr id="44" name="Rectangle 8"/>
          <p:cNvSpPr/>
          <p:nvPr/>
        </p:nvSpPr>
        <p:spPr>
          <a:xfrm>
            <a:off x="6653160" y="0"/>
            <a:ext cx="247320" cy="533160"/>
          </a:xfrm>
          <a:prstGeom prst="rect">
            <a:avLst/>
          </a:prstGeom>
          <a:solidFill>
            <a:schemeClr val="accent2"/>
          </a:solidFill>
          <a:ln>
            <a:noFill/>
          </a:ln>
        </p:spPr>
        <p:style>
          <a:lnRef idx="2">
            <a:schemeClr val="accent1"/>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Tw Cen MT"/>
              <a:ea typeface="ＭＳ Ｐゴシック"/>
            </a:endParaRPr>
          </a:p>
        </p:txBody>
      </p:sp>
      <p:sp>
        <p:nvSpPr>
          <p:cNvPr id="45" name="PlaceHolder 1"/>
          <p:cNvSpPr>
            <a:spLocks noGrp="1"/>
          </p:cNvSpPr>
          <p:nvPr>
            <p:ph type="title"/>
          </p:nvPr>
        </p:nvSpPr>
        <p:spPr>
          <a:xfrm>
            <a:off x="7099200" y="609480"/>
            <a:ext cx="2228400" cy="5516280"/>
          </a:xfrm>
          <a:prstGeom prst="rect">
            <a:avLst/>
          </a:prstGeom>
          <a:noFill/>
          <a:ln w="9360">
            <a:noFill/>
          </a:ln>
        </p:spPr>
        <p:txBody>
          <a:bodyPr numCol="1" spcCol="0" lIns="91440" rIns="91440" tIns="45720" bIns="45720" anchor="ctr" vert="eaVert">
            <a:noAutofit/>
          </a:bodyPr>
          <a:p>
            <a:pPr indent="0">
              <a:lnSpc>
                <a:spcPct val="100000"/>
              </a:lnSpc>
              <a:buNone/>
            </a:pPr>
            <a:r>
              <a:rPr b="0" lang="ja-JP" sz="4400" strike="noStrike" u="none">
                <a:solidFill>
                  <a:schemeClr val="dk1"/>
                </a:solidFill>
                <a:effectLst/>
                <a:uFillTx/>
                <a:latin typeface="ＭＳ Ｐゴシック"/>
                <a:ea typeface="ＭＳ Ｐゴシック"/>
              </a:rPr>
              <a:t>マスター タイトルの書式設定</a:t>
            </a:r>
            <a:endParaRPr b="0" lang="en-US" sz="4400" strike="noStrike" u="none">
              <a:solidFill>
                <a:schemeClr val="dk1"/>
              </a:solidFill>
              <a:effectLst/>
              <a:uFillTx/>
              <a:latin typeface="Tw Cen MT"/>
            </a:endParaRPr>
          </a:p>
        </p:txBody>
      </p:sp>
      <p:sp>
        <p:nvSpPr>
          <p:cNvPr id="46" name="PlaceHolder 2"/>
          <p:cNvSpPr>
            <a:spLocks noGrp="1"/>
          </p:cNvSpPr>
          <p:nvPr>
            <p:ph type="body"/>
          </p:nvPr>
        </p:nvSpPr>
        <p:spPr>
          <a:xfrm>
            <a:off x="495360" y="609480"/>
            <a:ext cx="6025680" cy="5516280"/>
          </a:xfrm>
          <a:prstGeom prst="rect">
            <a:avLst/>
          </a:prstGeom>
          <a:noFill/>
          <a:ln w="9360">
            <a:noFill/>
          </a:ln>
        </p:spPr>
        <p:txBody>
          <a:bodyPr numCol="1" spcCol="0" lIns="91440" rIns="91440" tIns="45720" bIns="45720" anchor="t" vert="eaVert">
            <a:noAutofit/>
          </a:bodyPr>
          <a:p>
            <a:pPr marL="318960" indent="-318960">
              <a:lnSpc>
                <a:spcPct val="100000"/>
              </a:lnSpc>
              <a:spcBef>
                <a:spcPts val="700"/>
              </a:spcBef>
              <a:buClr>
                <a:srgbClr val="feb80a"/>
              </a:buClr>
              <a:buSzPct val="60000"/>
              <a:buFont typeface="Wingdings" charset="2"/>
              <a:buChar char=""/>
            </a:pPr>
            <a:r>
              <a:rPr b="0" lang="ja-JP" sz="2900" strike="noStrike" u="none">
                <a:solidFill>
                  <a:schemeClr val="dk1"/>
                </a:solidFill>
                <a:effectLst/>
                <a:uFillTx/>
                <a:latin typeface="ＭＳ Ｐゴシック"/>
                <a:ea typeface="ＭＳ Ｐゴシック"/>
              </a:rPr>
              <a:t>マスター テキストの書式設定</a:t>
            </a:r>
            <a:endParaRPr b="0" lang="en-US" sz="2900" strike="noStrike" u="none">
              <a:solidFill>
                <a:schemeClr val="dk1"/>
              </a:solidFill>
              <a:effectLst/>
              <a:uFillTx/>
              <a:latin typeface="ＭＳ Ｐゴシック"/>
            </a:endParaRPr>
          </a:p>
          <a:p>
            <a:pPr lvl="1" marL="639720" indent="-272880">
              <a:lnSpc>
                <a:spcPct val="100000"/>
              </a:lnSpc>
              <a:spcBef>
                <a:spcPts val="550"/>
              </a:spcBef>
              <a:buClr>
                <a:srgbClr val="3891a7"/>
              </a:buClr>
              <a:buSzPct val="70000"/>
              <a:buFont typeface="Wingdings 2" charset="2"/>
              <a:buChar char=""/>
            </a:pPr>
            <a:r>
              <a:rPr b="0" lang="ja-JP" sz="2600" strike="noStrike" u="none">
                <a:solidFill>
                  <a:schemeClr val="dk1"/>
                </a:solidFill>
                <a:effectLst/>
                <a:uFillTx/>
                <a:latin typeface="ＭＳ Ｐゴシック"/>
                <a:ea typeface="ＭＳ Ｐゴシック"/>
              </a:rPr>
              <a:t>第 </a:t>
            </a:r>
            <a:r>
              <a:rPr b="0" lang="en-US" sz="2600" strike="noStrike" u="none">
                <a:solidFill>
                  <a:schemeClr val="dk1"/>
                </a:solidFill>
                <a:effectLst/>
                <a:uFillTx/>
                <a:latin typeface="ＭＳ Ｐゴシック"/>
                <a:ea typeface="ＭＳ Ｐゴシック"/>
              </a:rPr>
              <a:t>2 </a:t>
            </a:r>
            <a:r>
              <a:rPr b="0" lang="ja-JP" sz="2600" strike="noStrike" u="none">
                <a:solidFill>
                  <a:schemeClr val="dk1"/>
                </a:solidFill>
                <a:effectLst/>
                <a:uFillTx/>
                <a:latin typeface="ＭＳ Ｐゴシック"/>
                <a:ea typeface="ＭＳ Ｐゴシック"/>
              </a:rPr>
              <a:t>レベル</a:t>
            </a:r>
            <a:endParaRPr b="0" lang="en-US" sz="2600" strike="noStrike" u="none">
              <a:solidFill>
                <a:schemeClr val="dk1"/>
              </a:solidFill>
              <a:effectLst/>
              <a:uFillTx/>
              <a:latin typeface="ＭＳ Ｐゴシック"/>
            </a:endParaRPr>
          </a:p>
          <a:p>
            <a:pPr lvl="2" marL="914400" indent="-228600">
              <a:lnSpc>
                <a:spcPct val="100000"/>
              </a:lnSpc>
              <a:spcBef>
                <a:spcPts val="499"/>
              </a:spcBef>
              <a:buClr>
                <a:srgbClr val="feb80a"/>
              </a:buClr>
              <a:buSzPct val="75000"/>
              <a:buFont typeface="Wingdings" charset="2"/>
              <a:buChar char=""/>
            </a:pPr>
            <a:r>
              <a:rPr b="0" lang="ja-JP" sz="2300" strike="noStrike" u="none">
                <a:solidFill>
                  <a:schemeClr val="dk1"/>
                </a:solidFill>
                <a:effectLst/>
                <a:uFillTx/>
                <a:latin typeface="ＭＳ Ｐゴシック"/>
                <a:ea typeface="ＭＳ Ｐゴシック"/>
              </a:rPr>
              <a:t>第 </a:t>
            </a:r>
            <a:r>
              <a:rPr b="0" lang="en-US" sz="2300" strike="noStrike" u="none">
                <a:solidFill>
                  <a:schemeClr val="dk1"/>
                </a:solidFill>
                <a:effectLst/>
                <a:uFillTx/>
                <a:latin typeface="ＭＳ Ｐゴシック"/>
                <a:ea typeface="ＭＳ Ｐゴシック"/>
              </a:rPr>
              <a:t>3 </a:t>
            </a:r>
            <a:r>
              <a:rPr b="0" lang="ja-JP" sz="2300" strike="noStrike" u="none">
                <a:solidFill>
                  <a:schemeClr val="dk1"/>
                </a:solidFill>
                <a:effectLst/>
                <a:uFillTx/>
                <a:latin typeface="ＭＳ Ｐゴシック"/>
                <a:ea typeface="ＭＳ Ｐゴシック"/>
              </a:rPr>
              <a:t>レベル</a:t>
            </a:r>
            <a:endParaRPr b="0" lang="en-US" sz="2300" strike="noStrike" u="none">
              <a:solidFill>
                <a:schemeClr val="dk1"/>
              </a:solidFill>
              <a:effectLst/>
              <a:uFillTx/>
              <a:latin typeface="ＭＳ Ｐゴシック"/>
            </a:endParaRPr>
          </a:p>
          <a:p>
            <a:pPr lvl="3" marL="1371600" indent="-228600">
              <a:lnSpc>
                <a:spcPct val="100000"/>
              </a:lnSpc>
              <a:spcBef>
                <a:spcPts val="400"/>
              </a:spcBef>
              <a:buClr>
                <a:srgbClr val="c32d2e"/>
              </a:buClr>
              <a:buSzPct val="7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4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a:p>
            <a:pPr lvl="4" marL="1828800" indent="-228600">
              <a:lnSpc>
                <a:spcPct val="100000"/>
              </a:lnSpc>
              <a:spcBef>
                <a:spcPts val="400"/>
              </a:spcBef>
              <a:buClr>
                <a:srgbClr val="84aa33"/>
              </a:buClr>
              <a:buSzPct val="6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5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p:txBody>
      </p:sp>
      <p:sp>
        <p:nvSpPr>
          <p:cNvPr id="47" name="PlaceHolder 3"/>
          <p:cNvSpPr>
            <a:spLocks noGrp="1"/>
          </p:cNvSpPr>
          <p:nvPr>
            <p:ph type="dt" idx="18"/>
          </p:nvPr>
        </p:nvSpPr>
        <p:spPr>
          <a:xfrm>
            <a:off x="7099200" y="6248520"/>
            <a:ext cx="2393640" cy="364680"/>
          </a:xfrm>
          <a:prstGeom prst="rect">
            <a:avLst/>
          </a:prstGeom>
          <a:noFill/>
          <a:ln w="0">
            <a:noFill/>
          </a:ln>
        </p:spPr>
        <p:txBody>
          <a:bodyPr numCol="1" spcCol="0" lIns="91440" rIns="91440" tIns="45720" bIns="45720" anchor="ctr">
            <a:noAutofit/>
          </a:bodyPr>
          <a:lstStyle>
            <a:lvl1pPr indent="0">
              <a:lnSpc>
                <a:spcPct val="100000"/>
              </a:lnSpc>
              <a:buNone/>
              <a:defRPr b="0" lang="en-US" sz="1400" strike="noStrike" u="none">
                <a:solidFill>
                  <a:schemeClr val="dk2"/>
                </a:solidFill>
                <a:effectLst/>
                <a:uFillTx/>
                <a:latin typeface="Tw Cen MT"/>
                <a:ea typeface="ＭＳ Ｐゴシック"/>
              </a:defRPr>
            </a:lvl1pPr>
          </a:lstStyle>
          <a:p>
            <a:pPr indent="0">
              <a:lnSpc>
                <a:spcPct val="100000"/>
              </a:lnSpc>
              <a:buNone/>
            </a:pPr>
            <a:r>
              <a:rPr b="0" lang="en-US" sz="1400" strike="noStrike" u="none">
                <a:solidFill>
                  <a:schemeClr val="dk2"/>
                </a:solidFill>
                <a:effectLst/>
                <a:uFillTx/>
                <a:latin typeface="Tw Cen MT"/>
                <a:ea typeface="ＭＳ Ｐゴシック"/>
              </a:rPr>
              <a:t>&lt;日付/時刻&gt;</a:t>
            </a:r>
            <a:endParaRPr b="0" lang="en-US" sz="1400" strike="noStrike" u="none">
              <a:solidFill>
                <a:srgbClr val="000000"/>
              </a:solidFill>
              <a:effectLst/>
              <a:uFillTx/>
              <a:latin typeface="游明朝"/>
            </a:endParaRPr>
          </a:p>
        </p:txBody>
      </p:sp>
      <p:sp>
        <p:nvSpPr>
          <p:cNvPr id="48" name="PlaceHolder 4"/>
          <p:cNvSpPr>
            <a:spLocks noGrp="1"/>
          </p:cNvSpPr>
          <p:nvPr>
            <p:ph type="ftr" idx="19"/>
          </p:nvPr>
        </p:nvSpPr>
        <p:spPr>
          <a:xfrm>
            <a:off x="495360" y="6248520"/>
            <a:ext cx="6036840" cy="364680"/>
          </a:xfrm>
          <a:prstGeom prst="rect">
            <a:avLst/>
          </a:prstGeom>
          <a:noFill/>
          <a:ln w="0">
            <a:noFill/>
          </a:ln>
        </p:spPr>
        <p:txBody>
          <a:bodyPr numCol="1" spcCol="0" lIns="91440" rIns="91440" tIns="45720" bIns="45720" anchor="ctr">
            <a:noAutofit/>
          </a:bodyPr>
          <a:lstStyle>
            <a:lvl1pPr indent="0" algn="ctr">
              <a:buNone/>
              <a:defRPr b="0" lang="en-US" sz="1400" strike="noStrike" u="none">
                <a:solidFill>
                  <a:srgbClr val="000000"/>
                </a:solidFill>
                <a:effectLst/>
                <a:uFillTx/>
                <a:latin typeface="游明朝"/>
              </a:defRPr>
            </a:lvl1pPr>
          </a:lstStyle>
          <a:p>
            <a:pPr indent="0" algn="ctr">
              <a:buNone/>
            </a:pPr>
            <a:r>
              <a:rPr b="0" lang="en-US" sz="1400" strike="noStrike" u="none">
                <a:solidFill>
                  <a:srgbClr val="000000"/>
                </a:solidFill>
                <a:effectLst/>
                <a:uFillTx/>
                <a:latin typeface="游明朝"/>
              </a:rPr>
              <a:t>&lt;フッター&gt;</a:t>
            </a:r>
            <a:endParaRPr b="0" lang="en-US" sz="1400" strike="noStrike" u="none">
              <a:solidFill>
                <a:srgbClr val="000000"/>
              </a:solidFill>
              <a:effectLst/>
              <a:uFillTx/>
              <a:latin typeface="游明朝"/>
            </a:endParaRPr>
          </a:p>
        </p:txBody>
      </p:sp>
      <p:sp>
        <p:nvSpPr>
          <p:cNvPr id="49" name="PlaceHolder 5"/>
          <p:cNvSpPr>
            <a:spLocks noGrp="1"/>
          </p:cNvSpPr>
          <p:nvPr>
            <p:ph type="sldNum" idx="20"/>
          </p:nvPr>
        </p:nvSpPr>
        <p:spPr>
          <a:xfrm rot="5400000">
            <a:off x="6511680" y="133920"/>
            <a:ext cx="533160" cy="264600"/>
          </a:xfrm>
          <a:prstGeom prst="rect">
            <a:avLst/>
          </a:prstGeom>
          <a:noFill/>
          <a:ln w="0">
            <a:noFill/>
          </a:ln>
        </p:spPr>
        <p:txBody>
          <a:bodyPr numCol="1" spcCol="0" lIns="91440" rIns="91440" tIns="45720" bIns="45720" anchor="ctr">
            <a:noAutofit/>
          </a:bodyPr>
          <a:lstStyle>
            <a:lvl1pPr indent="0" algn="ctr">
              <a:lnSpc>
                <a:spcPct val="100000"/>
              </a:lnSpc>
              <a:buNone/>
              <a:defRPr b="1" lang="en-US" sz="1200" strike="noStrike" u="none">
                <a:solidFill>
                  <a:schemeClr val="dk2"/>
                </a:solidFill>
                <a:effectLst/>
                <a:uFillTx/>
                <a:latin typeface="Tw Cen MT"/>
                <a:ea typeface="ＭＳ Ｐゴシック"/>
              </a:defRPr>
            </a:lvl1pPr>
          </a:lstStyle>
          <a:p>
            <a:pPr indent="0" algn="ctr">
              <a:lnSpc>
                <a:spcPct val="100000"/>
              </a:lnSpc>
              <a:buNone/>
            </a:pPr>
            <a:fld id="{DEFD88C2-EE90-4FF5-AA23-B5B3C8AE1A63}" type="slidenum">
              <a:rPr b="1" lang="en-US" sz="1200" strike="noStrike" u="none">
                <a:solidFill>
                  <a:schemeClr val="dk2"/>
                </a:solidFill>
                <a:effectLst/>
                <a:uFillTx/>
                <a:latin typeface="Tw Cen MT"/>
                <a:ea typeface="ＭＳ Ｐゴシック"/>
              </a:rPr>
              <a:t>&lt;番号&gt;</a:t>
            </a:fld>
            <a:endParaRPr b="0" lang="en-US" sz="1200" strike="noStrike" u="none">
              <a:solidFill>
                <a:srgbClr val="000000"/>
              </a:solidFill>
              <a:effectLst/>
              <a:uFillTx/>
              <a:latin typeface="游明朝"/>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内容与标题">
    <p:bg>
      <p:bgPr>
        <a:blipFill rotWithShape="0">
          <a:blip r:embed="rId2"/>
          <a:stretch/>
        </a:blipFill>
      </p:bgPr>
    </p:bg>
    <p:spTree>
      <p:nvGrpSpPr>
        <p:cNvPr id="1" name=""/>
        <p:cNvGrpSpPr/>
        <p:nvPr/>
      </p:nvGrpSpPr>
      <p:grpSpPr>
        <a:xfrm>
          <a:off x="0" y="0"/>
          <a:ext cx="0" cy="0"/>
          <a:chOff x="0" y="0"/>
          <a:chExt cx="0" cy="0"/>
        </a:xfrm>
      </p:grpSpPr>
      <p:pic>
        <p:nvPicPr>
          <p:cNvPr id="50" name="Picture 7" descr="sm_pencil.png"/>
          <p:cNvPicPr/>
          <p:nvPr/>
        </p:nvPicPr>
        <p:blipFill>
          <a:blip r:embed="rId3"/>
          <a:stretch/>
        </p:blipFill>
        <p:spPr>
          <a:xfrm>
            <a:off x="663480" y="1755720"/>
            <a:ext cx="1749240" cy="2144520"/>
          </a:xfrm>
          <a:prstGeom prst="rect">
            <a:avLst/>
          </a:prstGeom>
          <a:noFill/>
          <a:ln cap="sq" w="50800">
            <a:solidFill>
              <a:srgbClr val="feb80a"/>
            </a:solidFill>
            <a:miter/>
          </a:ln>
        </p:spPr>
      </p:pic>
      <p:sp>
        <p:nvSpPr>
          <p:cNvPr id="51" name="Rectangle 8"/>
          <p:cNvSpPr/>
          <p:nvPr/>
        </p:nvSpPr>
        <p:spPr>
          <a:xfrm>
            <a:off x="639720" y="907920"/>
            <a:ext cx="9266040" cy="22824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Tw Cen MT"/>
              <a:ea typeface="ＭＳ Ｐゴシック"/>
            </a:endParaRPr>
          </a:p>
        </p:txBody>
      </p:sp>
      <p:sp>
        <p:nvSpPr>
          <p:cNvPr id="52" name="Rectangle 7"/>
          <p:cNvSpPr/>
          <p:nvPr/>
        </p:nvSpPr>
        <p:spPr>
          <a:xfrm>
            <a:off x="0" y="907920"/>
            <a:ext cx="577440" cy="2282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Tw Cen MT"/>
              <a:ea typeface="ＭＳ Ｐゴシック"/>
            </a:endParaRPr>
          </a:p>
        </p:txBody>
      </p:sp>
      <p:sp>
        <p:nvSpPr>
          <p:cNvPr id="53" name="PlaceHolder 1"/>
          <p:cNvSpPr>
            <a:spLocks noGrp="1"/>
          </p:cNvSpPr>
          <p:nvPr>
            <p:ph type="title"/>
          </p:nvPr>
        </p:nvSpPr>
        <p:spPr>
          <a:xfrm>
            <a:off x="660240" y="0"/>
            <a:ext cx="9245160" cy="908280"/>
          </a:xfrm>
          <a:prstGeom prst="rect">
            <a:avLst/>
          </a:prstGeom>
          <a:noFill/>
          <a:ln w="9360">
            <a:noFill/>
          </a:ln>
        </p:spPr>
        <p:txBody>
          <a:bodyPr numCol="1" spcCol="0" lIns="91440" rIns="91440" tIns="45720" bIns="45720" anchor="ctr">
            <a:noAutofit/>
          </a:bodyPr>
          <a:p>
            <a:pPr indent="0">
              <a:lnSpc>
                <a:spcPct val="100000"/>
              </a:lnSpc>
              <a:buNone/>
            </a:pPr>
            <a:r>
              <a:rPr b="0" lang="ja-JP" sz="4400" strike="noStrike" u="none">
                <a:solidFill>
                  <a:schemeClr val="dk1"/>
                </a:solidFill>
                <a:effectLst/>
                <a:uFillTx/>
                <a:latin typeface="ＭＳ Ｐゴシック"/>
                <a:ea typeface="ＭＳ Ｐゴシック"/>
              </a:rPr>
              <a:t>マスター タイトルの書式設定</a:t>
            </a:r>
            <a:endParaRPr b="0" lang="en-US" sz="4400" strike="noStrike" u="none">
              <a:solidFill>
                <a:schemeClr val="dk1"/>
              </a:solidFill>
              <a:effectLst/>
              <a:uFillTx/>
              <a:latin typeface="Tw Cen MT"/>
            </a:endParaRPr>
          </a:p>
        </p:txBody>
      </p:sp>
      <p:sp>
        <p:nvSpPr>
          <p:cNvPr id="54" name="PlaceHolder 2"/>
          <p:cNvSpPr>
            <a:spLocks noGrp="1"/>
          </p:cNvSpPr>
          <p:nvPr>
            <p:ph type="body"/>
          </p:nvPr>
        </p:nvSpPr>
        <p:spPr>
          <a:xfrm>
            <a:off x="2558880" y="1752480"/>
            <a:ext cx="6933960" cy="4419360"/>
          </a:xfrm>
          <a:prstGeom prst="rect">
            <a:avLst/>
          </a:prstGeom>
          <a:noFill/>
          <a:ln w="9360">
            <a:noFill/>
          </a:ln>
        </p:spPr>
        <p:txBody>
          <a:bodyPr numCol="1" spcCol="0" lIns="91440" rIns="91440" tIns="45720" bIns="45720" anchor="t">
            <a:noAutofit/>
          </a:bodyPr>
          <a:p>
            <a:pPr marL="318960" indent="-318960">
              <a:lnSpc>
                <a:spcPct val="100000"/>
              </a:lnSpc>
              <a:spcBef>
                <a:spcPts val="700"/>
              </a:spcBef>
              <a:buClr>
                <a:srgbClr val="feb80a"/>
              </a:buClr>
              <a:buSzPct val="60000"/>
              <a:buFont typeface="Wingdings" charset="2"/>
              <a:buChar char=""/>
            </a:pPr>
            <a:r>
              <a:rPr b="0" lang="ja-JP" sz="2900" strike="noStrike" u="none">
                <a:solidFill>
                  <a:schemeClr val="dk1"/>
                </a:solidFill>
                <a:effectLst/>
                <a:uFillTx/>
                <a:latin typeface="ＭＳ Ｐゴシック"/>
                <a:ea typeface="ＭＳ Ｐゴシック"/>
              </a:rPr>
              <a:t>マスター テキストの書式設定</a:t>
            </a:r>
            <a:endParaRPr b="0" lang="en-US" sz="2900" strike="noStrike" u="none">
              <a:solidFill>
                <a:schemeClr val="dk1"/>
              </a:solidFill>
              <a:effectLst/>
              <a:uFillTx/>
              <a:latin typeface="ＭＳ Ｐゴシック"/>
            </a:endParaRPr>
          </a:p>
          <a:p>
            <a:pPr lvl="1" marL="639720" indent="-272880">
              <a:lnSpc>
                <a:spcPct val="100000"/>
              </a:lnSpc>
              <a:spcBef>
                <a:spcPts val="550"/>
              </a:spcBef>
              <a:buClr>
                <a:srgbClr val="3891a7"/>
              </a:buClr>
              <a:buSzPct val="70000"/>
              <a:buFont typeface="Wingdings 2" charset="2"/>
              <a:buChar char=""/>
            </a:pPr>
            <a:r>
              <a:rPr b="0" lang="ja-JP" sz="2600" strike="noStrike" u="none">
                <a:solidFill>
                  <a:schemeClr val="dk1"/>
                </a:solidFill>
                <a:effectLst/>
                <a:uFillTx/>
                <a:latin typeface="ＭＳ Ｐゴシック"/>
                <a:ea typeface="ＭＳ Ｐゴシック"/>
              </a:rPr>
              <a:t>第 </a:t>
            </a:r>
            <a:r>
              <a:rPr b="0" lang="en-US" sz="2600" strike="noStrike" u="none">
                <a:solidFill>
                  <a:schemeClr val="dk1"/>
                </a:solidFill>
                <a:effectLst/>
                <a:uFillTx/>
                <a:latin typeface="ＭＳ Ｐゴシック"/>
                <a:ea typeface="ＭＳ Ｐゴシック"/>
              </a:rPr>
              <a:t>2 </a:t>
            </a:r>
            <a:r>
              <a:rPr b="0" lang="ja-JP" sz="2600" strike="noStrike" u="none">
                <a:solidFill>
                  <a:schemeClr val="dk1"/>
                </a:solidFill>
                <a:effectLst/>
                <a:uFillTx/>
                <a:latin typeface="ＭＳ Ｐゴシック"/>
                <a:ea typeface="ＭＳ Ｐゴシック"/>
              </a:rPr>
              <a:t>レベル</a:t>
            </a:r>
            <a:endParaRPr b="0" lang="en-US" sz="2600" strike="noStrike" u="none">
              <a:solidFill>
                <a:schemeClr val="dk1"/>
              </a:solidFill>
              <a:effectLst/>
              <a:uFillTx/>
              <a:latin typeface="ＭＳ Ｐゴシック"/>
            </a:endParaRPr>
          </a:p>
          <a:p>
            <a:pPr lvl="2" marL="914400" indent="-228600">
              <a:lnSpc>
                <a:spcPct val="100000"/>
              </a:lnSpc>
              <a:spcBef>
                <a:spcPts val="499"/>
              </a:spcBef>
              <a:buClr>
                <a:srgbClr val="feb80a"/>
              </a:buClr>
              <a:buSzPct val="75000"/>
              <a:buFont typeface="Wingdings" charset="2"/>
              <a:buChar char=""/>
            </a:pPr>
            <a:r>
              <a:rPr b="0" lang="ja-JP" sz="2300" strike="noStrike" u="none">
                <a:solidFill>
                  <a:schemeClr val="dk1"/>
                </a:solidFill>
                <a:effectLst/>
                <a:uFillTx/>
                <a:latin typeface="ＭＳ Ｐゴシック"/>
                <a:ea typeface="ＭＳ Ｐゴシック"/>
              </a:rPr>
              <a:t>第 </a:t>
            </a:r>
            <a:r>
              <a:rPr b="0" lang="en-US" sz="2300" strike="noStrike" u="none">
                <a:solidFill>
                  <a:schemeClr val="dk1"/>
                </a:solidFill>
                <a:effectLst/>
                <a:uFillTx/>
                <a:latin typeface="ＭＳ Ｐゴシック"/>
                <a:ea typeface="ＭＳ Ｐゴシック"/>
              </a:rPr>
              <a:t>3 </a:t>
            </a:r>
            <a:r>
              <a:rPr b="0" lang="ja-JP" sz="2300" strike="noStrike" u="none">
                <a:solidFill>
                  <a:schemeClr val="dk1"/>
                </a:solidFill>
                <a:effectLst/>
                <a:uFillTx/>
                <a:latin typeface="ＭＳ Ｐゴシック"/>
                <a:ea typeface="ＭＳ Ｐゴシック"/>
              </a:rPr>
              <a:t>レベル</a:t>
            </a:r>
            <a:endParaRPr b="0" lang="en-US" sz="2300" strike="noStrike" u="none">
              <a:solidFill>
                <a:schemeClr val="dk1"/>
              </a:solidFill>
              <a:effectLst/>
              <a:uFillTx/>
              <a:latin typeface="ＭＳ Ｐゴシック"/>
            </a:endParaRPr>
          </a:p>
          <a:p>
            <a:pPr lvl="3" marL="1371600" indent="-228600">
              <a:lnSpc>
                <a:spcPct val="100000"/>
              </a:lnSpc>
              <a:spcBef>
                <a:spcPts val="400"/>
              </a:spcBef>
              <a:buClr>
                <a:srgbClr val="c32d2e"/>
              </a:buClr>
              <a:buSzPct val="7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4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a:p>
            <a:pPr lvl="4" marL="1828800" indent="-228600">
              <a:lnSpc>
                <a:spcPct val="100000"/>
              </a:lnSpc>
              <a:spcBef>
                <a:spcPts val="400"/>
              </a:spcBef>
              <a:buClr>
                <a:srgbClr val="84aa33"/>
              </a:buClr>
              <a:buSzPct val="6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5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p:txBody>
      </p:sp>
      <p:sp>
        <p:nvSpPr>
          <p:cNvPr id="55" name="PlaceHolder 3"/>
          <p:cNvSpPr>
            <a:spLocks noGrp="1"/>
          </p:cNvSpPr>
          <p:nvPr>
            <p:ph type="dt" idx="21"/>
          </p:nvPr>
        </p:nvSpPr>
        <p:spPr>
          <a:xfrm>
            <a:off x="7099200" y="6248520"/>
            <a:ext cx="2393640" cy="364680"/>
          </a:xfrm>
          <a:prstGeom prst="rect">
            <a:avLst/>
          </a:prstGeom>
          <a:noFill/>
          <a:ln w="0">
            <a:noFill/>
          </a:ln>
        </p:spPr>
        <p:txBody>
          <a:bodyPr numCol="1" spcCol="0" lIns="91440" rIns="91440" tIns="45720" bIns="45720" anchor="ctr">
            <a:noAutofit/>
          </a:bodyPr>
          <a:lstStyle>
            <a:lvl1pPr indent="0">
              <a:lnSpc>
                <a:spcPct val="100000"/>
              </a:lnSpc>
              <a:buNone/>
              <a:defRPr b="0" lang="en-US" sz="1400" strike="noStrike" u="none">
                <a:solidFill>
                  <a:schemeClr val="dk2"/>
                </a:solidFill>
                <a:effectLst/>
                <a:uFillTx/>
                <a:latin typeface="Tw Cen MT"/>
                <a:ea typeface="ＭＳ Ｐゴシック"/>
              </a:defRPr>
            </a:lvl1pPr>
          </a:lstStyle>
          <a:p>
            <a:pPr indent="0">
              <a:lnSpc>
                <a:spcPct val="100000"/>
              </a:lnSpc>
              <a:buNone/>
            </a:pPr>
            <a:r>
              <a:rPr b="0" lang="en-US" sz="1400" strike="noStrike" u="none">
                <a:solidFill>
                  <a:schemeClr val="dk2"/>
                </a:solidFill>
                <a:effectLst/>
                <a:uFillTx/>
                <a:latin typeface="Tw Cen MT"/>
                <a:ea typeface="ＭＳ Ｐゴシック"/>
              </a:rPr>
              <a:t>&lt;日付/時刻&gt;</a:t>
            </a:r>
            <a:endParaRPr b="0" lang="en-US" sz="1400" strike="noStrike" u="none">
              <a:solidFill>
                <a:srgbClr val="000000"/>
              </a:solidFill>
              <a:effectLst/>
              <a:uFillTx/>
              <a:latin typeface="游明朝"/>
            </a:endParaRPr>
          </a:p>
        </p:txBody>
      </p:sp>
      <p:sp>
        <p:nvSpPr>
          <p:cNvPr id="56" name="PlaceHolder 4"/>
          <p:cNvSpPr>
            <a:spLocks noGrp="1"/>
          </p:cNvSpPr>
          <p:nvPr>
            <p:ph type="ftr" idx="22"/>
          </p:nvPr>
        </p:nvSpPr>
        <p:spPr>
          <a:xfrm>
            <a:off x="495360" y="6248520"/>
            <a:ext cx="6036840" cy="364680"/>
          </a:xfrm>
          <a:prstGeom prst="rect">
            <a:avLst/>
          </a:prstGeom>
          <a:noFill/>
          <a:ln w="0">
            <a:noFill/>
          </a:ln>
        </p:spPr>
        <p:txBody>
          <a:bodyPr numCol="1" spcCol="0" lIns="91440" rIns="91440" tIns="45720" bIns="45720" anchor="ctr">
            <a:noAutofit/>
          </a:bodyPr>
          <a:lstStyle>
            <a:lvl1pPr indent="0" algn="ctr">
              <a:buNone/>
              <a:defRPr b="0" lang="en-US" sz="1400" strike="noStrike" u="none">
                <a:solidFill>
                  <a:srgbClr val="000000"/>
                </a:solidFill>
                <a:effectLst/>
                <a:uFillTx/>
                <a:latin typeface="游明朝"/>
              </a:defRPr>
            </a:lvl1pPr>
          </a:lstStyle>
          <a:p>
            <a:pPr indent="0" algn="ctr">
              <a:buNone/>
            </a:pPr>
            <a:r>
              <a:rPr b="0" lang="en-US" sz="1400" strike="noStrike" u="none">
                <a:solidFill>
                  <a:srgbClr val="000000"/>
                </a:solidFill>
                <a:effectLst/>
                <a:uFillTx/>
                <a:latin typeface="游明朝"/>
              </a:rPr>
              <a:t>&lt;フッター&gt;</a:t>
            </a:r>
            <a:endParaRPr b="0" lang="en-US" sz="1400" strike="noStrike" u="none">
              <a:solidFill>
                <a:srgbClr val="000000"/>
              </a:solidFill>
              <a:effectLst/>
              <a:uFillTx/>
              <a:latin typeface="游明朝"/>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Media" preserve="1">
  <p:cSld name="タイトル、テキスト、クリップ アート">
    <p:bg>
      <p:bgPr>
        <a:blipFill rotWithShape="0">
          <a:blip r:embed="rId2"/>
          <a:stretch/>
        </a:blipFill>
      </p:bgPr>
    </p:bg>
    <p:spTree>
      <p:nvGrpSpPr>
        <p:cNvPr id="1" name=""/>
        <p:cNvGrpSpPr/>
        <p:nvPr/>
      </p:nvGrpSpPr>
      <p:grpSpPr>
        <a:xfrm>
          <a:off x="0" y="0"/>
          <a:ext cx="0" cy="0"/>
          <a:chOff x="0" y="0"/>
          <a:chExt cx="0" cy="0"/>
        </a:xfrm>
      </p:grpSpPr>
      <p:sp>
        <p:nvSpPr>
          <p:cNvPr id="57" name="PlaceHolder 1"/>
          <p:cNvSpPr>
            <a:spLocks noGrp="1"/>
          </p:cNvSpPr>
          <p:nvPr>
            <p:ph type="title"/>
          </p:nvPr>
        </p:nvSpPr>
        <p:spPr>
          <a:xfrm>
            <a:off x="495360" y="274680"/>
            <a:ext cx="8915040" cy="1142640"/>
          </a:xfrm>
          <a:prstGeom prst="rect">
            <a:avLst/>
          </a:prstGeom>
          <a:noFill/>
          <a:ln w="9360">
            <a:noFill/>
          </a:ln>
        </p:spPr>
        <p:txBody>
          <a:bodyPr numCol="1" spcCol="0" lIns="91440" rIns="91440" tIns="45720" bIns="45720" anchor="ctr">
            <a:noAutofit/>
          </a:bodyPr>
          <a:p>
            <a:pPr indent="0">
              <a:lnSpc>
                <a:spcPct val="100000"/>
              </a:lnSpc>
              <a:buNone/>
            </a:pPr>
            <a:r>
              <a:rPr b="0" lang="ja-JP" sz="4400" strike="noStrike" u="none">
                <a:solidFill>
                  <a:schemeClr val="dk1"/>
                </a:solidFill>
                <a:effectLst/>
                <a:uFillTx/>
                <a:latin typeface="ＭＳ Ｐゴシック"/>
                <a:ea typeface="ＭＳ Ｐゴシック"/>
              </a:rPr>
              <a:t>マスター タイトルの書式設定</a:t>
            </a:r>
            <a:endParaRPr b="0" lang="en-US" sz="4400" strike="noStrike" u="none">
              <a:solidFill>
                <a:schemeClr val="dk1"/>
              </a:solidFill>
              <a:effectLst/>
              <a:uFillTx/>
              <a:latin typeface="Tw Cen MT"/>
            </a:endParaRPr>
          </a:p>
        </p:txBody>
      </p:sp>
      <p:sp>
        <p:nvSpPr>
          <p:cNvPr id="58" name="PlaceHolder 2"/>
          <p:cNvSpPr>
            <a:spLocks noGrp="1"/>
          </p:cNvSpPr>
          <p:nvPr>
            <p:ph type="body"/>
          </p:nvPr>
        </p:nvSpPr>
        <p:spPr>
          <a:xfrm>
            <a:off x="495360" y="1600200"/>
            <a:ext cx="4374720" cy="4525560"/>
          </a:xfrm>
          <a:prstGeom prst="rect">
            <a:avLst/>
          </a:prstGeom>
          <a:noFill/>
          <a:ln w="9360">
            <a:noFill/>
          </a:ln>
        </p:spPr>
        <p:txBody>
          <a:bodyPr numCol="1" spcCol="0" lIns="91440" rIns="91440" tIns="45720" bIns="45720" anchor="t">
            <a:noAutofit/>
          </a:bodyPr>
          <a:p>
            <a:pPr marL="318960" indent="-318960">
              <a:lnSpc>
                <a:spcPct val="100000"/>
              </a:lnSpc>
              <a:spcBef>
                <a:spcPts val="700"/>
              </a:spcBef>
              <a:buClr>
                <a:srgbClr val="feb80a"/>
              </a:buClr>
              <a:buSzPct val="60000"/>
              <a:buFont typeface="Wingdings" charset="2"/>
              <a:buChar char=""/>
            </a:pPr>
            <a:r>
              <a:rPr b="0" lang="ja-JP" sz="2900" strike="noStrike" u="none">
                <a:solidFill>
                  <a:schemeClr val="dk1"/>
                </a:solidFill>
                <a:effectLst/>
                <a:uFillTx/>
                <a:latin typeface="ＭＳ Ｐゴシック"/>
                <a:ea typeface="ＭＳ Ｐゴシック"/>
              </a:rPr>
              <a:t>マスター テキストの書式設定</a:t>
            </a:r>
            <a:endParaRPr b="0" lang="en-US" sz="2900" strike="noStrike" u="none">
              <a:solidFill>
                <a:schemeClr val="dk1"/>
              </a:solidFill>
              <a:effectLst/>
              <a:uFillTx/>
              <a:latin typeface="ＭＳ Ｐゴシック"/>
            </a:endParaRPr>
          </a:p>
          <a:p>
            <a:pPr lvl="1" marL="639720" indent="-272880">
              <a:lnSpc>
                <a:spcPct val="100000"/>
              </a:lnSpc>
              <a:spcBef>
                <a:spcPts val="550"/>
              </a:spcBef>
              <a:buClr>
                <a:srgbClr val="3891a7"/>
              </a:buClr>
              <a:buSzPct val="70000"/>
              <a:buFont typeface="Wingdings 2" charset="2"/>
              <a:buChar char=""/>
            </a:pPr>
            <a:r>
              <a:rPr b="0" lang="ja-JP" sz="2600" strike="noStrike" u="none">
                <a:solidFill>
                  <a:schemeClr val="dk1"/>
                </a:solidFill>
                <a:effectLst/>
                <a:uFillTx/>
                <a:latin typeface="ＭＳ Ｐゴシック"/>
                <a:ea typeface="ＭＳ Ｐゴシック"/>
              </a:rPr>
              <a:t>第 </a:t>
            </a:r>
            <a:r>
              <a:rPr b="0" lang="en-US" sz="2600" strike="noStrike" u="none">
                <a:solidFill>
                  <a:schemeClr val="dk1"/>
                </a:solidFill>
                <a:effectLst/>
                <a:uFillTx/>
                <a:latin typeface="ＭＳ Ｐゴシック"/>
                <a:ea typeface="ＭＳ Ｐゴシック"/>
              </a:rPr>
              <a:t>2 </a:t>
            </a:r>
            <a:r>
              <a:rPr b="0" lang="ja-JP" sz="2600" strike="noStrike" u="none">
                <a:solidFill>
                  <a:schemeClr val="dk1"/>
                </a:solidFill>
                <a:effectLst/>
                <a:uFillTx/>
                <a:latin typeface="ＭＳ Ｐゴシック"/>
                <a:ea typeface="ＭＳ Ｐゴシック"/>
              </a:rPr>
              <a:t>レベル</a:t>
            </a:r>
            <a:endParaRPr b="0" lang="en-US" sz="2600" strike="noStrike" u="none">
              <a:solidFill>
                <a:schemeClr val="dk1"/>
              </a:solidFill>
              <a:effectLst/>
              <a:uFillTx/>
              <a:latin typeface="ＭＳ Ｐゴシック"/>
            </a:endParaRPr>
          </a:p>
          <a:p>
            <a:pPr lvl="2" marL="914400" indent="-228600">
              <a:lnSpc>
                <a:spcPct val="100000"/>
              </a:lnSpc>
              <a:spcBef>
                <a:spcPts val="499"/>
              </a:spcBef>
              <a:buClr>
                <a:srgbClr val="feb80a"/>
              </a:buClr>
              <a:buSzPct val="75000"/>
              <a:buFont typeface="Wingdings" charset="2"/>
              <a:buChar char=""/>
            </a:pPr>
            <a:r>
              <a:rPr b="0" lang="ja-JP" sz="2300" strike="noStrike" u="none">
                <a:solidFill>
                  <a:schemeClr val="dk1"/>
                </a:solidFill>
                <a:effectLst/>
                <a:uFillTx/>
                <a:latin typeface="ＭＳ Ｐゴシック"/>
                <a:ea typeface="ＭＳ Ｐゴシック"/>
              </a:rPr>
              <a:t>第 </a:t>
            </a:r>
            <a:r>
              <a:rPr b="0" lang="en-US" sz="2300" strike="noStrike" u="none">
                <a:solidFill>
                  <a:schemeClr val="dk1"/>
                </a:solidFill>
                <a:effectLst/>
                <a:uFillTx/>
                <a:latin typeface="ＭＳ Ｐゴシック"/>
                <a:ea typeface="ＭＳ Ｐゴシック"/>
              </a:rPr>
              <a:t>3 </a:t>
            </a:r>
            <a:r>
              <a:rPr b="0" lang="ja-JP" sz="2300" strike="noStrike" u="none">
                <a:solidFill>
                  <a:schemeClr val="dk1"/>
                </a:solidFill>
                <a:effectLst/>
                <a:uFillTx/>
                <a:latin typeface="ＭＳ Ｐゴシック"/>
                <a:ea typeface="ＭＳ Ｐゴシック"/>
              </a:rPr>
              <a:t>レベル</a:t>
            </a:r>
            <a:endParaRPr b="0" lang="en-US" sz="2300" strike="noStrike" u="none">
              <a:solidFill>
                <a:schemeClr val="dk1"/>
              </a:solidFill>
              <a:effectLst/>
              <a:uFillTx/>
              <a:latin typeface="ＭＳ Ｐゴシック"/>
            </a:endParaRPr>
          </a:p>
          <a:p>
            <a:pPr lvl="3" marL="1371600" indent="-228600">
              <a:lnSpc>
                <a:spcPct val="100000"/>
              </a:lnSpc>
              <a:spcBef>
                <a:spcPts val="400"/>
              </a:spcBef>
              <a:buClr>
                <a:srgbClr val="c32d2e"/>
              </a:buClr>
              <a:buSzPct val="7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4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a:p>
            <a:pPr lvl="4" marL="1828800" indent="-228600">
              <a:lnSpc>
                <a:spcPct val="100000"/>
              </a:lnSpc>
              <a:spcBef>
                <a:spcPts val="400"/>
              </a:spcBef>
              <a:buClr>
                <a:srgbClr val="84aa33"/>
              </a:buClr>
              <a:buSzPct val="6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5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p:txBody>
      </p:sp>
      <p:sp>
        <p:nvSpPr>
          <p:cNvPr id="59" name="PlaceHolder 3"/>
          <p:cNvSpPr>
            <a:spLocks noGrp="1"/>
          </p:cNvSpPr>
          <p:nvPr>
            <p:ph type="body"/>
          </p:nvPr>
        </p:nvSpPr>
        <p:spPr>
          <a:xfrm>
            <a:off x="5035680" y="1600200"/>
            <a:ext cx="4374720" cy="452556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ja-JP" sz="1800" strike="noStrike" u="none">
                <a:solidFill>
                  <a:schemeClr val="dk1"/>
                </a:solidFill>
                <a:effectLst/>
                <a:uFillTx/>
                <a:latin typeface="ＭＳ Ｐゴシック"/>
              </a:rPr>
              <a:t>クリックしてアウトラインのテキストを編集</a:t>
            </a:r>
            <a:endParaRPr b="0" lang="en-US" sz="1800" strike="noStrike" u="none">
              <a:solidFill>
                <a:schemeClr val="dk1"/>
              </a:solidFill>
              <a:effectLst/>
              <a:uFillTx/>
              <a:latin typeface="ＭＳ Ｐゴシック"/>
            </a:endParaRPr>
          </a:p>
          <a:p>
            <a:pPr lvl="1" marL="864000" indent="-324000">
              <a:spcBef>
                <a:spcPts val="1134"/>
              </a:spcBef>
              <a:buClr>
                <a:srgbClr val="000000"/>
              </a:buClr>
              <a:buSzPct val="75000"/>
              <a:buFont typeface="Symbol" charset="2"/>
              <a:buChar char=""/>
            </a:pPr>
            <a:r>
              <a:rPr b="0" lang="ja-JP" sz="1800" strike="noStrike" u="none">
                <a:solidFill>
                  <a:schemeClr val="dk1"/>
                </a:solidFill>
                <a:effectLst/>
                <a:uFillTx/>
                <a:latin typeface="ＭＳ Ｐゴシック"/>
              </a:rPr>
              <a:t>第</a:t>
            </a:r>
            <a:r>
              <a:rPr b="0" lang="en-US" sz="1800" strike="noStrike" u="none">
                <a:solidFill>
                  <a:schemeClr val="dk1"/>
                </a:solidFill>
                <a:effectLst/>
                <a:uFillTx/>
                <a:latin typeface="ＭＳ Ｐゴシック"/>
              </a:rPr>
              <a:t>2</a:t>
            </a:r>
            <a:r>
              <a:rPr b="0" lang="ja-JP" sz="1800" strike="noStrike" u="none">
                <a:solidFill>
                  <a:schemeClr val="dk1"/>
                </a:solidFill>
                <a:effectLst/>
                <a:uFillTx/>
                <a:latin typeface="ＭＳ Ｐゴシック"/>
              </a:rPr>
              <a:t>レベル アウトライン</a:t>
            </a:r>
            <a:endParaRPr b="0" lang="en-US" sz="1800" strike="noStrike" u="none">
              <a:solidFill>
                <a:schemeClr val="dk1"/>
              </a:solidFill>
              <a:effectLst/>
              <a:uFillTx/>
              <a:latin typeface="ＭＳ Ｐゴシック"/>
            </a:endParaRPr>
          </a:p>
          <a:p>
            <a:pPr lvl="2" marL="1296000" indent="-288000">
              <a:spcBef>
                <a:spcPts val="850"/>
              </a:spcBef>
              <a:buClr>
                <a:srgbClr val="000000"/>
              </a:buClr>
              <a:buSzPct val="45000"/>
              <a:buFont typeface="Wingdings" charset="2"/>
              <a:buChar char=""/>
            </a:pPr>
            <a:r>
              <a:rPr b="0" lang="ja-JP" sz="1800" strike="noStrike" u="none">
                <a:solidFill>
                  <a:schemeClr val="dk1"/>
                </a:solidFill>
                <a:effectLst/>
                <a:uFillTx/>
                <a:latin typeface="ＭＳ Ｐゴシック"/>
              </a:rPr>
              <a:t>第</a:t>
            </a:r>
            <a:r>
              <a:rPr b="0" lang="en-US" sz="1800" strike="noStrike" u="none">
                <a:solidFill>
                  <a:schemeClr val="dk1"/>
                </a:solidFill>
                <a:effectLst/>
                <a:uFillTx/>
                <a:latin typeface="ＭＳ Ｐゴシック"/>
              </a:rPr>
              <a:t>3</a:t>
            </a:r>
            <a:r>
              <a:rPr b="0" lang="ja-JP" sz="1800" strike="noStrike" u="none">
                <a:solidFill>
                  <a:schemeClr val="dk1"/>
                </a:solidFill>
                <a:effectLst/>
                <a:uFillTx/>
                <a:latin typeface="ＭＳ Ｐゴシック"/>
              </a:rPr>
              <a:t>レベル アウトライン</a:t>
            </a:r>
            <a:endParaRPr b="0" lang="en-US" sz="1800" strike="noStrike" u="none">
              <a:solidFill>
                <a:schemeClr val="dk1"/>
              </a:solidFill>
              <a:effectLst/>
              <a:uFillTx/>
              <a:latin typeface="ＭＳ Ｐゴシック"/>
            </a:endParaRPr>
          </a:p>
          <a:p>
            <a:pPr lvl="3" marL="1728000" indent="-216000">
              <a:spcBef>
                <a:spcPts val="567"/>
              </a:spcBef>
              <a:buClr>
                <a:srgbClr val="000000"/>
              </a:buClr>
              <a:buSzPct val="75000"/>
              <a:buFont typeface="Symbol" charset="2"/>
              <a:buChar char=""/>
            </a:pPr>
            <a:r>
              <a:rPr b="0" lang="ja-JP" sz="1800" strike="noStrike" u="none">
                <a:solidFill>
                  <a:schemeClr val="dk1"/>
                </a:solidFill>
                <a:effectLst/>
                <a:uFillTx/>
                <a:latin typeface="ＭＳ Ｐゴシック"/>
              </a:rPr>
              <a:t>第</a:t>
            </a:r>
            <a:r>
              <a:rPr b="0" lang="en-US" sz="1800" strike="noStrike" u="none">
                <a:solidFill>
                  <a:schemeClr val="dk1"/>
                </a:solidFill>
                <a:effectLst/>
                <a:uFillTx/>
                <a:latin typeface="ＭＳ Ｐゴシック"/>
              </a:rPr>
              <a:t>4</a:t>
            </a:r>
            <a:r>
              <a:rPr b="0" lang="ja-JP" sz="1800" strike="noStrike" u="none">
                <a:solidFill>
                  <a:schemeClr val="dk1"/>
                </a:solidFill>
                <a:effectLst/>
                <a:uFillTx/>
                <a:latin typeface="ＭＳ Ｐゴシック"/>
              </a:rPr>
              <a:t>レベル アウトライン</a:t>
            </a:r>
            <a:endParaRPr b="0" lang="en-US" sz="1800" strike="noStrike" u="none">
              <a:solidFill>
                <a:schemeClr val="dk1"/>
              </a:solidFill>
              <a:effectLst/>
              <a:uFillTx/>
              <a:latin typeface="ＭＳ Ｐゴシック"/>
            </a:endParaRPr>
          </a:p>
          <a:p>
            <a:pPr lvl="4" marL="2160000" indent="-216000">
              <a:spcBef>
                <a:spcPts val="283"/>
              </a:spcBef>
              <a:buClr>
                <a:srgbClr val="000000"/>
              </a:buClr>
              <a:buSzPct val="45000"/>
              <a:buFont typeface="Wingdings" charset="2"/>
              <a:buChar char=""/>
            </a:pPr>
            <a:r>
              <a:rPr b="0" lang="ja-JP" sz="1800" strike="noStrike" u="none">
                <a:solidFill>
                  <a:schemeClr val="dk1"/>
                </a:solidFill>
                <a:effectLst/>
                <a:uFillTx/>
                <a:latin typeface="ＭＳ Ｐゴシック"/>
              </a:rPr>
              <a:t>第</a:t>
            </a:r>
            <a:r>
              <a:rPr b="0" lang="en-US" sz="1800" strike="noStrike" u="none">
                <a:solidFill>
                  <a:schemeClr val="dk1"/>
                </a:solidFill>
                <a:effectLst/>
                <a:uFillTx/>
                <a:latin typeface="ＭＳ Ｐゴシック"/>
              </a:rPr>
              <a:t>5</a:t>
            </a:r>
            <a:r>
              <a:rPr b="0" lang="ja-JP" sz="1800" strike="noStrike" u="none">
                <a:solidFill>
                  <a:schemeClr val="dk1"/>
                </a:solidFill>
                <a:effectLst/>
                <a:uFillTx/>
                <a:latin typeface="ＭＳ Ｐゴシック"/>
              </a:rPr>
              <a:t>レベル アウトライン</a:t>
            </a:r>
            <a:endParaRPr b="0" lang="en-US" sz="1800" strike="noStrike" u="none">
              <a:solidFill>
                <a:schemeClr val="dk1"/>
              </a:solidFill>
              <a:effectLst/>
              <a:uFillTx/>
              <a:latin typeface="ＭＳ Ｐゴシック"/>
            </a:endParaRPr>
          </a:p>
          <a:p>
            <a:pPr lvl="5" marL="2592000" indent="-216000">
              <a:spcBef>
                <a:spcPts val="283"/>
              </a:spcBef>
              <a:buClr>
                <a:srgbClr val="000000"/>
              </a:buClr>
              <a:buSzPct val="45000"/>
              <a:buFont typeface="Wingdings" charset="2"/>
              <a:buChar char=""/>
            </a:pPr>
            <a:r>
              <a:rPr b="0" lang="ja-JP" sz="1800" strike="noStrike" u="none">
                <a:solidFill>
                  <a:schemeClr val="dk1"/>
                </a:solidFill>
                <a:effectLst/>
                <a:uFillTx/>
                <a:latin typeface="ＭＳ Ｐゴシック"/>
              </a:rPr>
              <a:t>第</a:t>
            </a:r>
            <a:r>
              <a:rPr b="0" lang="en-US" sz="1800" strike="noStrike" u="none">
                <a:solidFill>
                  <a:schemeClr val="dk1"/>
                </a:solidFill>
                <a:effectLst/>
                <a:uFillTx/>
                <a:latin typeface="ＭＳ Ｐゴシック"/>
              </a:rPr>
              <a:t>6</a:t>
            </a:r>
            <a:r>
              <a:rPr b="0" lang="ja-JP" sz="1800" strike="noStrike" u="none">
                <a:solidFill>
                  <a:schemeClr val="dk1"/>
                </a:solidFill>
                <a:effectLst/>
                <a:uFillTx/>
                <a:latin typeface="ＭＳ Ｐゴシック"/>
              </a:rPr>
              <a:t>レベル アウトライン</a:t>
            </a:r>
            <a:endParaRPr b="0" lang="en-US" sz="1800" strike="noStrike" u="none">
              <a:solidFill>
                <a:schemeClr val="dk1"/>
              </a:solidFill>
              <a:effectLst/>
              <a:uFillTx/>
              <a:latin typeface="ＭＳ Ｐゴシック"/>
            </a:endParaRPr>
          </a:p>
          <a:p>
            <a:pPr lvl="6" marL="3024000" indent="-216000">
              <a:spcBef>
                <a:spcPts val="283"/>
              </a:spcBef>
              <a:buClr>
                <a:srgbClr val="000000"/>
              </a:buClr>
              <a:buSzPct val="45000"/>
              <a:buFont typeface="Wingdings" charset="2"/>
              <a:buChar char=""/>
            </a:pPr>
            <a:r>
              <a:rPr b="0" lang="ja-JP" sz="1800" strike="noStrike" u="none">
                <a:solidFill>
                  <a:schemeClr val="dk1"/>
                </a:solidFill>
                <a:effectLst/>
                <a:uFillTx/>
                <a:latin typeface="ＭＳ Ｐゴシック"/>
              </a:rPr>
              <a:t>第</a:t>
            </a:r>
            <a:r>
              <a:rPr b="0" lang="en-US" sz="1800" strike="noStrike" u="none">
                <a:solidFill>
                  <a:schemeClr val="dk1"/>
                </a:solidFill>
                <a:effectLst/>
                <a:uFillTx/>
                <a:latin typeface="ＭＳ Ｐゴシック"/>
              </a:rPr>
              <a:t>7</a:t>
            </a:r>
            <a:r>
              <a:rPr b="0" lang="ja-JP" sz="1800" strike="noStrike" u="none">
                <a:solidFill>
                  <a:schemeClr val="dk1"/>
                </a:solidFill>
                <a:effectLst/>
                <a:uFillTx/>
                <a:latin typeface="ＭＳ Ｐゴシック"/>
              </a:rPr>
              <a:t>レベル アウトライン</a:t>
            </a:r>
            <a:endParaRPr b="0" lang="en-US" sz="1800" strike="noStrike" u="none">
              <a:solidFill>
                <a:schemeClr val="dk1"/>
              </a:solidFill>
              <a:effectLst/>
              <a:uFillTx/>
              <a:latin typeface="ＭＳ Ｐゴシック"/>
            </a:endParaRPr>
          </a:p>
        </p:txBody>
      </p:sp>
      <p:sp>
        <p:nvSpPr>
          <p:cNvPr id="60" name="PlaceHolder 4"/>
          <p:cNvSpPr>
            <a:spLocks noGrp="1"/>
          </p:cNvSpPr>
          <p:nvPr>
            <p:ph type="dt" idx="23"/>
          </p:nvPr>
        </p:nvSpPr>
        <p:spPr>
          <a:xfrm>
            <a:off x="495360" y="6245280"/>
            <a:ext cx="2311200" cy="475920"/>
          </a:xfrm>
          <a:prstGeom prst="rect">
            <a:avLst/>
          </a:prstGeom>
          <a:noFill/>
          <a:ln w="0">
            <a:noFill/>
          </a:ln>
        </p:spPr>
        <p:txBody>
          <a:bodyPr numCol="1" spcCol="0" lIns="91440" rIns="91440" tIns="45720" bIns="45720" anchor="ctr">
            <a:noAutofit/>
          </a:bodyPr>
          <a:lstStyle>
            <a:lvl1pPr indent="0">
              <a:buNone/>
              <a:defRPr b="0" lang="en-US" sz="1400" strike="noStrike" u="none">
                <a:solidFill>
                  <a:srgbClr val="000000"/>
                </a:solidFill>
                <a:effectLst/>
                <a:uFillTx/>
                <a:latin typeface="游明朝"/>
              </a:defRPr>
            </a:lvl1pPr>
          </a:lstStyle>
          <a:p>
            <a:pPr indent="0">
              <a:buNone/>
            </a:pPr>
            <a:r>
              <a:rPr b="0" lang="en-US" sz="1400" strike="noStrike" u="none">
                <a:solidFill>
                  <a:srgbClr val="000000"/>
                </a:solidFill>
                <a:effectLst/>
                <a:uFillTx/>
                <a:latin typeface="游明朝"/>
              </a:rPr>
              <a:t>&lt;日付/時刻&gt;</a:t>
            </a:r>
            <a:endParaRPr b="0" lang="en-US" sz="1400" strike="noStrike" u="none">
              <a:solidFill>
                <a:srgbClr val="000000"/>
              </a:solidFill>
              <a:effectLst/>
              <a:uFillTx/>
              <a:latin typeface="游明朝"/>
            </a:endParaRPr>
          </a:p>
        </p:txBody>
      </p:sp>
      <p:sp>
        <p:nvSpPr>
          <p:cNvPr id="61" name="PlaceHolder 5"/>
          <p:cNvSpPr>
            <a:spLocks noGrp="1"/>
          </p:cNvSpPr>
          <p:nvPr>
            <p:ph type="ftr" idx="24"/>
          </p:nvPr>
        </p:nvSpPr>
        <p:spPr>
          <a:xfrm>
            <a:off x="3384720" y="6245280"/>
            <a:ext cx="3136680" cy="475920"/>
          </a:xfrm>
          <a:prstGeom prst="rect">
            <a:avLst/>
          </a:prstGeom>
          <a:noFill/>
          <a:ln w="0">
            <a:noFill/>
          </a:ln>
        </p:spPr>
        <p:txBody>
          <a:bodyPr numCol="1" spcCol="0" lIns="91440" rIns="91440" tIns="45720" bIns="45720" anchor="ctr">
            <a:noAutofit/>
          </a:bodyPr>
          <a:lstStyle>
            <a:lvl1pPr indent="0" algn="ctr">
              <a:buNone/>
              <a:defRPr b="0" lang="en-US" sz="1400" strike="noStrike" u="none">
                <a:solidFill>
                  <a:srgbClr val="000000"/>
                </a:solidFill>
                <a:effectLst/>
                <a:uFillTx/>
                <a:latin typeface="游明朝"/>
              </a:defRPr>
            </a:lvl1pPr>
          </a:lstStyle>
          <a:p>
            <a:pPr indent="0" algn="ctr">
              <a:buNone/>
            </a:pPr>
            <a:r>
              <a:rPr b="0" lang="en-US" sz="1400" strike="noStrike" u="none">
                <a:solidFill>
                  <a:srgbClr val="000000"/>
                </a:solidFill>
                <a:effectLst/>
                <a:uFillTx/>
                <a:latin typeface="游明朝"/>
              </a:rPr>
              <a:t>&lt;フッター&gt;</a:t>
            </a:r>
            <a:endParaRPr b="0" lang="en-US" sz="1400" strike="noStrike" u="none">
              <a:solidFill>
                <a:srgbClr val="000000"/>
              </a:solidFill>
              <a:effectLst/>
              <a:uFillTx/>
              <a:latin typeface="游明朝"/>
            </a:endParaRPr>
          </a:p>
        </p:txBody>
      </p:sp>
      <p:sp>
        <p:nvSpPr>
          <p:cNvPr id="62" name="PlaceHolder 6"/>
          <p:cNvSpPr>
            <a:spLocks noGrp="1"/>
          </p:cNvSpPr>
          <p:nvPr>
            <p:ph type="sldNum" idx="25"/>
          </p:nvPr>
        </p:nvSpPr>
        <p:spPr>
          <a:xfrm>
            <a:off x="7099200" y="6245280"/>
            <a:ext cx="2311200" cy="475920"/>
          </a:xfrm>
          <a:prstGeom prst="rect">
            <a:avLst/>
          </a:prstGeom>
          <a:noFill/>
          <a:ln w="0">
            <a:noFill/>
          </a:ln>
        </p:spPr>
        <p:txBody>
          <a:bodyPr numCol="1" spcCol="0" lIns="91440" rIns="91440" tIns="45720" bIns="45720" anchor="ctr">
            <a:noAutofit/>
          </a:bodyPr>
          <a:lstStyle>
            <a:lvl1pPr indent="0" algn="ctr">
              <a:lnSpc>
                <a:spcPct val="100000"/>
              </a:lnSpc>
              <a:buNone/>
              <a:defRPr b="1" lang="en-US" sz="1200" strike="noStrike" u="none">
                <a:solidFill>
                  <a:schemeClr val="dk2"/>
                </a:solidFill>
                <a:effectLst/>
                <a:uFillTx/>
                <a:latin typeface="Tw Cen MT"/>
                <a:ea typeface="ＭＳ Ｐゴシック"/>
              </a:defRPr>
            </a:lvl1pPr>
          </a:lstStyle>
          <a:p>
            <a:pPr indent="0" algn="ctr">
              <a:lnSpc>
                <a:spcPct val="100000"/>
              </a:lnSpc>
              <a:buNone/>
            </a:pPr>
            <a:fld id="{F5117A8E-27EB-4154-B651-7C747DD012BE}" type="slidenum">
              <a:rPr b="1" lang="en-US" sz="1200" strike="noStrike" u="none">
                <a:solidFill>
                  <a:schemeClr val="dk2"/>
                </a:solidFill>
                <a:effectLst/>
                <a:uFillTx/>
                <a:latin typeface="Tw Cen MT"/>
                <a:ea typeface="ＭＳ Ｐゴシック"/>
              </a:rPr>
              <a:t>&lt;番号&gt;</a:t>
            </a:fld>
            <a:endParaRPr b="0" lang="en-US" sz="1200" strike="noStrike" u="none">
              <a:solidFill>
                <a:srgbClr val="000000"/>
              </a:solidFill>
              <a:effectLst/>
              <a:uFillTx/>
              <a:latin typeface="游明朝"/>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標準">
    <p:bg>
      <p:bgPr>
        <a:blipFill rotWithShape="0">
          <a:blip r:embed="rId2"/>
          <a:tile tx="0" ty="0" sx="100000" sy="100000" algn="tl"/>
        </a:blipFill>
      </p:bgPr>
    </p:bg>
    <p:spTree>
      <p:nvGrpSpPr>
        <p:cNvPr id="1" name=""/>
        <p:cNvGrpSpPr/>
        <p:nvPr/>
      </p:nvGrpSpPr>
      <p:grpSpPr>
        <a:xfrm>
          <a:off x="0" y="0"/>
          <a:ext cx="0" cy="0"/>
          <a:chOff x="0" y="0"/>
          <a:chExt cx="0" cy="0"/>
        </a:xfrm>
      </p:grpSpPr>
      <p:sp>
        <p:nvSpPr>
          <p:cNvPr id="63" name="Rectangle 6" hidden="1"/>
          <p:cNvSpPr/>
          <p:nvPr/>
        </p:nvSpPr>
        <p:spPr>
          <a:xfrm>
            <a:off x="0" y="1235160"/>
            <a:ext cx="9905760" cy="31860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64" name="Rectangle 7" hidden="1"/>
          <p:cNvSpPr/>
          <p:nvPr/>
        </p:nvSpPr>
        <p:spPr>
          <a:xfrm>
            <a:off x="0" y="1279440"/>
            <a:ext cx="577440" cy="2282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65" name="Rectangle 8" hidden="1"/>
          <p:cNvSpPr/>
          <p:nvPr/>
        </p:nvSpPr>
        <p:spPr>
          <a:xfrm>
            <a:off x="639720" y="1279440"/>
            <a:ext cx="9266040" cy="22824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66" name="Rectangle 6"/>
          <p:cNvSpPr/>
          <p:nvPr/>
        </p:nvSpPr>
        <p:spPr>
          <a:xfrm>
            <a:off x="0" y="5970600"/>
            <a:ext cx="9905760" cy="88704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ＭＳ Ｐゴシック"/>
              <a:ea typeface="ＭＳ Ｐゴシック"/>
            </a:endParaRPr>
          </a:p>
        </p:txBody>
      </p:sp>
      <p:sp>
        <p:nvSpPr>
          <p:cNvPr id="67" name="Rectangle 9"/>
          <p:cNvSpPr/>
          <p:nvPr/>
        </p:nvSpPr>
        <p:spPr>
          <a:xfrm>
            <a:off x="-9360" y="6053040"/>
            <a:ext cx="2436480" cy="7124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68" name="Rectangle 10"/>
          <p:cNvSpPr/>
          <p:nvPr/>
        </p:nvSpPr>
        <p:spPr>
          <a:xfrm>
            <a:off x="2556000" y="6043680"/>
            <a:ext cx="7349760" cy="71388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ＭＳ Ｐゴシック"/>
              <a:ea typeface="ＭＳ Ｐゴシック"/>
            </a:endParaRPr>
          </a:p>
        </p:txBody>
      </p:sp>
      <p:sp>
        <p:nvSpPr>
          <p:cNvPr id="69" name="PlaceHolder 1"/>
          <p:cNvSpPr>
            <a:spLocks noGrp="1"/>
          </p:cNvSpPr>
          <p:nvPr>
            <p:ph type="title"/>
          </p:nvPr>
        </p:nvSpPr>
        <p:spPr>
          <a:xfrm>
            <a:off x="2558880" y="4038480"/>
            <a:ext cx="7016400" cy="1828440"/>
          </a:xfrm>
          <a:prstGeom prst="rect">
            <a:avLst/>
          </a:prstGeom>
          <a:noFill/>
          <a:ln w="9360">
            <a:noFill/>
          </a:ln>
        </p:spPr>
        <p:txBody>
          <a:bodyPr numCol="1" spcCol="0" lIns="91440" rIns="91440" tIns="45720" bIns="45720" anchor="b">
            <a:noAutofit/>
          </a:bodyPr>
          <a:p>
            <a:pPr indent="0">
              <a:lnSpc>
                <a:spcPct val="100000"/>
              </a:lnSpc>
              <a:buNone/>
            </a:pPr>
            <a:r>
              <a:rPr b="0" lang="ja-JP" sz="3600" strike="noStrike" u="none" cap="all">
                <a:solidFill>
                  <a:schemeClr val="dk1"/>
                </a:solidFill>
                <a:effectLst/>
                <a:uFillTx/>
                <a:latin typeface="ＭＳ Ｐゴシック"/>
                <a:ea typeface="ＭＳ Ｐゴシック"/>
              </a:rPr>
              <a:t>マスター タイトルの書式設定</a:t>
            </a:r>
            <a:endParaRPr b="0" lang="en-US" sz="3600" strike="noStrike" u="none">
              <a:solidFill>
                <a:schemeClr val="dk1"/>
              </a:solidFill>
              <a:effectLst/>
              <a:uFillTx/>
              <a:latin typeface="Tw Cen MT"/>
            </a:endParaRPr>
          </a:p>
        </p:txBody>
      </p:sp>
      <p:sp>
        <p:nvSpPr>
          <p:cNvPr id="70" name="PlaceHolder 2"/>
          <p:cNvSpPr>
            <a:spLocks noGrp="1"/>
          </p:cNvSpPr>
          <p:nvPr>
            <p:ph type="dt" idx="26"/>
          </p:nvPr>
        </p:nvSpPr>
        <p:spPr>
          <a:xfrm>
            <a:off x="82440" y="6068880"/>
            <a:ext cx="2228400" cy="685440"/>
          </a:xfrm>
          <a:prstGeom prst="rect">
            <a:avLst/>
          </a:prstGeom>
          <a:noFill/>
          <a:ln w="0">
            <a:noFill/>
          </a:ln>
        </p:spPr>
        <p:txBody>
          <a:bodyPr lIns="90000" rIns="90000" tIns="45000" bIns="45000" anchor="ctr">
            <a:noAutofit/>
          </a:bodyPr>
          <a:lstStyle>
            <a:lvl1pPr indent="0" algn="ctr">
              <a:lnSpc>
                <a:spcPct val="100000"/>
              </a:lnSpc>
              <a:buNone/>
              <a:defRPr b="0" lang="en-US" sz="2000" strike="noStrike" u="none">
                <a:solidFill>
                  <a:srgbClr val="ffffff"/>
                </a:solidFill>
                <a:effectLst/>
                <a:uFillTx/>
                <a:latin typeface="ＭＳ Ｐゴシック"/>
                <a:ea typeface="ＭＳ Ｐゴシック"/>
              </a:defRPr>
            </a:lvl1pPr>
          </a:lstStyle>
          <a:p>
            <a:pPr indent="0" algn="ctr">
              <a:lnSpc>
                <a:spcPct val="100000"/>
              </a:lnSpc>
              <a:buNone/>
            </a:pPr>
            <a:r>
              <a:rPr b="0" lang="en-US" sz="2000" strike="noStrike" u="none">
                <a:solidFill>
                  <a:srgbClr val="ffffff"/>
                </a:solidFill>
                <a:effectLst/>
                <a:uFillTx/>
                <a:latin typeface="ＭＳ Ｐゴシック"/>
                <a:ea typeface="ＭＳ Ｐゴシック"/>
              </a:rPr>
              <a:t>&lt;日付/時刻&gt;</a:t>
            </a:r>
            <a:endParaRPr b="0" lang="en-US" sz="2000" strike="noStrike" u="none">
              <a:solidFill>
                <a:srgbClr val="000000"/>
              </a:solidFill>
              <a:effectLst/>
              <a:uFillTx/>
              <a:latin typeface="游明朝"/>
            </a:endParaRPr>
          </a:p>
        </p:txBody>
      </p:sp>
      <p:sp>
        <p:nvSpPr>
          <p:cNvPr id="71" name="PlaceHolder 3"/>
          <p:cNvSpPr>
            <a:spLocks noGrp="1"/>
          </p:cNvSpPr>
          <p:nvPr>
            <p:ph type="ftr" idx="27"/>
          </p:nvPr>
        </p:nvSpPr>
        <p:spPr>
          <a:xfrm>
            <a:off x="2259000" y="236520"/>
            <a:ext cx="6356160" cy="364680"/>
          </a:xfrm>
          <a:prstGeom prst="rect">
            <a:avLst/>
          </a:prstGeom>
          <a:noFill/>
          <a:ln w="0">
            <a:noFill/>
          </a:ln>
        </p:spPr>
        <p:txBody>
          <a:bodyPr numCol="1" spcCol="0" lIns="91440" rIns="91440" tIns="45720" bIns="45720" anchor="ctr">
            <a:noAutofit/>
          </a:bodyPr>
          <a:lstStyle>
            <a:lvl1pPr indent="0" algn="ctr">
              <a:buNone/>
              <a:defRPr b="0" lang="en-US" sz="1400" strike="noStrike" u="none">
                <a:solidFill>
                  <a:srgbClr val="000000"/>
                </a:solidFill>
                <a:effectLst/>
                <a:uFillTx/>
                <a:latin typeface="游明朝"/>
              </a:defRPr>
            </a:lvl1pPr>
          </a:lstStyle>
          <a:p>
            <a:pPr indent="0" algn="ctr">
              <a:buNone/>
            </a:pPr>
            <a:r>
              <a:rPr b="0" lang="en-US" sz="1400" strike="noStrike" u="none">
                <a:solidFill>
                  <a:srgbClr val="000000"/>
                </a:solidFill>
                <a:effectLst/>
                <a:uFillTx/>
                <a:latin typeface="游明朝"/>
              </a:rPr>
              <a:t>&lt;フッター&gt;</a:t>
            </a:r>
            <a:endParaRPr b="0" lang="en-US" sz="1400" strike="noStrike" u="none">
              <a:solidFill>
                <a:srgbClr val="000000"/>
              </a:solidFill>
              <a:effectLst/>
              <a:uFillTx/>
              <a:latin typeface="游明朝"/>
            </a:endParaRPr>
          </a:p>
        </p:txBody>
      </p:sp>
      <p:sp>
        <p:nvSpPr>
          <p:cNvPr id="72" name="PlaceHolder 4"/>
          <p:cNvSpPr>
            <a:spLocks noGrp="1"/>
          </p:cNvSpPr>
          <p:nvPr>
            <p:ph type="sldNum" idx="28"/>
          </p:nvPr>
        </p:nvSpPr>
        <p:spPr>
          <a:xfrm>
            <a:off x="8913960" y="6210360"/>
            <a:ext cx="907560" cy="380520"/>
          </a:xfrm>
          <a:prstGeom prst="rect">
            <a:avLst/>
          </a:prstGeom>
          <a:noFill/>
          <a:ln w="0">
            <a:noFill/>
          </a:ln>
        </p:spPr>
        <p:txBody>
          <a:bodyPr lIns="90000" rIns="90000" tIns="45000" bIns="45000" anchor="ctr">
            <a:noAutofit/>
          </a:bodyPr>
          <a:lstStyle>
            <a:lvl1pPr indent="0" algn="ctr">
              <a:lnSpc>
                <a:spcPct val="100000"/>
              </a:lnSpc>
              <a:buNone/>
              <a:defRPr b="1" lang="en-US" sz="1400" strike="noStrike" u="none">
                <a:solidFill>
                  <a:srgbClr val="000000"/>
                </a:solidFill>
                <a:effectLst/>
                <a:uFillTx/>
                <a:latin typeface="ＭＳ Ｐゴシック"/>
                <a:ea typeface="ＭＳ Ｐゴシック"/>
              </a:defRPr>
            </a:lvl1pPr>
          </a:lstStyle>
          <a:p>
            <a:pPr indent="0" algn="ctr">
              <a:lnSpc>
                <a:spcPct val="100000"/>
              </a:lnSpc>
              <a:buNone/>
            </a:pPr>
            <a:fld id="{B7088A1F-5752-4A7D-9D60-8040C8AA2799}" type="slidenum">
              <a:rPr b="1" lang="en-US" sz="1400" strike="noStrike" u="none">
                <a:solidFill>
                  <a:srgbClr val="000000"/>
                </a:solidFill>
                <a:effectLst/>
                <a:uFillTx/>
                <a:latin typeface="ＭＳ Ｐゴシック"/>
                <a:ea typeface="ＭＳ Ｐゴシック"/>
              </a:rPr>
              <a:t>&lt;番号&gt;</a:t>
            </a:fld>
            <a:endParaRPr b="0" lang="en-US" sz="1400" strike="noStrike" u="none">
              <a:solidFill>
                <a:srgbClr val="000000"/>
              </a:solidFill>
              <a:effectLst/>
              <a:uFillTx/>
              <a:latin typeface="游明朝"/>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標準 1">
    <p:bg>
      <p:bgPr>
        <a:blipFill rotWithShape="0">
          <a:blip r:embed="rId2"/>
          <a:tile tx="0" ty="0" sx="100000" sy="100000" algn="tl"/>
        </a:blipFill>
      </p:bgPr>
    </p:bg>
    <p:spTree>
      <p:nvGrpSpPr>
        <p:cNvPr id="1" name=""/>
        <p:cNvGrpSpPr/>
        <p:nvPr/>
      </p:nvGrpSpPr>
      <p:grpSpPr>
        <a:xfrm>
          <a:off x="0" y="0"/>
          <a:ext cx="0" cy="0"/>
          <a:chOff x="0" y="0"/>
          <a:chExt cx="0" cy="0"/>
        </a:xfrm>
      </p:grpSpPr>
      <p:sp>
        <p:nvSpPr>
          <p:cNvPr id="73" name="Rectangle 6" hidden="1"/>
          <p:cNvSpPr/>
          <p:nvPr/>
        </p:nvSpPr>
        <p:spPr>
          <a:xfrm>
            <a:off x="0" y="1235160"/>
            <a:ext cx="9905760" cy="31860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74" name="Rectangle 7" hidden="1"/>
          <p:cNvSpPr/>
          <p:nvPr/>
        </p:nvSpPr>
        <p:spPr>
          <a:xfrm>
            <a:off x="0" y="1279440"/>
            <a:ext cx="577440" cy="2282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75" name="Rectangle 8" hidden="1"/>
          <p:cNvSpPr/>
          <p:nvPr/>
        </p:nvSpPr>
        <p:spPr>
          <a:xfrm>
            <a:off x="639720" y="1279440"/>
            <a:ext cx="9266040" cy="22824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76" name="Rectangle 6"/>
          <p:cNvSpPr/>
          <p:nvPr/>
        </p:nvSpPr>
        <p:spPr>
          <a:xfrm>
            <a:off x="6603840" y="0"/>
            <a:ext cx="347400" cy="6857640"/>
          </a:xfrm>
          <a:prstGeom prst="rect">
            <a:avLst/>
          </a:prstGeom>
          <a:solidFill>
            <a:srgbClr val="ffffff"/>
          </a:solidFill>
          <a:ln>
            <a:noFill/>
          </a:ln>
        </p:spPr>
        <p:style>
          <a:lnRef idx="2">
            <a:schemeClr val="accent1"/>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77" name="Rectangle 7"/>
          <p:cNvSpPr/>
          <p:nvPr/>
        </p:nvSpPr>
        <p:spPr>
          <a:xfrm>
            <a:off x="6653160" y="609480"/>
            <a:ext cx="247320" cy="6248160"/>
          </a:xfrm>
          <a:prstGeom prst="rect">
            <a:avLst/>
          </a:prstGeom>
          <a:solidFill>
            <a:schemeClr val="accent1"/>
          </a:solidFill>
          <a:ln>
            <a:noFill/>
          </a:ln>
        </p:spPr>
        <p:style>
          <a:lnRef idx="2">
            <a:schemeClr val="accent1"/>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78" name="Rectangle 8"/>
          <p:cNvSpPr/>
          <p:nvPr/>
        </p:nvSpPr>
        <p:spPr>
          <a:xfrm>
            <a:off x="6653160" y="0"/>
            <a:ext cx="247320" cy="533160"/>
          </a:xfrm>
          <a:prstGeom prst="rect">
            <a:avLst/>
          </a:prstGeom>
          <a:solidFill>
            <a:schemeClr val="accent2"/>
          </a:solidFill>
          <a:ln>
            <a:noFill/>
          </a:ln>
        </p:spPr>
        <p:style>
          <a:lnRef idx="2">
            <a:schemeClr val="accent1"/>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79" name="PlaceHolder 1"/>
          <p:cNvSpPr>
            <a:spLocks noGrp="1"/>
          </p:cNvSpPr>
          <p:nvPr>
            <p:ph type="title"/>
          </p:nvPr>
        </p:nvSpPr>
        <p:spPr>
          <a:xfrm>
            <a:off x="7099200" y="609480"/>
            <a:ext cx="2228400" cy="5516280"/>
          </a:xfrm>
          <a:prstGeom prst="rect">
            <a:avLst/>
          </a:prstGeom>
          <a:noFill/>
          <a:ln w="9360">
            <a:noFill/>
          </a:ln>
        </p:spPr>
        <p:txBody>
          <a:bodyPr numCol="1" spcCol="0" lIns="91440" rIns="91440" tIns="45720" bIns="45720" anchor="ctr" vert="eaVert">
            <a:noAutofit/>
          </a:bodyPr>
          <a:p>
            <a:pPr indent="0">
              <a:lnSpc>
                <a:spcPct val="100000"/>
              </a:lnSpc>
              <a:buNone/>
            </a:pPr>
            <a:r>
              <a:rPr b="0" lang="ja-JP" sz="3600" strike="noStrike" u="none">
                <a:solidFill>
                  <a:schemeClr val="dk1"/>
                </a:solidFill>
                <a:effectLst/>
                <a:uFillTx/>
                <a:latin typeface="ＭＳ Ｐゴシック"/>
                <a:ea typeface="ＭＳ Ｐゴシック"/>
              </a:rPr>
              <a:t>マスター タイトルの書式設定</a:t>
            </a:r>
            <a:endParaRPr b="0" lang="en-US" sz="3600" strike="noStrike" u="none">
              <a:solidFill>
                <a:schemeClr val="dk1"/>
              </a:solidFill>
              <a:effectLst/>
              <a:uFillTx/>
              <a:latin typeface="Tw Cen MT"/>
            </a:endParaRPr>
          </a:p>
        </p:txBody>
      </p:sp>
      <p:sp>
        <p:nvSpPr>
          <p:cNvPr id="80" name="PlaceHolder 2"/>
          <p:cNvSpPr>
            <a:spLocks noGrp="1"/>
          </p:cNvSpPr>
          <p:nvPr>
            <p:ph type="body"/>
          </p:nvPr>
        </p:nvSpPr>
        <p:spPr>
          <a:xfrm>
            <a:off x="495360" y="609480"/>
            <a:ext cx="6025680" cy="5516280"/>
          </a:xfrm>
          <a:prstGeom prst="rect">
            <a:avLst/>
          </a:prstGeom>
          <a:noFill/>
          <a:ln w="9360">
            <a:noFill/>
          </a:ln>
        </p:spPr>
        <p:txBody>
          <a:bodyPr numCol="1" spcCol="0" lIns="91440" rIns="91440" tIns="45720" bIns="45720" anchor="t" vert="eaVert">
            <a:noAutofit/>
          </a:bodyPr>
          <a:p>
            <a:pPr marL="318960" indent="-318960">
              <a:lnSpc>
                <a:spcPct val="100000"/>
              </a:lnSpc>
              <a:spcBef>
                <a:spcPts val="700"/>
              </a:spcBef>
              <a:buClr>
                <a:srgbClr val="feb80a"/>
              </a:buClr>
              <a:buSzPct val="60000"/>
              <a:buFont typeface="Wingdings" charset="2"/>
              <a:buChar char=""/>
            </a:pPr>
            <a:r>
              <a:rPr b="0" lang="ja-JP" sz="2900" strike="noStrike" u="none">
                <a:solidFill>
                  <a:schemeClr val="dk1"/>
                </a:solidFill>
                <a:effectLst/>
                <a:uFillTx/>
                <a:latin typeface="ＭＳ Ｐゴシック"/>
                <a:ea typeface="ＭＳ Ｐゴシック"/>
              </a:rPr>
              <a:t>マスター テキストの書式設定</a:t>
            </a:r>
            <a:endParaRPr b="0" lang="en-US" sz="2900" strike="noStrike" u="none">
              <a:solidFill>
                <a:schemeClr val="dk1"/>
              </a:solidFill>
              <a:effectLst/>
              <a:uFillTx/>
              <a:latin typeface="ＭＳ Ｐゴシック"/>
            </a:endParaRPr>
          </a:p>
          <a:p>
            <a:pPr lvl="1" marL="639720" indent="-272880">
              <a:lnSpc>
                <a:spcPct val="100000"/>
              </a:lnSpc>
              <a:spcBef>
                <a:spcPts val="550"/>
              </a:spcBef>
              <a:buClr>
                <a:srgbClr val="3891a7"/>
              </a:buClr>
              <a:buSzPct val="70000"/>
              <a:buFont typeface="Wingdings 2" charset="2"/>
              <a:buChar char=""/>
            </a:pPr>
            <a:r>
              <a:rPr b="0" lang="ja-JP" sz="2600" strike="noStrike" u="none">
                <a:solidFill>
                  <a:schemeClr val="dk1"/>
                </a:solidFill>
                <a:effectLst/>
                <a:uFillTx/>
                <a:latin typeface="ＭＳ Ｐゴシック"/>
                <a:ea typeface="ＭＳ Ｐゴシック"/>
              </a:rPr>
              <a:t>第 </a:t>
            </a:r>
            <a:r>
              <a:rPr b="0" lang="en-US" sz="2600" strike="noStrike" u="none">
                <a:solidFill>
                  <a:schemeClr val="dk1"/>
                </a:solidFill>
                <a:effectLst/>
                <a:uFillTx/>
                <a:latin typeface="ＭＳ Ｐゴシック"/>
                <a:ea typeface="ＭＳ Ｐゴシック"/>
              </a:rPr>
              <a:t>2 </a:t>
            </a:r>
            <a:r>
              <a:rPr b="0" lang="ja-JP" sz="2600" strike="noStrike" u="none">
                <a:solidFill>
                  <a:schemeClr val="dk1"/>
                </a:solidFill>
                <a:effectLst/>
                <a:uFillTx/>
                <a:latin typeface="ＭＳ Ｐゴシック"/>
                <a:ea typeface="ＭＳ Ｐゴシック"/>
              </a:rPr>
              <a:t>レベル</a:t>
            </a:r>
            <a:endParaRPr b="0" lang="en-US" sz="2600" strike="noStrike" u="none">
              <a:solidFill>
                <a:schemeClr val="dk1"/>
              </a:solidFill>
              <a:effectLst/>
              <a:uFillTx/>
              <a:latin typeface="ＭＳ Ｐゴシック"/>
            </a:endParaRPr>
          </a:p>
          <a:p>
            <a:pPr lvl="2" marL="914400" indent="-228600">
              <a:lnSpc>
                <a:spcPct val="100000"/>
              </a:lnSpc>
              <a:spcBef>
                <a:spcPts val="499"/>
              </a:spcBef>
              <a:buClr>
                <a:srgbClr val="feb80a"/>
              </a:buClr>
              <a:buSzPct val="75000"/>
              <a:buFont typeface="Wingdings" charset="2"/>
              <a:buChar char=""/>
            </a:pPr>
            <a:r>
              <a:rPr b="0" lang="ja-JP" sz="2300" strike="noStrike" u="none">
                <a:solidFill>
                  <a:schemeClr val="dk1"/>
                </a:solidFill>
                <a:effectLst/>
                <a:uFillTx/>
                <a:latin typeface="ＭＳ Ｐゴシック"/>
                <a:ea typeface="ＭＳ Ｐゴシック"/>
              </a:rPr>
              <a:t>第 </a:t>
            </a:r>
            <a:r>
              <a:rPr b="0" lang="en-US" sz="2300" strike="noStrike" u="none">
                <a:solidFill>
                  <a:schemeClr val="dk1"/>
                </a:solidFill>
                <a:effectLst/>
                <a:uFillTx/>
                <a:latin typeface="ＭＳ Ｐゴシック"/>
                <a:ea typeface="ＭＳ Ｐゴシック"/>
              </a:rPr>
              <a:t>3 </a:t>
            </a:r>
            <a:r>
              <a:rPr b="0" lang="ja-JP" sz="2300" strike="noStrike" u="none">
                <a:solidFill>
                  <a:schemeClr val="dk1"/>
                </a:solidFill>
                <a:effectLst/>
                <a:uFillTx/>
                <a:latin typeface="ＭＳ Ｐゴシック"/>
                <a:ea typeface="ＭＳ Ｐゴシック"/>
              </a:rPr>
              <a:t>レベル</a:t>
            </a:r>
            <a:endParaRPr b="0" lang="en-US" sz="2300" strike="noStrike" u="none">
              <a:solidFill>
                <a:schemeClr val="dk1"/>
              </a:solidFill>
              <a:effectLst/>
              <a:uFillTx/>
              <a:latin typeface="ＭＳ Ｐゴシック"/>
            </a:endParaRPr>
          </a:p>
          <a:p>
            <a:pPr lvl="3" marL="1371600" indent="-228600">
              <a:lnSpc>
                <a:spcPct val="100000"/>
              </a:lnSpc>
              <a:spcBef>
                <a:spcPts val="400"/>
              </a:spcBef>
              <a:buClr>
                <a:srgbClr val="c32d2e"/>
              </a:buClr>
              <a:buSzPct val="7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4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a:p>
            <a:pPr lvl="4" marL="1828800" indent="-228600">
              <a:lnSpc>
                <a:spcPct val="100000"/>
              </a:lnSpc>
              <a:spcBef>
                <a:spcPts val="400"/>
              </a:spcBef>
              <a:buClr>
                <a:srgbClr val="84aa33"/>
              </a:buClr>
              <a:buSzPct val="6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5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p:txBody>
      </p:sp>
      <p:sp>
        <p:nvSpPr>
          <p:cNvPr id="81" name="PlaceHolder 3"/>
          <p:cNvSpPr>
            <a:spLocks noGrp="1"/>
          </p:cNvSpPr>
          <p:nvPr>
            <p:ph type="dt" idx="29"/>
          </p:nvPr>
        </p:nvSpPr>
        <p:spPr>
          <a:xfrm>
            <a:off x="7099200" y="6248520"/>
            <a:ext cx="2393640" cy="364680"/>
          </a:xfrm>
          <a:prstGeom prst="rect">
            <a:avLst/>
          </a:prstGeom>
          <a:noFill/>
          <a:ln w="0">
            <a:noFill/>
          </a:ln>
        </p:spPr>
        <p:txBody>
          <a:bodyPr lIns="90000" rIns="90000" tIns="45000" bIns="45000" anchor="ctr">
            <a:noAutofit/>
          </a:bodyPr>
          <a:lstStyle>
            <a:lvl1pPr indent="0">
              <a:lnSpc>
                <a:spcPct val="100000"/>
              </a:lnSpc>
              <a:buNone/>
              <a:defRPr b="0" lang="en-US" sz="1400" strike="noStrike" u="none">
                <a:solidFill>
                  <a:srgbClr val="000000"/>
                </a:solidFill>
                <a:effectLst/>
                <a:uFillTx/>
                <a:latin typeface="ＭＳ Ｐゴシック"/>
                <a:ea typeface="ＭＳ Ｐゴシック"/>
              </a:defRPr>
            </a:lvl1pPr>
          </a:lstStyle>
          <a:p>
            <a:pPr indent="0">
              <a:lnSpc>
                <a:spcPct val="100000"/>
              </a:lnSpc>
              <a:buNone/>
            </a:pPr>
            <a:r>
              <a:rPr b="0" lang="en-US" sz="1400" strike="noStrike" u="none">
                <a:solidFill>
                  <a:srgbClr val="000000"/>
                </a:solidFill>
                <a:effectLst/>
                <a:uFillTx/>
                <a:latin typeface="ＭＳ Ｐゴシック"/>
                <a:ea typeface="ＭＳ Ｐゴシック"/>
              </a:rPr>
              <a:t>&lt;日付/時刻&gt;</a:t>
            </a:r>
            <a:endParaRPr b="0" lang="en-US" sz="1400" strike="noStrike" u="none">
              <a:solidFill>
                <a:srgbClr val="000000"/>
              </a:solidFill>
              <a:effectLst/>
              <a:uFillTx/>
              <a:latin typeface="游明朝"/>
            </a:endParaRPr>
          </a:p>
        </p:txBody>
      </p:sp>
      <p:sp>
        <p:nvSpPr>
          <p:cNvPr id="82" name="PlaceHolder 4"/>
          <p:cNvSpPr>
            <a:spLocks noGrp="1"/>
          </p:cNvSpPr>
          <p:nvPr>
            <p:ph type="ftr" idx="30"/>
          </p:nvPr>
        </p:nvSpPr>
        <p:spPr>
          <a:xfrm>
            <a:off x="495360" y="6248520"/>
            <a:ext cx="6036840" cy="364680"/>
          </a:xfrm>
          <a:prstGeom prst="rect">
            <a:avLst/>
          </a:prstGeom>
          <a:noFill/>
          <a:ln w="0">
            <a:noFill/>
          </a:ln>
        </p:spPr>
        <p:txBody>
          <a:bodyPr numCol="1" spcCol="0" lIns="91440" rIns="91440" tIns="45720" bIns="45720" anchor="ctr">
            <a:noAutofit/>
          </a:bodyPr>
          <a:lstStyle>
            <a:lvl1pPr indent="0" algn="ctr">
              <a:buNone/>
              <a:defRPr b="0" lang="en-US" sz="1400" strike="noStrike" u="none">
                <a:solidFill>
                  <a:srgbClr val="000000"/>
                </a:solidFill>
                <a:effectLst/>
                <a:uFillTx/>
                <a:latin typeface="游明朝"/>
              </a:defRPr>
            </a:lvl1pPr>
          </a:lstStyle>
          <a:p>
            <a:pPr indent="0" algn="ctr">
              <a:buNone/>
            </a:pPr>
            <a:r>
              <a:rPr b="0" lang="en-US" sz="1400" strike="noStrike" u="none">
                <a:solidFill>
                  <a:srgbClr val="000000"/>
                </a:solidFill>
                <a:effectLst/>
                <a:uFillTx/>
                <a:latin typeface="游明朝"/>
              </a:rPr>
              <a:t>&lt;フッター&gt;</a:t>
            </a:r>
            <a:endParaRPr b="0" lang="en-US" sz="1400" strike="noStrike" u="none">
              <a:solidFill>
                <a:srgbClr val="000000"/>
              </a:solidFill>
              <a:effectLst/>
              <a:uFillTx/>
              <a:latin typeface="游明朝"/>
            </a:endParaRPr>
          </a:p>
        </p:txBody>
      </p:sp>
      <p:sp>
        <p:nvSpPr>
          <p:cNvPr id="83" name="PlaceHolder 5"/>
          <p:cNvSpPr>
            <a:spLocks noGrp="1"/>
          </p:cNvSpPr>
          <p:nvPr>
            <p:ph type="sldNum" idx="31"/>
          </p:nvPr>
        </p:nvSpPr>
        <p:spPr>
          <a:xfrm rot="5400000">
            <a:off x="6511680" y="133920"/>
            <a:ext cx="533160" cy="264600"/>
          </a:xfrm>
          <a:prstGeom prst="rect">
            <a:avLst/>
          </a:prstGeom>
          <a:noFill/>
          <a:ln w="0">
            <a:noFill/>
          </a:ln>
        </p:spPr>
        <p:txBody>
          <a:bodyPr lIns="90000" rIns="90000" tIns="45000" bIns="45000" anchor="ctr">
            <a:noAutofit/>
          </a:bodyPr>
          <a:lstStyle>
            <a:lvl1pPr indent="0" algn="ctr">
              <a:lnSpc>
                <a:spcPct val="100000"/>
              </a:lnSpc>
              <a:buNone/>
              <a:defRPr b="1" lang="en-US" sz="1200" strike="noStrike" u="none">
                <a:solidFill>
                  <a:srgbClr val="000000"/>
                </a:solidFill>
                <a:effectLst/>
                <a:uFillTx/>
                <a:latin typeface="ＭＳ Ｐゴシック"/>
                <a:ea typeface="ＭＳ Ｐゴシック"/>
              </a:defRPr>
            </a:lvl1pPr>
          </a:lstStyle>
          <a:p>
            <a:pPr indent="0" algn="ctr">
              <a:lnSpc>
                <a:spcPct val="100000"/>
              </a:lnSpc>
              <a:buNone/>
            </a:pPr>
            <a:fld id="{B13EBB83-B7ED-4B30-A01E-A19DB2F5AA36}" type="slidenum">
              <a:rPr b="1" lang="en-US" sz="1200" strike="noStrike" u="none">
                <a:solidFill>
                  <a:srgbClr val="000000"/>
                </a:solidFill>
                <a:effectLst/>
                <a:uFillTx/>
                <a:latin typeface="ＭＳ Ｐゴシック"/>
                <a:ea typeface="ＭＳ Ｐゴシック"/>
              </a:rPr>
              <a:t>&lt;番号&gt;</a:t>
            </a:fld>
            <a:endParaRPr b="0" lang="en-US" sz="1200" strike="noStrike" u="none">
              <a:solidFill>
                <a:srgbClr val="000000"/>
              </a:solidFill>
              <a:effectLst/>
              <a:uFillTx/>
              <a:latin typeface="游明朝"/>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白紙">
    <p:bg>
      <p:bgPr>
        <a:blipFill rotWithShape="0">
          <a:blip r:embed="rId2"/>
          <a:tile tx="0" ty="0" sx="100000" sy="100000" algn="tl"/>
        </a:blipFill>
      </p:bgPr>
    </p:bg>
    <p:spTree>
      <p:nvGrpSpPr>
        <p:cNvPr id="1" name=""/>
        <p:cNvGrpSpPr/>
        <p:nvPr/>
      </p:nvGrpSpPr>
      <p:grpSpPr>
        <a:xfrm>
          <a:off x="0" y="0"/>
          <a:ext cx="0" cy="0"/>
          <a:chOff x="0" y="0"/>
          <a:chExt cx="0" cy="0"/>
        </a:xfrm>
      </p:grpSpPr>
      <p:sp>
        <p:nvSpPr>
          <p:cNvPr id="84" name="Rectangle 6"/>
          <p:cNvSpPr/>
          <p:nvPr/>
        </p:nvSpPr>
        <p:spPr>
          <a:xfrm>
            <a:off x="0" y="1235160"/>
            <a:ext cx="9905760" cy="31860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85" name="Rectangle 7"/>
          <p:cNvSpPr/>
          <p:nvPr/>
        </p:nvSpPr>
        <p:spPr>
          <a:xfrm>
            <a:off x="0" y="1279440"/>
            <a:ext cx="577440" cy="2282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86" name="Rectangle 8"/>
          <p:cNvSpPr/>
          <p:nvPr/>
        </p:nvSpPr>
        <p:spPr>
          <a:xfrm>
            <a:off x="639720" y="1279440"/>
            <a:ext cx="9266040" cy="22824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87" name="PlaceHolder 1"/>
          <p:cNvSpPr>
            <a:spLocks noGrp="1"/>
          </p:cNvSpPr>
          <p:nvPr>
            <p:ph type="dt" idx="32"/>
          </p:nvPr>
        </p:nvSpPr>
        <p:spPr>
          <a:xfrm>
            <a:off x="6603840" y="6248520"/>
            <a:ext cx="2889000" cy="364680"/>
          </a:xfrm>
          <a:prstGeom prst="rect">
            <a:avLst/>
          </a:prstGeom>
          <a:noFill/>
          <a:ln w="0">
            <a:noFill/>
          </a:ln>
        </p:spPr>
        <p:txBody>
          <a:bodyPr lIns="90000" rIns="90000" tIns="45000" bIns="45000" anchor="ctr">
            <a:noAutofit/>
          </a:bodyPr>
          <a:lstStyle>
            <a:lvl1pPr indent="0">
              <a:lnSpc>
                <a:spcPct val="100000"/>
              </a:lnSpc>
              <a:buNone/>
              <a:defRPr b="0" lang="en-US" sz="1400" strike="noStrike" u="none">
                <a:solidFill>
                  <a:srgbClr val="000000"/>
                </a:solidFill>
                <a:effectLst/>
                <a:uFillTx/>
                <a:latin typeface="ＭＳ Ｐゴシック"/>
                <a:ea typeface="ＭＳ Ｐゴシック"/>
              </a:defRPr>
            </a:lvl1pPr>
          </a:lstStyle>
          <a:p>
            <a:pPr indent="0">
              <a:lnSpc>
                <a:spcPct val="100000"/>
              </a:lnSpc>
              <a:buNone/>
            </a:pPr>
            <a:r>
              <a:rPr b="0" lang="en-US" sz="1400" strike="noStrike" u="none">
                <a:solidFill>
                  <a:srgbClr val="000000"/>
                </a:solidFill>
                <a:effectLst/>
                <a:uFillTx/>
                <a:latin typeface="ＭＳ Ｐゴシック"/>
                <a:ea typeface="ＭＳ Ｐゴシック"/>
              </a:rPr>
              <a:t>&lt;日付/時刻&gt;</a:t>
            </a:r>
            <a:endParaRPr b="0" lang="en-US" sz="1400" strike="noStrike" u="none">
              <a:solidFill>
                <a:srgbClr val="000000"/>
              </a:solidFill>
              <a:effectLst/>
              <a:uFillTx/>
              <a:latin typeface="游明朝"/>
            </a:endParaRPr>
          </a:p>
        </p:txBody>
      </p:sp>
      <p:sp>
        <p:nvSpPr>
          <p:cNvPr id="88" name="PlaceHolder 2"/>
          <p:cNvSpPr>
            <a:spLocks noGrp="1"/>
          </p:cNvSpPr>
          <p:nvPr>
            <p:ph type="ftr" idx="33"/>
          </p:nvPr>
        </p:nvSpPr>
        <p:spPr>
          <a:xfrm>
            <a:off x="660240" y="6248520"/>
            <a:ext cx="5871960" cy="364680"/>
          </a:xfrm>
          <a:prstGeom prst="rect">
            <a:avLst/>
          </a:prstGeom>
          <a:noFill/>
          <a:ln w="0">
            <a:noFill/>
          </a:ln>
        </p:spPr>
        <p:txBody>
          <a:bodyPr numCol="1" spcCol="0" lIns="91440" rIns="91440" tIns="45720" bIns="45720" anchor="ctr">
            <a:noAutofit/>
          </a:bodyPr>
          <a:lstStyle>
            <a:lvl1pPr indent="0" algn="ctr">
              <a:buNone/>
              <a:defRPr b="0" lang="en-US" sz="1400" strike="noStrike" u="none">
                <a:solidFill>
                  <a:srgbClr val="000000"/>
                </a:solidFill>
                <a:effectLst/>
                <a:uFillTx/>
                <a:latin typeface="游明朝"/>
              </a:defRPr>
            </a:lvl1pPr>
          </a:lstStyle>
          <a:p>
            <a:pPr indent="0" algn="ctr">
              <a:buNone/>
            </a:pPr>
            <a:r>
              <a:rPr b="0" lang="en-US" sz="1400" strike="noStrike" u="none">
                <a:solidFill>
                  <a:srgbClr val="000000"/>
                </a:solidFill>
                <a:effectLst/>
                <a:uFillTx/>
                <a:latin typeface="游明朝"/>
              </a:rPr>
              <a:t>&lt;フッター&gt;</a:t>
            </a:r>
            <a:endParaRPr b="0" lang="en-US" sz="1400" strike="noStrike" u="none">
              <a:solidFill>
                <a:srgbClr val="000000"/>
              </a:solidFill>
              <a:effectLst/>
              <a:uFillTx/>
              <a:latin typeface="游明朝"/>
            </a:endParaRPr>
          </a:p>
        </p:txBody>
      </p:sp>
      <p:sp>
        <p:nvSpPr>
          <p:cNvPr id="89" name="PlaceHolder 3"/>
          <p:cNvSpPr>
            <a:spLocks noGrp="1"/>
          </p:cNvSpPr>
          <p:nvPr>
            <p:ph type="sldNum" idx="34"/>
          </p:nvPr>
        </p:nvSpPr>
        <p:spPr>
          <a:xfrm>
            <a:off x="9328320" y="6597720"/>
            <a:ext cx="577440" cy="244080"/>
          </a:xfrm>
          <a:prstGeom prst="rect">
            <a:avLst/>
          </a:prstGeom>
          <a:noFill/>
          <a:ln w="0">
            <a:noFill/>
          </a:ln>
        </p:spPr>
        <p:txBody>
          <a:bodyPr lIns="90000" rIns="90000" tIns="45000" bIns="45000" anchor="ctr">
            <a:noAutofit/>
          </a:bodyPr>
          <a:lstStyle>
            <a:lvl1pPr indent="0" algn="ctr">
              <a:lnSpc>
                <a:spcPct val="100000"/>
              </a:lnSpc>
              <a:buNone/>
              <a:defRPr b="1" lang="en-US" sz="1200" strike="noStrike" u="none">
                <a:solidFill>
                  <a:srgbClr val="000000"/>
                </a:solidFill>
                <a:effectLst/>
                <a:uFillTx/>
                <a:latin typeface="ＭＳ Ｐゴシック"/>
                <a:ea typeface="ＭＳ Ｐゴシック"/>
              </a:defRPr>
            </a:lvl1pPr>
          </a:lstStyle>
          <a:p>
            <a:pPr indent="0" algn="ctr">
              <a:lnSpc>
                <a:spcPct val="100000"/>
              </a:lnSpc>
              <a:buNone/>
            </a:pPr>
            <a:fld id="{A9C4FAA3-DF22-457E-A709-A762A6D41504}" type="slidenum">
              <a:rPr b="1" lang="en-US" sz="1200" strike="noStrike" u="none">
                <a:solidFill>
                  <a:srgbClr val="000000"/>
                </a:solidFill>
                <a:effectLst/>
                <a:uFillTx/>
                <a:latin typeface="ＭＳ Ｐゴシック"/>
                <a:ea typeface="ＭＳ Ｐゴシック"/>
              </a:rPr>
              <a:t>&lt;番号&gt;</a:t>
            </a:fld>
            <a:endParaRPr b="0" lang="en-US" sz="1200" strike="noStrike" u="none">
              <a:solidFill>
                <a:srgbClr val="000000"/>
              </a:solidFill>
              <a:effectLst/>
              <a:uFillTx/>
              <a:latin typeface="游明朝"/>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bl" preserve="1">
  <p:cSld name="タイトルと表">
    <p:bg>
      <p:bgPr>
        <a:blipFill rotWithShape="0">
          <a:blip r:embed="rId2"/>
          <a:tile tx="0" ty="0" sx="100000" sy="100000" algn="tl"/>
        </a:blipFill>
      </p:bgPr>
    </p:bg>
    <p:spTree>
      <p:nvGrpSpPr>
        <p:cNvPr id="1" name=""/>
        <p:cNvGrpSpPr/>
        <p:nvPr/>
      </p:nvGrpSpPr>
      <p:grpSpPr>
        <a:xfrm>
          <a:off x="0" y="0"/>
          <a:ext cx="0" cy="0"/>
          <a:chOff x="0" y="0"/>
          <a:chExt cx="0" cy="0"/>
        </a:xfrm>
      </p:grpSpPr>
      <p:sp>
        <p:nvSpPr>
          <p:cNvPr id="90" name="Rectangle 6"/>
          <p:cNvSpPr/>
          <p:nvPr/>
        </p:nvSpPr>
        <p:spPr>
          <a:xfrm>
            <a:off x="0" y="1235160"/>
            <a:ext cx="9905760" cy="31860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91" name="Rectangle 7"/>
          <p:cNvSpPr/>
          <p:nvPr/>
        </p:nvSpPr>
        <p:spPr>
          <a:xfrm>
            <a:off x="0" y="1279440"/>
            <a:ext cx="577440" cy="2282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92" name="Rectangle 8"/>
          <p:cNvSpPr/>
          <p:nvPr/>
        </p:nvSpPr>
        <p:spPr>
          <a:xfrm>
            <a:off x="639720" y="1279440"/>
            <a:ext cx="9266040" cy="22824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93" name="PlaceHolder 1"/>
          <p:cNvSpPr>
            <a:spLocks noGrp="1"/>
          </p:cNvSpPr>
          <p:nvPr>
            <p:ph type="title"/>
          </p:nvPr>
        </p:nvSpPr>
        <p:spPr>
          <a:xfrm>
            <a:off x="495360" y="274680"/>
            <a:ext cx="8915040" cy="1142640"/>
          </a:xfrm>
          <a:prstGeom prst="rect">
            <a:avLst/>
          </a:prstGeom>
          <a:noFill/>
          <a:ln w="9360">
            <a:noFill/>
          </a:ln>
        </p:spPr>
        <p:txBody>
          <a:bodyPr numCol="1" spcCol="0" lIns="91440" rIns="91440" tIns="45720" bIns="45720" anchor="ctr">
            <a:noAutofit/>
          </a:bodyPr>
          <a:p>
            <a:pPr indent="0">
              <a:lnSpc>
                <a:spcPct val="100000"/>
              </a:lnSpc>
              <a:buNone/>
            </a:pPr>
            <a:r>
              <a:rPr b="0" lang="ja-JP" sz="3600" strike="noStrike" u="none">
                <a:solidFill>
                  <a:schemeClr val="dk1"/>
                </a:solidFill>
                <a:effectLst/>
                <a:uFillTx/>
                <a:latin typeface="ＭＳ Ｐゴシック"/>
                <a:ea typeface="ＭＳ Ｐゴシック"/>
              </a:rPr>
              <a:t>マスタ タイトルの書式設定</a:t>
            </a:r>
            <a:endParaRPr b="0" lang="en-US" sz="3600" strike="noStrike" u="none">
              <a:solidFill>
                <a:schemeClr val="dk1"/>
              </a:solidFill>
              <a:effectLst/>
              <a:uFillTx/>
              <a:latin typeface="Tw Cen MT"/>
            </a:endParaRPr>
          </a:p>
        </p:txBody>
      </p:sp>
      <p:sp>
        <p:nvSpPr>
          <p:cNvPr id="94" name="PlaceHolder 2"/>
          <p:cNvSpPr>
            <a:spLocks noGrp="1"/>
          </p:cNvSpPr>
          <p:nvPr>
            <p:ph type="body"/>
          </p:nvPr>
        </p:nvSpPr>
        <p:spPr>
          <a:xfrm>
            <a:off x="495360" y="1600200"/>
            <a:ext cx="8915040" cy="452556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ja-JP" sz="1800" strike="noStrike" u="none">
                <a:solidFill>
                  <a:schemeClr val="dk1"/>
                </a:solidFill>
                <a:effectLst/>
                <a:uFillTx/>
                <a:latin typeface="ＭＳ Ｐゴシック"/>
              </a:rPr>
              <a:t>クリックしてアウトラインのテキストを編集</a:t>
            </a:r>
            <a:endParaRPr b="0" lang="en-US" sz="1800" strike="noStrike" u="none">
              <a:solidFill>
                <a:schemeClr val="dk1"/>
              </a:solidFill>
              <a:effectLst/>
              <a:uFillTx/>
              <a:latin typeface="ＭＳ Ｐゴシック"/>
            </a:endParaRPr>
          </a:p>
          <a:p>
            <a:pPr lvl="1" marL="864000" indent="-324000">
              <a:spcBef>
                <a:spcPts val="1134"/>
              </a:spcBef>
              <a:buClr>
                <a:srgbClr val="000000"/>
              </a:buClr>
              <a:buSzPct val="75000"/>
              <a:buFont typeface="Symbol" charset="2"/>
              <a:buChar char=""/>
            </a:pPr>
            <a:r>
              <a:rPr b="0" lang="ja-JP" sz="1800" strike="noStrike" u="none">
                <a:solidFill>
                  <a:schemeClr val="dk1"/>
                </a:solidFill>
                <a:effectLst/>
                <a:uFillTx/>
                <a:latin typeface="ＭＳ Ｐゴシック"/>
              </a:rPr>
              <a:t>第</a:t>
            </a:r>
            <a:r>
              <a:rPr b="0" lang="en-US" sz="1800" strike="noStrike" u="none">
                <a:solidFill>
                  <a:schemeClr val="dk1"/>
                </a:solidFill>
                <a:effectLst/>
                <a:uFillTx/>
                <a:latin typeface="ＭＳ Ｐゴシック"/>
              </a:rPr>
              <a:t>2</a:t>
            </a:r>
            <a:r>
              <a:rPr b="0" lang="ja-JP" sz="1800" strike="noStrike" u="none">
                <a:solidFill>
                  <a:schemeClr val="dk1"/>
                </a:solidFill>
                <a:effectLst/>
                <a:uFillTx/>
                <a:latin typeface="ＭＳ Ｐゴシック"/>
              </a:rPr>
              <a:t>レベル アウトライン</a:t>
            </a:r>
            <a:endParaRPr b="0" lang="en-US" sz="1800" strike="noStrike" u="none">
              <a:solidFill>
                <a:schemeClr val="dk1"/>
              </a:solidFill>
              <a:effectLst/>
              <a:uFillTx/>
              <a:latin typeface="ＭＳ Ｐゴシック"/>
            </a:endParaRPr>
          </a:p>
          <a:p>
            <a:pPr lvl="2" marL="1296000" indent="-288000">
              <a:spcBef>
                <a:spcPts val="850"/>
              </a:spcBef>
              <a:buClr>
                <a:srgbClr val="000000"/>
              </a:buClr>
              <a:buSzPct val="45000"/>
              <a:buFont typeface="Wingdings" charset="2"/>
              <a:buChar char=""/>
            </a:pPr>
            <a:r>
              <a:rPr b="0" lang="ja-JP" sz="1800" strike="noStrike" u="none">
                <a:solidFill>
                  <a:schemeClr val="dk1"/>
                </a:solidFill>
                <a:effectLst/>
                <a:uFillTx/>
                <a:latin typeface="ＭＳ Ｐゴシック"/>
              </a:rPr>
              <a:t>第</a:t>
            </a:r>
            <a:r>
              <a:rPr b="0" lang="en-US" sz="1800" strike="noStrike" u="none">
                <a:solidFill>
                  <a:schemeClr val="dk1"/>
                </a:solidFill>
                <a:effectLst/>
                <a:uFillTx/>
                <a:latin typeface="ＭＳ Ｐゴシック"/>
              </a:rPr>
              <a:t>3</a:t>
            </a:r>
            <a:r>
              <a:rPr b="0" lang="ja-JP" sz="1800" strike="noStrike" u="none">
                <a:solidFill>
                  <a:schemeClr val="dk1"/>
                </a:solidFill>
                <a:effectLst/>
                <a:uFillTx/>
                <a:latin typeface="ＭＳ Ｐゴシック"/>
              </a:rPr>
              <a:t>レベル アウトライン</a:t>
            </a:r>
            <a:endParaRPr b="0" lang="en-US" sz="1800" strike="noStrike" u="none">
              <a:solidFill>
                <a:schemeClr val="dk1"/>
              </a:solidFill>
              <a:effectLst/>
              <a:uFillTx/>
              <a:latin typeface="ＭＳ Ｐゴシック"/>
            </a:endParaRPr>
          </a:p>
          <a:p>
            <a:pPr lvl="3" marL="1728000" indent="-216000">
              <a:spcBef>
                <a:spcPts val="567"/>
              </a:spcBef>
              <a:buClr>
                <a:srgbClr val="000000"/>
              </a:buClr>
              <a:buSzPct val="75000"/>
              <a:buFont typeface="Symbol" charset="2"/>
              <a:buChar char=""/>
            </a:pPr>
            <a:r>
              <a:rPr b="0" lang="ja-JP" sz="1800" strike="noStrike" u="none">
                <a:solidFill>
                  <a:schemeClr val="dk1"/>
                </a:solidFill>
                <a:effectLst/>
                <a:uFillTx/>
                <a:latin typeface="ＭＳ Ｐゴシック"/>
              </a:rPr>
              <a:t>第</a:t>
            </a:r>
            <a:r>
              <a:rPr b="0" lang="en-US" sz="1800" strike="noStrike" u="none">
                <a:solidFill>
                  <a:schemeClr val="dk1"/>
                </a:solidFill>
                <a:effectLst/>
                <a:uFillTx/>
                <a:latin typeface="ＭＳ Ｐゴシック"/>
              </a:rPr>
              <a:t>4</a:t>
            </a:r>
            <a:r>
              <a:rPr b="0" lang="ja-JP" sz="1800" strike="noStrike" u="none">
                <a:solidFill>
                  <a:schemeClr val="dk1"/>
                </a:solidFill>
                <a:effectLst/>
                <a:uFillTx/>
                <a:latin typeface="ＭＳ Ｐゴシック"/>
              </a:rPr>
              <a:t>レベル アウトライン</a:t>
            </a:r>
            <a:endParaRPr b="0" lang="en-US" sz="1800" strike="noStrike" u="none">
              <a:solidFill>
                <a:schemeClr val="dk1"/>
              </a:solidFill>
              <a:effectLst/>
              <a:uFillTx/>
              <a:latin typeface="ＭＳ Ｐゴシック"/>
            </a:endParaRPr>
          </a:p>
          <a:p>
            <a:pPr lvl="4" marL="2160000" indent="-216000">
              <a:spcBef>
                <a:spcPts val="283"/>
              </a:spcBef>
              <a:buClr>
                <a:srgbClr val="000000"/>
              </a:buClr>
              <a:buSzPct val="45000"/>
              <a:buFont typeface="Wingdings" charset="2"/>
              <a:buChar char=""/>
            </a:pPr>
            <a:r>
              <a:rPr b="0" lang="ja-JP" sz="1800" strike="noStrike" u="none">
                <a:solidFill>
                  <a:schemeClr val="dk1"/>
                </a:solidFill>
                <a:effectLst/>
                <a:uFillTx/>
                <a:latin typeface="ＭＳ Ｐゴシック"/>
              </a:rPr>
              <a:t>第</a:t>
            </a:r>
            <a:r>
              <a:rPr b="0" lang="en-US" sz="1800" strike="noStrike" u="none">
                <a:solidFill>
                  <a:schemeClr val="dk1"/>
                </a:solidFill>
                <a:effectLst/>
                <a:uFillTx/>
                <a:latin typeface="ＭＳ Ｐゴシック"/>
              </a:rPr>
              <a:t>5</a:t>
            </a:r>
            <a:r>
              <a:rPr b="0" lang="ja-JP" sz="1800" strike="noStrike" u="none">
                <a:solidFill>
                  <a:schemeClr val="dk1"/>
                </a:solidFill>
                <a:effectLst/>
                <a:uFillTx/>
                <a:latin typeface="ＭＳ Ｐゴシック"/>
              </a:rPr>
              <a:t>レベル アウトライン</a:t>
            </a:r>
            <a:endParaRPr b="0" lang="en-US" sz="1800" strike="noStrike" u="none">
              <a:solidFill>
                <a:schemeClr val="dk1"/>
              </a:solidFill>
              <a:effectLst/>
              <a:uFillTx/>
              <a:latin typeface="ＭＳ Ｐゴシック"/>
            </a:endParaRPr>
          </a:p>
          <a:p>
            <a:pPr lvl="5" marL="2592000" indent="-216000">
              <a:spcBef>
                <a:spcPts val="283"/>
              </a:spcBef>
              <a:buClr>
                <a:srgbClr val="000000"/>
              </a:buClr>
              <a:buSzPct val="45000"/>
              <a:buFont typeface="Wingdings" charset="2"/>
              <a:buChar char=""/>
            </a:pPr>
            <a:r>
              <a:rPr b="0" lang="ja-JP" sz="1800" strike="noStrike" u="none">
                <a:solidFill>
                  <a:schemeClr val="dk1"/>
                </a:solidFill>
                <a:effectLst/>
                <a:uFillTx/>
                <a:latin typeface="ＭＳ Ｐゴシック"/>
              </a:rPr>
              <a:t>第</a:t>
            </a:r>
            <a:r>
              <a:rPr b="0" lang="en-US" sz="1800" strike="noStrike" u="none">
                <a:solidFill>
                  <a:schemeClr val="dk1"/>
                </a:solidFill>
                <a:effectLst/>
                <a:uFillTx/>
                <a:latin typeface="ＭＳ Ｐゴシック"/>
              </a:rPr>
              <a:t>6</a:t>
            </a:r>
            <a:r>
              <a:rPr b="0" lang="ja-JP" sz="1800" strike="noStrike" u="none">
                <a:solidFill>
                  <a:schemeClr val="dk1"/>
                </a:solidFill>
                <a:effectLst/>
                <a:uFillTx/>
                <a:latin typeface="ＭＳ Ｐゴシック"/>
              </a:rPr>
              <a:t>レベル アウトライン</a:t>
            </a:r>
            <a:endParaRPr b="0" lang="en-US" sz="1800" strike="noStrike" u="none">
              <a:solidFill>
                <a:schemeClr val="dk1"/>
              </a:solidFill>
              <a:effectLst/>
              <a:uFillTx/>
              <a:latin typeface="ＭＳ Ｐゴシック"/>
            </a:endParaRPr>
          </a:p>
          <a:p>
            <a:pPr lvl="6" marL="3024000" indent="-216000">
              <a:spcBef>
                <a:spcPts val="283"/>
              </a:spcBef>
              <a:buClr>
                <a:srgbClr val="000000"/>
              </a:buClr>
              <a:buSzPct val="45000"/>
              <a:buFont typeface="Wingdings" charset="2"/>
              <a:buChar char=""/>
            </a:pPr>
            <a:r>
              <a:rPr b="0" lang="ja-JP" sz="1800" strike="noStrike" u="none">
                <a:solidFill>
                  <a:schemeClr val="dk1"/>
                </a:solidFill>
                <a:effectLst/>
                <a:uFillTx/>
                <a:latin typeface="ＭＳ Ｐゴシック"/>
              </a:rPr>
              <a:t>第</a:t>
            </a:r>
            <a:r>
              <a:rPr b="0" lang="en-US" sz="1800" strike="noStrike" u="none">
                <a:solidFill>
                  <a:schemeClr val="dk1"/>
                </a:solidFill>
                <a:effectLst/>
                <a:uFillTx/>
                <a:latin typeface="ＭＳ Ｐゴシック"/>
              </a:rPr>
              <a:t>7</a:t>
            </a:r>
            <a:r>
              <a:rPr b="0" lang="ja-JP" sz="1800" strike="noStrike" u="none">
                <a:solidFill>
                  <a:schemeClr val="dk1"/>
                </a:solidFill>
                <a:effectLst/>
                <a:uFillTx/>
                <a:latin typeface="ＭＳ Ｐゴシック"/>
              </a:rPr>
              <a:t>レベル アウトライン</a:t>
            </a:r>
            <a:endParaRPr b="0" lang="en-US" sz="1800" strike="noStrike" u="none">
              <a:solidFill>
                <a:schemeClr val="dk1"/>
              </a:solidFill>
              <a:effectLst/>
              <a:uFillTx/>
              <a:latin typeface="ＭＳ Ｐゴシック"/>
            </a:endParaRPr>
          </a:p>
        </p:txBody>
      </p:sp>
      <p:sp>
        <p:nvSpPr>
          <p:cNvPr id="95" name="PlaceHolder 3"/>
          <p:cNvSpPr>
            <a:spLocks noGrp="1"/>
          </p:cNvSpPr>
          <p:nvPr>
            <p:ph type="dt" idx="35"/>
          </p:nvPr>
        </p:nvSpPr>
        <p:spPr>
          <a:xfrm>
            <a:off x="495360" y="6245280"/>
            <a:ext cx="2311200" cy="475920"/>
          </a:xfrm>
          <a:prstGeom prst="rect">
            <a:avLst/>
          </a:prstGeom>
          <a:noFill/>
          <a:ln w="0">
            <a:noFill/>
          </a:ln>
        </p:spPr>
        <p:txBody>
          <a:bodyPr lIns="90000" rIns="90000" tIns="45000" bIns="45000" anchor="ctr">
            <a:noAutofit/>
          </a:bodyPr>
          <a:lstStyle>
            <a:lvl1pPr indent="0">
              <a:lnSpc>
                <a:spcPct val="100000"/>
              </a:lnSpc>
              <a:buNone/>
              <a:defRPr b="0" lang="en-US" sz="1400" strike="noStrike" u="none">
                <a:solidFill>
                  <a:srgbClr val="000000"/>
                </a:solidFill>
                <a:effectLst/>
                <a:uFillTx/>
                <a:latin typeface="ＭＳ Ｐゴシック"/>
                <a:ea typeface="ＭＳ Ｐゴシック"/>
              </a:defRPr>
            </a:lvl1pPr>
          </a:lstStyle>
          <a:p>
            <a:pPr indent="0">
              <a:lnSpc>
                <a:spcPct val="100000"/>
              </a:lnSpc>
              <a:buNone/>
            </a:pPr>
            <a:r>
              <a:rPr b="0" lang="en-US" sz="1400" strike="noStrike" u="none">
                <a:solidFill>
                  <a:srgbClr val="000000"/>
                </a:solidFill>
                <a:effectLst/>
                <a:uFillTx/>
                <a:latin typeface="ＭＳ Ｐゴシック"/>
                <a:ea typeface="ＭＳ Ｐゴシック"/>
              </a:rPr>
              <a:t>&lt;日付/時刻&gt;</a:t>
            </a:r>
            <a:endParaRPr b="0" lang="en-US" sz="1400" strike="noStrike" u="none">
              <a:solidFill>
                <a:srgbClr val="000000"/>
              </a:solidFill>
              <a:effectLst/>
              <a:uFillTx/>
              <a:latin typeface="游明朝"/>
            </a:endParaRPr>
          </a:p>
        </p:txBody>
      </p:sp>
      <p:sp>
        <p:nvSpPr>
          <p:cNvPr id="96" name="PlaceHolder 4"/>
          <p:cNvSpPr>
            <a:spLocks noGrp="1"/>
          </p:cNvSpPr>
          <p:nvPr>
            <p:ph type="ftr" idx="36"/>
          </p:nvPr>
        </p:nvSpPr>
        <p:spPr>
          <a:xfrm>
            <a:off x="3384720" y="6245280"/>
            <a:ext cx="3136680" cy="475920"/>
          </a:xfrm>
          <a:prstGeom prst="rect">
            <a:avLst/>
          </a:prstGeom>
          <a:noFill/>
          <a:ln w="0">
            <a:noFill/>
          </a:ln>
        </p:spPr>
        <p:txBody>
          <a:bodyPr numCol="1" spcCol="0" lIns="91440" rIns="91440" tIns="45720" bIns="45720" anchor="ctr">
            <a:noAutofit/>
          </a:bodyPr>
          <a:lstStyle>
            <a:lvl1pPr indent="0" algn="ctr">
              <a:buNone/>
              <a:defRPr b="0" lang="en-US" sz="1400" strike="noStrike" u="none">
                <a:solidFill>
                  <a:srgbClr val="000000"/>
                </a:solidFill>
                <a:effectLst/>
                <a:uFillTx/>
                <a:latin typeface="游明朝"/>
              </a:defRPr>
            </a:lvl1pPr>
          </a:lstStyle>
          <a:p>
            <a:pPr indent="0" algn="ctr">
              <a:buNone/>
            </a:pPr>
            <a:r>
              <a:rPr b="0" lang="en-US" sz="1400" strike="noStrike" u="none">
                <a:solidFill>
                  <a:srgbClr val="000000"/>
                </a:solidFill>
                <a:effectLst/>
                <a:uFillTx/>
                <a:latin typeface="游明朝"/>
              </a:rPr>
              <a:t>&lt;フッター&gt;</a:t>
            </a:r>
            <a:endParaRPr b="0" lang="en-US" sz="1400" strike="noStrike" u="none">
              <a:solidFill>
                <a:srgbClr val="000000"/>
              </a:solidFill>
              <a:effectLst/>
              <a:uFillTx/>
              <a:latin typeface="游明朝"/>
            </a:endParaRPr>
          </a:p>
        </p:txBody>
      </p:sp>
      <p:sp>
        <p:nvSpPr>
          <p:cNvPr id="97" name="PlaceHolder 5"/>
          <p:cNvSpPr>
            <a:spLocks noGrp="1"/>
          </p:cNvSpPr>
          <p:nvPr>
            <p:ph type="sldNum" idx="37"/>
          </p:nvPr>
        </p:nvSpPr>
        <p:spPr>
          <a:xfrm>
            <a:off x="7099200" y="6245280"/>
            <a:ext cx="2311200" cy="475920"/>
          </a:xfrm>
          <a:prstGeom prst="rect">
            <a:avLst/>
          </a:prstGeom>
          <a:noFill/>
          <a:ln w="0">
            <a:noFill/>
          </a:ln>
        </p:spPr>
        <p:txBody>
          <a:bodyPr lIns="90000" rIns="90000" tIns="45000" bIns="45000" anchor="ctr">
            <a:noAutofit/>
          </a:bodyPr>
          <a:lstStyle>
            <a:lvl1pPr indent="0" algn="ctr">
              <a:lnSpc>
                <a:spcPct val="100000"/>
              </a:lnSpc>
              <a:buNone/>
              <a:defRPr b="1" lang="en-US" sz="1200" strike="noStrike" u="none">
                <a:solidFill>
                  <a:srgbClr val="000000"/>
                </a:solidFill>
                <a:effectLst/>
                <a:uFillTx/>
                <a:latin typeface="ＭＳ Ｐゴシック"/>
                <a:ea typeface="ＭＳ Ｐゴシック"/>
              </a:defRPr>
            </a:lvl1pPr>
          </a:lstStyle>
          <a:p>
            <a:pPr indent="0" algn="ctr">
              <a:lnSpc>
                <a:spcPct val="100000"/>
              </a:lnSpc>
              <a:buNone/>
            </a:pPr>
            <a:fld id="{34A3FD99-97DB-4659-B3B5-17B73D7A510A}" type="slidenum">
              <a:rPr b="1" lang="en-US" sz="1200" strike="noStrike" u="none">
                <a:solidFill>
                  <a:srgbClr val="000000"/>
                </a:solidFill>
                <a:effectLst/>
                <a:uFillTx/>
                <a:latin typeface="ＭＳ Ｐゴシック"/>
                <a:ea typeface="ＭＳ Ｐゴシック"/>
              </a:rPr>
              <a:t>&lt;番号&gt;</a:t>
            </a:fld>
            <a:endParaRPr b="0" lang="en-US" sz="1200" strike="noStrike" u="none">
              <a:solidFill>
                <a:srgbClr val="000000"/>
              </a:solidFill>
              <a:effectLst/>
              <a:uFillTx/>
              <a:latin typeface="游明朝"/>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標準 2">
    <p:bg>
      <p:bgPr>
        <a:blipFill rotWithShape="0">
          <a:blip r:embed="rId2"/>
          <a:tile tx="0" ty="0" sx="100000" sy="100000" algn="tl"/>
        </a:blipFill>
      </p:bgPr>
    </p:bg>
    <p:spTree>
      <p:nvGrpSpPr>
        <p:cNvPr id="1" name=""/>
        <p:cNvGrpSpPr/>
        <p:nvPr/>
      </p:nvGrpSpPr>
      <p:grpSpPr>
        <a:xfrm>
          <a:off x="0" y="0"/>
          <a:ext cx="0" cy="0"/>
          <a:chOff x="0" y="0"/>
          <a:chExt cx="0" cy="0"/>
        </a:xfrm>
      </p:grpSpPr>
      <p:sp>
        <p:nvSpPr>
          <p:cNvPr id="98" name="Rectangle 6"/>
          <p:cNvSpPr/>
          <p:nvPr/>
        </p:nvSpPr>
        <p:spPr>
          <a:xfrm>
            <a:off x="0" y="1235160"/>
            <a:ext cx="9905760" cy="31860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99" name="Rectangle 7"/>
          <p:cNvSpPr/>
          <p:nvPr/>
        </p:nvSpPr>
        <p:spPr>
          <a:xfrm>
            <a:off x="0" y="1279440"/>
            <a:ext cx="577440" cy="2282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100" name="Rectangle 8"/>
          <p:cNvSpPr/>
          <p:nvPr/>
        </p:nvSpPr>
        <p:spPr>
          <a:xfrm>
            <a:off x="639720" y="1279440"/>
            <a:ext cx="9266040" cy="22824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101" name="PlaceHolder 1"/>
          <p:cNvSpPr>
            <a:spLocks noGrp="1"/>
          </p:cNvSpPr>
          <p:nvPr>
            <p:ph type="title"/>
          </p:nvPr>
        </p:nvSpPr>
        <p:spPr>
          <a:xfrm>
            <a:off x="663840" y="228600"/>
            <a:ext cx="8832600" cy="990360"/>
          </a:xfrm>
          <a:prstGeom prst="rect">
            <a:avLst/>
          </a:prstGeom>
          <a:noFill/>
          <a:ln w="9360">
            <a:noFill/>
          </a:ln>
        </p:spPr>
        <p:txBody>
          <a:bodyPr numCol="1" spcCol="0" lIns="91440" rIns="91440" tIns="45720" bIns="45720" anchor="ctr">
            <a:noAutofit/>
          </a:bodyPr>
          <a:p>
            <a:pPr indent="0">
              <a:lnSpc>
                <a:spcPct val="100000"/>
              </a:lnSpc>
              <a:buNone/>
            </a:pPr>
            <a:r>
              <a:rPr b="0" lang="ja-JP" sz="3600" strike="noStrike" u="none">
                <a:solidFill>
                  <a:schemeClr val="dk1"/>
                </a:solidFill>
                <a:effectLst/>
                <a:uFillTx/>
                <a:latin typeface="ＭＳ Ｐゴシック"/>
                <a:ea typeface="ＭＳ Ｐゴシック"/>
              </a:rPr>
              <a:t>マスター タイトルの書式設定</a:t>
            </a:r>
            <a:endParaRPr b="0" lang="en-US" sz="3600" strike="noStrike" u="none">
              <a:solidFill>
                <a:schemeClr val="dk1"/>
              </a:solidFill>
              <a:effectLst/>
              <a:uFillTx/>
              <a:latin typeface="Tw Cen MT"/>
            </a:endParaRPr>
          </a:p>
        </p:txBody>
      </p:sp>
      <p:sp>
        <p:nvSpPr>
          <p:cNvPr id="102" name="PlaceHolder 2"/>
          <p:cNvSpPr>
            <a:spLocks noGrp="1"/>
          </p:cNvSpPr>
          <p:nvPr>
            <p:ph type="body"/>
          </p:nvPr>
        </p:nvSpPr>
        <p:spPr>
          <a:xfrm>
            <a:off x="663840" y="1600200"/>
            <a:ext cx="8832600" cy="4495320"/>
          </a:xfrm>
          <a:prstGeom prst="rect">
            <a:avLst/>
          </a:prstGeom>
          <a:noFill/>
          <a:ln w="9360">
            <a:noFill/>
          </a:ln>
        </p:spPr>
        <p:txBody>
          <a:bodyPr numCol="1" spcCol="0" lIns="91440" rIns="91440" tIns="45720" bIns="45720" anchor="t">
            <a:noAutofit/>
          </a:bodyPr>
          <a:p>
            <a:pPr marL="318960" indent="-318960">
              <a:lnSpc>
                <a:spcPct val="100000"/>
              </a:lnSpc>
              <a:spcBef>
                <a:spcPts val="700"/>
              </a:spcBef>
              <a:buClr>
                <a:srgbClr val="feb80a"/>
              </a:buClr>
              <a:buSzPct val="60000"/>
              <a:buFont typeface="Wingdings" charset="2"/>
              <a:buChar char=""/>
            </a:pPr>
            <a:r>
              <a:rPr b="0" lang="ja-JP" sz="2900" strike="noStrike" u="none">
                <a:solidFill>
                  <a:schemeClr val="dk1"/>
                </a:solidFill>
                <a:effectLst/>
                <a:uFillTx/>
                <a:latin typeface="ＭＳ Ｐゴシック"/>
                <a:ea typeface="ＭＳ Ｐゴシック"/>
              </a:rPr>
              <a:t>マスター テキストの書式設定</a:t>
            </a:r>
            <a:endParaRPr b="0" lang="en-US" sz="2900" strike="noStrike" u="none">
              <a:solidFill>
                <a:schemeClr val="dk1"/>
              </a:solidFill>
              <a:effectLst/>
              <a:uFillTx/>
              <a:latin typeface="ＭＳ Ｐゴシック"/>
            </a:endParaRPr>
          </a:p>
          <a:p>
            <a:pPr lvl="1" marL="639720" indent="-272880">
              <a:lnSpc>
                <a:spcPct val="100000"/>
              </a:lnSpc>
              <a:spcBef>
                <a:spcPts val="550"/>
              </a:spcBef>
              <a:buClr>
                <a:srgbClr val="3891a7"/>
              </a:buClr>
              <a:buSzPct val="70000"/>
              <a:buFont typeface="Wingdings 2" charset="2"/>
              <a:buChar char=""/>
            </a:pPr>
            <a:r>
              <a:rPr b="0" lang="ja-JP" sz="2600" strike="noStrike" u="none">
                <a:solidFill>
                  <a:schemeClr val="dk1"/>
                </a:solidFill>
                <a:effectLst/>
                <a:uFillTx/>
                <a:latin typeface="ＭＳ Ｐゴシック"/>
                <a:ea typeface="ＭＳ Ｐゴシック"/>
              </a:rPr>
              <a:t>第 </a:t>
            </a:r>
            <a:r>
              <a:rPr b="0" lang="en-US" sz="2600" strike="noStrike" u="none">
                <a:solidFill>
                  <a:schemeClr val="dk1"/>
                </a:solidFill>
                <a:effectLst/>
                <a:uFillTx/>
                <a:latin typeface="ＭＳ Ｐゴシック"/>
                <a:ea typeface="ＭＳ Ｐゴシック"/>
              </a:rPr>
              <a:t>2 </a:t>
            </a:r>
            <a:r>
              <a:rPr b="0" lang="ja-JP" sz="2600" strike="noStrike" u="none">
                <a:solidFill>
                  <a:schemeClr val="dk1"/>
                </a:solidFill>
                <a:effectLst/>
                <a:uFillTx/>
                <a:latin typeface="ＭＳ Ｐゴシック"/>
                <a:ea typeface="ＭＳ Ｐゴシック"/>
              </a:rPr>
              <a:t>レベル</a:t>
            </a:r>
            <a:endParaRPr b="0" lang="en-US" sz="2600" strike="noStrike" u="none">
              <a:solidFill>
                <a:schemeClr val="dk1"/>
              </a:solidFill>
              <a:effectLst/>
              <a:uFillTx/>
              <a:latin typeface="ＭＳ Ｐゴシック"/>
            </a:endParaRPr>
          </a:p>
          <a:p>
            <a:pPr lvl="2" marL="914400" indent="-228600">
              <a:lnSpc>
                <a:spcPct val="100000"/>
              </a:lnSpc>
              <a:spcBef>
                <a:spcPts val="499"/>
              </a:spcBef>
              <a:buClr>
                <a:srgbClr val="feb80a"/>
              </a:buClr>
              <a:buSzPct val="75000"/>
              <a:buFont typeface="Wingdings" charset="2"/>
              <a:buChar char=""/>
            </a:pPr>
            <a:r>
              <a:rPr b="0" lang="ja-JP" sz="2300" strike="noStrike" u="none">
                <a:solidFill>
                  <a:schemeClr val="dk1"/>
                </a:solidFill>
                <a:effectLst/>
                <a:uFillTx/>
                <a:latin typeface="ＭＳ Ｐゴシック"/>
                <a:ea typeface="ＭＳ Ｐゴシック"/>
              </a:rPr>
              <a:t>第 </a:t>
            </a:r>
            <a:r>
              <a:rPr b="0" lang="en-US" sz="2300" strike="noStrike" u="none">
                <a:solidFill>
                  <a:schemeClr val="dk1"/>
                </a:solidFill>
                <a:effectLst/>
                <a:uFillTx/>
                <a:latin typeface="ＭＳ Ｐゴシック"/>
                <a:ea typeface="ＭＳ Ｐゴシック"/>
              </a:rPr>
              <a:t>3 </a:t>
            </a:r>
            <a:r>
              <a:rPr b="0" lang="ja-JP" sz="2300" strike="noStrike" u="none">
                <a:solidFill>
                  <a:schemeClr val="dk1"/>
                </a:solidFill>
                <a:effectLst/>
                <a:uFillTx/>
                <a:latin typeface="ＭＳ Ｐゴシック"/>
                <a:ea typeface="ＭＳ Ｐゴシック"/>
              </a:rPr>
              <a:t>レベル</a:t>
            </a:r>
            <a:endParaRPr b="0" lang="en-US" sz="2300" strike="noStrike" u="none">
              <a:solidFill>
                <a:schemeClr val="dk1"/>
              </a:solidFill>
              <a:effectLst/>
              <a:uFillTx/>
              <a:latin typeface="ＭＳ Ｐゴシック"/>
            </a:endParaRPr>
          </a:p>
          <a:p>
            <a:pPr lvl="3" marL="1371600" indent="-228600">
              <a:lnSpc>
                <a:spcPct val="100000"/>
              </a:lnSpc>
              <a:spcBef>
                <a:spcPts val="400"/>
              </a:spcBef>
              <a:buClr>
                <a:srgbClr val="c32d2e"/>
              </a:buClr>
              <a:buSzPct val="7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4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a:p>
            <a:pPr lvl="4" marL="1828800" indent="-228600">
              <a:lnSpc>
                <a:spcPct val="100000"/>
              </a:lnSpc>
              <a:spcBef>
                <a:spcPts val="400"/>
              </a:spcBef>
              <a:buClr>
                <a:srgbClr val="84aa33"/>
              </a:buClr>
              <a:buSzPct val="6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5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p:txBody>
      </p:sp>
      <p:sp>
        <p:nvSpPr>
          <p:cNvPr id="103" name="PlaceHolder 3"/>
          <p:cNvSpPr>
            <a:spLocks noGrp="1"/>
          </p:cNvSpPr>
          <p:nvPr>
            <p:ph type="dt" idx="38"/>
          </p:nvPr>
        </p:nvSpPr>
        <p:spPr>
          <a:xfrm>
            <a:off x="6603840" y="6248520"/>
            <a:ext cx="2889000" cy="364680"/>
          </a:xfrm>
          <a:prstGeom prst="rect">
            <a:avLst/>
          </a:prstGeom>
          <a:noFill/>
          <a:ln w="0">
            <a:noFill/>
          </a:ln>
        </p:spPr>
        <p:txBody>
          <a:bodyPr lIns="90000" rIns="90000" tIns="45000" bIns="45000" anchor="ctr">
            <a:noAutofit/>
          </a:bodyPr>
          <a:lstStyle>
            <a:lvl1pPr indent="0">
              <a:lnSpc>
                <a:spcPct val="100000"/>
              </a:lnSpc>
              <a:buNone/>
              <a:defRPr b="0" lang="en-US" sz="1400" strike="noStrike" u="none">
                <a:solidFill>
                  <a:srgbClr val="000000"/>
                </a:solidFill>
                <a:effectLst/>
                <a:uFillTx/>
                <a:latin typeface="ＭＳ Ｐゴシック"/>
                <a:ea typeface="ＭＳ Ｐゴシック"/>
              </a:defRPr>
            </a:lvl1pPr>
          </a:lstStyle>
          <a:p>
            <a:pPr indent="0">
              <a:lnSpc>
                <a:spcPct val="100000"/>
              </a:lnSpc>
              <a:buNone/>
            </a:pPr>
            <a:r>
              <a:rPr b="0" lang="en-US" sz="1400" strike="noStrike" u="none">
                <a:solidFill>
                  <a:srgbClr val="000000"/>
                </a:solidFill>
                <a:effectLst/>
                <a:uFillTx/>
                <a:latin typeface="ＭＳ Ｐゴシック"/>
                <a:ea typeface="ＭＳ Ｐゴシック"/>
              </a:rPr>
              <a:t>&lt;日付/時刻&gt;</a:t>
            </a:r>
            <a:endParaRPr b="0" lang="en-US" sz="1400" strike="noStrike" u="none">
              <a:solidFill>
                <a:srgbClr val="000000"/>
              </a:solidFill>
              <a:effectLst/>
              <a:uFillTx/>
              <a:latin typeface="游明朝"/>
            </a:endParaRPr>
          </a:p>
        </p:txBody>
      </p:sp>
      <p:sp>
        <p:nvSpPr>
          <p:cNvPr id="104" name="PlaceHolder 4"/>
          <p:cNvSpPr>
            <a:spLocks noGrp="1"/>
          </p:cNvSpPr>
          <p:nvPr>
            <p:ph type="ftr" idx="39"/>
          </p:nvPr>
        </p:nvSpPr>
        <p:spPr>
          <a:xfrm>
            <a:off x="660240" y="6248520"/>
            <a:ext cx="5871960" cy="364680"/>
          </a:xfrm>
          <a:prstGeom prst="rect">
            <a:avLst/>
          </a:prstGeom>
          <a:noFill/>
          <a:ln w="0">
            <a:noFill/>
          </a:ln>
        </p:spPr>
        <p:txBody>
          <a:bodyPr numCol="1" spcCol="0" lIns="91440" rIns="91440" tIns="45720" bIns="45720" anchor="ctr">
            <a:noAutofit/>
          </a:bodyPr>
          <a:lstStyle>
            <a:lvl1pPr indent="0" algn="ctr">
              <a:buNone/>
              <a:defRPr b="0" lang="en-US" sz="1400" strike="noStrike" u="none">
                <a:solidFill>
                  <a:srgbClr val="000000"/>
                </a:solidFill>
                <a:effectLst/>
                <a:uFillTx/>
                <a:latin typeface="游明朝"/>
              </a:defRPr>
            </a:lvl1pPr>
          </a:lstStyle>
          <a:p>
            <a:pPr indent="0" algn="ctr">
              <a:buNone/>
            </a:pPr>
            <a:r>
              <a:rPr b="0" lang="en-US" sz="1400" strike="noStrike" u="none">
                <a:solidFill>
                  <a:srgbClr val="000000"/>
                </a:solidFill>
                <a:effectLst/>
                <a:uFillTx/>
                <a:latin typeface="游明朝"/>
              </a:rPr>
              <a:t>&lt;フッター&gt;</a:t>
            </a:r>
            <a:endParaRPr b="0" lang="en-US" sz="1400" strike="noStrike" u="none">
              <a:solidFill>
                <a:srgbClr val="000000"/>
              </a:solidFill>
              <a:effectLst/>
              <a:uFillTx/>
              <a:latin typeface="游明朝"/>
            </a:endParaRPr>
          </a:p>
        </p:txBody>
      </p:sp>
      <p:sp>
        <p:nvSpPr>
          <p:cNvPr id="105" name="PlaceHolder 5"/>
          <p:cNvSpPr>
            <a:spLocks noGrp="1"/>
          </p:cNvSpPr>
          <p:nvPr>
            <p:ph type="sldNum" idx="40"/>
          </p:nvPr>
        </p:nvSpPr>
        <p:spPr>
          <a:xfrm>
            <a:off x="9328320" y="6597720"/>
            <a:ext cx="577440" cy="244080"/>
          </a:xfrm>
          <a:prstGeom prst="rect">
            <a:avLst/>
          </a:prstGeom>
          <a:noFill/>
          <a:ln w="0">
            <a:noFill/>
          </a:ln>
        </p:spPr>
        <p:txBody>
          <a:bodyPr lIns="90000" rIns="90000" tIns="45000" bIns="45000" anchor="ctr">
            <a:noAutofit/>
          </a:bodyPr>
          <a:lstStyle>
            <a:lvl1pPr indent="0" algn="ctr">
              <a:lnSpc>
                <a:spcPct val="100000"/>
              </a:lnSpc>
              <a:buNone/>
              <a:defRPr b="1" lang="en-US" sz="1400" strike="noStrike" u="none">
                <a:solidFill>
                  <a:srgbClr val="000000"/>
                </a:solidFill>
                <a:effectLst/>
                <a:uFillTx/>
                <a:latin typeface="ＭＳ Ｐゴシック"/>
                <a:ea typeface="ＭＳ Ｐゴシック"/>
              </a:defRPr>
            </a:lvl1pPr>
          </a:lstStyle>
          <a:p>
            <a:pPr indent="0" algn="ctr">
              <a:lnSpc>
                <a:spcPct val="100000"/>
              </a:lnSpc>
              <a:buNone/>
            </a:pPr>
            <a:fld id="{1B3BABB8-1E47-4529-8950-D359AEF4501C}" type="slidenum">
              <a:rPr b="1" lang="en-US" sz="1400" strike="noStrike" u="none">
                <a:solidFill>
                  <a:srgbClr val="000000"/>
                </a:solidFill>
                <a:effectLst/>
                <a:uFillTx/>
                <a:latin typeface="ＭＳ Ｐゴシック"/>
                <a:ea typeface="ＭＳ Ｐゴシック"/>
              </a:rPr>
              <a:t>&lt;番号&gt;</a:t>
            </a:fld>
            <a:endParaRPr b="0" lang="en-US" sz="1400" strike="noStrike" u="none">
              <a:solidFill>
                <a:srgbClr val="000000"/>
              </a:solidFill>
              <a:effectLst/>
              <a:uFillTx/>
              <a:latin typeface="游明朝"/>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標準 3">
    <p:bg>
      <p:bgPr>
        <a:blipFill rotWithShape="0">
          <a:blip r:embed="rId2"/>
          <a:tile tx="0" ty="0" sx="100000" sy="100000" algn="tl"/>
        </a:blipFill>
      </p:bgPr>
    </p:bg>
    <p:spTree>
      <p:nvGrpSpPr>
        <p:cNvPr id="1" name=""/>
        <p:cNvGrpSpPr/>
        <p:nvPr/>
      </p:nvGrpSpPr>
      <p:grpSpPr>
        <a:xfrm>
          <a:off x="0" y="0"/>
          <a:ext cx="0" cy="0"/>
          <a:chOff x="0" y="0"/>
          <a:chExt cx="0" cy="0"/>
        </a:xfrm>
      </p:grpSpPr>
      <p:sp>
        <p:nvSpPr>
          <p:cNvPr id="106" name="Rectangle 6" hidden="1"/>
          <p:cNvSpPr/>
          <p:nvPr/>
        </p:nvSpPr>
        <p:spPr>
          <a:xfrm>
            <a:off x="0" y="1235160"/>
            <a:ext cx="9905760" cy="31860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107" name="Rectangle 7" hidden="1"/>
          <p:cNvSpPr/>
          <p:nvPr/>
        </p:nvSpPr>
        <p:spPr>
          <a:xfrm>
            <a:off x="0" y="1279440"/>
            <a:ext cx="577440" cy="2282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108" name="Rectangle 8" hidden="1"/>
          <p:cNvSpPr/>
          <p:nvPr/>
        </p:nvSpPr>
        <p:spPr>
          <a:xfrm>
            <a:off x="639720" y="1279440"/>
            <a:ext cx="9266040" cy="22824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109" name="Rectangle 6"/>
          <p:cNvSpPr/>
          <p:nvPr/>
        </p:nvSpPr>
        <p:spPr>
          <a:xfrm>
            <a:off x="0" y="1523880"/>
            <a:ext cx="9905760" cy="114264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ＭＳ Ｐゴシック"/>
              <a:ea typeface="ＭＳ Ｐゴシック"/>
            </a:endParaRPr>
          </a:p>
        </p:txBody>
      </p:sp>
      <p:sp>
        <p:nvSpPr>
          <p:cNvPr id="110" name="Rectangle 7"/>
          <p:cNvSpPr/>
          <p:nvPr/>
        </p:nvSpPr>
        <p:spPr>
          <a:xfrm>
            <a:off x="0" y="1600200"/>
            <a:ext cx="1402920" cy="99036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111" name="Rectangle 8"/>
          <p:cNvSpPr/>
          <p:nvPr/>
        </p:nvSpPr>
        <p:spPr>
          <a:xfrm>
            <a:off x="1486080" y="1600200"/>
            <a:ext cx="8419680" cy="99036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112" name="PlaceHolder 1"/>
          <p:cNvSpPr>
            <a:spLocks noGrp="1"/>
          </p:cNvSpPr>
          <p:nvPr>
            <p:ph type="body"/>
          </p:nvPr>
        </p:nvSpPr>
        <p:spPr>
          <a:xfrm>
            <a:off x="1486080" y="2743200"/>
            <a:ext cx="7716240" cy="1672920"/>
          </a:xfrm>
          <a:prstGeom prst="rect">
            <a:avLst/>
          </a:prstGeom>
          <a:noFill/>
          <a:ln w="9360">
            <a:noFill/>
          </a:ln>
        </p:spPr>
        <p:txBody>
          <a:bodyPr numCol="1" spcCol="0" lIns="91440" rIns="91440" tIns="45720" bIns="45720" anchor="t">
            <a:noAutofit/>
          </a:bodyPr>
          <a:p>
            <a:pPr marL="318960" indent="-318960">
              <a:lnSpc>
                <a:spcPct val="100000"/>
              </a:lnSpc>
              <a:spcBef>
                <a:spcPts val="700"/>
              </a:spcBef>
              <a:buNone/>
              <a:tabLst>
                <a:tab algn="l" pos="0"/>
              </a:tabLst>
            </a:pPr>
            <a:r>
              <a:rPr b="0" lang="ja-JP" sz="2800" strike="noStrike" u="none">
                <a:solidFill>
                  <a:schemeClr val="dk1"/>
                </a:solidFill>
                <a:effectLst/>
                <a:uFillTx/>
                <a:latin typeface="ＭＳ Ｐゴシック"/>
                <a:ea typeface="ＭＳ Ｐゴシック"/>
              </a:rPr>
              <a:t>マスター テキストの書式設定</a:t>
            </a:r>
            <a:endParaRPr b="0" lang="en-US" sz="2800" strike="noStrike" u="none">
              <a:solidFill>
                <a:schemeClr val="dk1"/>
              </a:solidFill>
              <a:effectLst/>
              <a:uFillTx/>
              <a:latin typeface="ＭＳ Ｐゴシック"/>
            </a:endParaRPr>
          </a:p>
        </p:txBody>
      </p:sp>
      <p:sp>
        <p:nvSpPr>
          <p:cNvPr id="113" name="PlaceHolder 2"/>
          <p:cNvSpPr>
            <a:spLocks noGrp="1"/>
          </p:cNvSpPr>
          <p:nvPr>
            <p:ph type="title"/>
          </p:nvPr>
        </p:nvSpPr>
        <p:spPr>
          <a:xfrm>
            <a:off x="1486080" y="1600200"/>
            <a:ext cx="8254800" cy="990360"/>
          </a:xfrm>
          <a:prstGeom prst="rect">
            <a:avLst/>
          </a:prstGeom>
          <a:noFill/>
          <a:ln w="9360">
            <a:noFill/>
          </a:ln>
        </p:spPr>
        <p:txBody>
          <a:bodyPr numCol="1" spcCol="0" lIns="91440" rIns="91440" tIns="45720" bIns="45720" anchor="ctr">
            <a:noAutofit/>
          </a:bodyPr>
          <a:p>
            <a:pPr indent="0">
              <a:lnSpc>
                <a:spcPct val="100000"/>
              </a:lnSpc>
              <a:buNone/>
            </a:pPr>
            <a:r>
              <a:rPr b="0" lang="ja-JP" sz="4400" strike="noStrike" u="none">
                <a:solidFill>
                  <a:srgbClr val="ffffff"/>
                </a:solidFill>
                <a:effectLst/>
                <a:uFillTx/>
                <a:latin typeface="ＭＳ Ｐゴシック"/>
                <a:ea typeface="ＭＳ Ｐゴシック"/>
              </a:rPr>
              <a:t>マスター タイトルの書式設定</a:t>
            </a:r>
            <a:endParaRPr b="0" lang="en-US" sz="4400" strike="noStrike" u="none">
              <a:solidFill>
                <a:schemeClr val="dk1"/>
              </a:solidFill>
              <a:effectLst/>
              <a:uFillTx/>
              <a:latin typeface="Tw Cen MT"/>
            </a:endParaRPr>
          </a:p>
        </p:txBody>
      </p:sp>
      <p:sp>
        <p:nvSpPr>
          <p:cNvPr id="114" name="PlaceHolder 3"/>
          <p:cNvSpPr>
            <a:spLocks noGrp="1"/>
          </p:cNvSpPr>
          <p:nvPr>
            <p:ph type="dt" idx="41"/>
          </p:nvPr>
        </p:nvSpPr>
        <p:spPr>
          <a:xfrm>
            <a:off x="6603840" y="6248520"/>
            <a:ext cx="2889000" cy="364680"/>
          </a:xfrm>
          <a:prstGeom prst="rect">
            <a:avLst/>
          </a:prstGeom>
          <a:noFill/>
          <a:ln w="0">
            <a:noFill/>
          </a:ln>
        </p:spPr>
        <p:txBody>
          <a:bodyPr lIns="90000" rIns="90000" tIns="45000" bIns="45000" anchor="ctr">
            <a:noAutofit/>
          </a:bodyPr>
          <a:lstStyle>
            <a:lvl1pPr indent="0">
              <a:lnSpc>
                <a:spcPct val="100000"/>
              </a:lnSpc>
              <a:buNone/>
              <a:defRPr b="0" lang="en-US" sz="1400" strike="noStrike" u="none">
                <a:solidFill>
                  <a:srgbClr val="000000"/>
                </a:solidFill>
                <a:effectLst/>
                <a:uFillTx/>
                <a:latin typeface="ＭＳ Ｐゴシック"/>
                <a:ea typeface="ＭＳ Ｐゴシック"/>
              </a:defRPr>
            </a:lvl1pPr>
          </a:lstStyle>
          <a:p>
            <a:pPr indent="0">
              <a:lnSpc>
                <a:spcPct val="100000"/>
              </a:lnSpc>
              <a:buNone/>
            </a:pPr>
            <a:r>
              <a:rPr b="0" lang="en-US" sz="1400" strike="noStrike" u="none">
                <a:solidFill>
                  <a:srgbClr val="000000"/>
                </a:solidFill>
                <a:effectLst/>
                <a:uFillTx/>
                <a:latin typeface="ＭＳ Ｐゴシック"/>
                <a:ea typeface="ＭＳ Ｐゴシック"/>
              </a:rPr>
              <a:t>&lt;日付/時刻&gt;</a:t>
            </a:r>
            <a:endParaRPr b="0" lang="en-US" sz="1400" strike="noStrike" u="none">
              <a:solidFill>
                <a:srgbClr val="000000"/>
              </a:solidFill>
              <a:effectLst/>
              <a:uFillTx/>
              <a:latin typeface="游明朝"/>
            </a:endParaRPr>
          </a:p>
        </p:txBody>
      </p:sp>
      <p:sp>
        <p:nvSpPr>
          <p:cNvPr id="115" name="PlaceHolder 4"/>
          <p:cNvSpPr>
            <a:spLocks noGrp="1"/>
          </p:cNvSpPr>
          <p:nvPr>
            <p:ph type="sldNum" idx="42"/>
          </p:nvPr>
        </p:nvSpPr>
        <p:spPr>
          <a:xfrm>
            <a:off x="0" y="1752480"/>
            <a:ext cx="1402920" cy="701280"/>
          </a:xfrm>
          <a:prstGeom prst="rect">
            <a:avLst/>
          </a:prstGeom>
          <a:noFill/>
          <a:ln w="0">
            <a:noFill/>
          </a:ln>
        </p:spPr>
        <p:txBody>
          <a:bodyPr lIns="90000" rIns="90000" tIns="45000" bIns="45000" anchor="ctr">
            <a:noAutofit/>
          </a:bodyPr>
          <a:lstStyle>
            <a:lvl1pPr indent="0" algn="ctr">
              <a:lnSpc>
                <a:spcPct val="100000"/>
              </a:lnSpc>
              <a:buNone/>
              <a:defRPr b="1" lang="en-US" sz="2400" strike="noStrike" u="none">
                <a:solidFill>
                  <a:srgbClr val="ffffff"/>
                </a:solidFill>
                <a:effectLst/>
                <a:uFillTx/>
                <a:latin typeface="ＭＳ Ｐゴシック"/>
                <a:ea typeface="ＭＳ Ｐゴシック"/>
              </a:defRPr>
            </a:lvl1pPr>
          </a:lstStyle>
          <a:p>
            <a:pPr indent="0" algn="ctr">
              <a:lnSpc>
                <a:spcPct val="100000"/>
              </a:lnSpc>
              <a:buNone/>
            </a:pPr>
            <a:fld id="{617BCF4B-3012-4F8C-9109-DF7D9F660B62}" type="slidenum">
              <a:rPr b="1" lang="en-US" sz="2400" strike="noStrike" u="none">
                <a:solidFill>
                  <a:srgbClr val="ffffff"/>
                </a:solidFill>
                <a:effectLst/>
                <a:uFillTx/>
                <a:latin typeface="ＭＳ Ｐゴシック"/>
                <a:ea typeface="ＭＳ Ｐゴシック"/>
              </a:rPr>
              <a:t>&lt;番号&gt;</a:t>
            </a:fld>
            <a:endParaRPr b="0" lang="en-US" sz="2400" strike="noStrike" u="none">
              <a:solidFill>
                <a:srgbClr val="000000"/>
              </a:solidFill>
              <a:effectLst/>
              <a:uFillTx/>
              <a:latin typeface="游明朝"/>
            </a:endParaRPr>
          </a:p>
        </p:txBody>
      </p:sp>
      <p:sp>
        <p:nvSpPr>
          <p:cNvPr id="116" name="PlaceHolder 5"/>
          <p:cNvSpPr>
            <a:spLocks noGrp="1"/>
          </p:cNvSpPr>
          <p:nvPr>
            <p:ph type="ftr" idx="43"/>
          </p:nvPr>
        </p:nvSpPr>
        <p:spPr>
          <a:xfrm>
            <a:off x="660240" y="6248520"/>
            <a:ext cx="5871960" cy="364680"/>
          </a:xfrm>
          <a:prstGeom prst="rect">
            <a:avLst/>
          </a:prstGeom>
          <a:noFill/>
          <a:ln w="0">
            <a:noFill/>
          </a:ln>
        </p:spPr>
        <p:txBody>
          <a:bodyPr numCol="1" spcCol="0" lIns="91440" rIns="91440" tIns="45720" bIns="45720" anchor="ctr">
            <a:noAutofit/>
          </a:bodyPr>
          <a:lstStyle>
            <a:lvl1pPr indent="0" algn="ctr">
              <a:buNone/>
              <a:defRPr b="0" lang="en-US" sz="1400" strike="noStrike" u="none">
                <a:solidFill>
                  <a:srgbClr val="000000"/>
                </a:solidFill>
                <a:effectLst/>
                <a:uFillTx/>
                <a:latin typeface="游明朝"/>
              </a:defRPr>
            </a:lvl1pPr>
          </a:lstStyle>
          <a:p>
            <a:pPr indent="0" algn="ctr">
              <a:buNone/>
            </a:pPr>
            <a:r>
              <a:rPr b="0" lang="en-US" sz="1400" strike="noStrike" u="none">
                <a:solidFill>
                  <a:srgbClr val="000000"/>
                </a:solidFill>
                <a:effectLst/>
                <a:uFillTx/>
                <a:latin typeface="游明朝"/>
              </a:rPr>
              <a:t>&lt;フッター&gt;</a:t>
            </a:r>
            <a:endParaRPr b="0" lang="en-US" sz="1400" strike="noStrike" u="none">
              <a:solidFill>
                <a:srgbClr val="000000"/>
              </a:solidFill>
              <a:effectLst/>
              <a:uFillTx/>
              <a:latin typeface="游明朝"/>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两栏内容">
    <p:bg>
      <p:bgPr>
        <a:blipFill rotWithShape="0">
          <a:blip r:embed="rId2"/>
          <a:tile tx="0" ty="0" sx="100000" sy="100000" algn="tl"/>
        </a:blipFill>
      </p:bgPr>
    </p:bg>
    <p:spTree>
      <p:nvGrpSpPr>
        <p:cNvPr id="1" name=""/>
        <p:cNvGrpSpPr/>
        <p:nvPr/>
      </p:nvGrpSpPr>
      <p:grpSpPr>
        <a:xfrm>
          <a:off x="0" y="0"/>
          <a:ext cx="0" cy="0"/>
          <a:chOff x="0" y="0"/>
          <a:chExt cx="0" cy="0"/>
        </a:xfrm>
      </p:grpSpPr>
      <p:sp>
        <p:nvSpPr>
          <p:cNvPr id="117" name="Rectangle 6"/>
          <p:cNvSpPr/>
          <p:nvPr/>
        </p:nvSpPr>
        <p:spPr>
          <a:xfrm>
            <a:off x="0" y="1235160"/>
            <a:ext cx="9905760" cy="31860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118" name="Rectangle 7"/>
          <p:cNvSpPr/>
          <p:nvPr/>
        </p:nvSpPr>
        <p:spPr>
          <a:xfrm>
            <a:off x="0" y="1279440"/>
            <a:ext cx="577440" cy="2282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119" name="Rectangle 8"/>
          <p:cNvSpPr/>
          <p:nvPr/>
        </p:nvSpPr>
        <p:spPr>
          <a:xfrm>
            <a:off x="639720" y="1279440"/>
            <a:ext cx="9266040" cy="22824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120" name="PlaceHolder 1"/>
          <p:cNvSpPr>
            <a:spLocks noGrp="1"/>
          </p:cNvSpPr>
          <p:nvPr>
            <p:ph type="title"/>
          </p:nvPr>
        </p:nvSpPr>
        <p:spPr>
          <a:xfrm>
            <a:off x="660240" y="228600"/>
            <a:ext cx="8640360" cy="863280"/>
          </a:xfrm>
          <a:prstGeom prst="rect">
            <a:avLst/>
          </a:prstGeom>
          <a:noFill/>
          <a:ln w="9360">
            <a:noFill/>
          </a:ln>
        </p:spPr>
        <p:txBody>
          <a:bodyPr numCol="1" spcCol="0" lIns="91440" rIns="91440" tIns="45720" bIns="45720" anchor="ctr">
            <a:noAutofit/>
          </a:bodyPr>
          <a:p>
            <a:pPr indent="0">
              <a:lnSpc>
                <a:spcPct val="100000"/>
              </a:lnSpc>
              <a:buNone/>
            </a:pPr>
            <a:r>
              <a:rPr b="0" lang="ja-JP" sz="3600" strike="noStrike" u="none">
                <a:solidFill>
                  <a:schemeClr val="dk1"/>
                </a:solidFill>
                <a:effectLst/>
                <a:uFillTx/>
                <a:latin typeface="ＭＳ Ｐゴシック"/>
                <a:ea typeface="ＭＳ Ｐゴシック"/>
              </a:rPr>
              <a:t>マスター タイトルの書式設定</a:t>
            </a:r>
            <a:endParaRPr b="0" lang="en-US" sz="3600" strike="noStrike" u="none">
              <a:solidFill>
                <a:schemeClr val="dk1"/>
              </a:solidFill>
              <a:effectLst/>
              <a:uFillTx/>
              <a:latin typeface="Tw Cen MT"/>
            </a:endParaRPr>
          </a:p>
        </p:txBody>
      </p:sp>
      <p:sp>
        <p:nvSpPr>
          <p:cNvPr id="121" name="PlaceHolder 2"/>
          <p:cNvSpPr>
            <a:spLocks noGrp="1"/>
          </p:cNvSpPr>
          <p:nvPr>
            <p:ph type="body"/>
          </p:nvPr>
        </p:nvSpPr>
        <p:spPr>
          <a:xfrm>
            <a:off x="660240" y="1589400"/>
            <a:ext cx="4209840" cy="4571640"/>
          </a:xfrm>
          <a:prstGeom prst="rect">
            <a:avLst/>
          </a:prstGeom>
          <a:noFill/>
          <a:ln w="9360">
            <a:noFill/>
          </a:ln>
        </p:spPr>
        <p:txBody>
          <a:bodyPr numCol="1" spcCol="0" lIns="91440" rIns="91440" tIns="45720" bIns="45720" anchor="t">
            <a:noAutofit/>
          </a:bodyPr>
          <a:p>
            <a:pPr marL="318960" indent="-318960">
              <a:lnSpc>
                <a:spcPct val="100000"/>
              </a:lnSpc>
              <a:spcBef>
                <a:spcPts val="700"/>
              </a:spcBef>
              <a:buClr>
                <a:srgbClr val="feb80a"/>
              </a:buClr>
              <a:buSzPct val="60000"/>
              <a:buFont typeface="Wingdings" charset="2"/>
              <a:buChar char=""/>
            </a:pPr>
            <a:r>
              <a:rPr b="0" lang="ja-JP" sz="2900" strike="noStrike" u="none">
                <a:solidFill>
                  <a:schemeClr val="dk1"/>
                </a:solidFill>
                <a:effectLst/>
                <a:uFillTx/>
                <a:latin typeface="ＭＳ Ｐゴシック"/>
                <a:ea typeface="ＭＳ Ｐゴシック"/>
              </a:rPr>
              <a:t>マスター テキストの書式設定</a:t>
            </a:r>
            <a:endParaRPr b="0" lang="en-US" sz="2900" strike="noStrike" u="none">
              <a:solidFill>
                <a:schemeClr val="dk1"/>
              </a:solidFill>
              <a:effectLst/>
              <a:uFillTx/>
              <a:latin typeface="ＭＳ Ｐゴシック"/>
            </a:endParaRPr>
          </a:p>
          <a:p>
            <a:pPr lvl="1" marL="639720" indent="-272880">
              <a:lnSpc>
                <a:spcPct val="100000"/>
              </a:lnSpc>
              <a:spcBef>
                <a:spcPts val="550"/>
              </a:spcBef>
              <a:buClr>
                <a:srgbClr val="3891a7"/>
              </a:buClr>
              <a:buSzPct val="70000"/>
              <a:buFont typeface="Wingdings 2" charset="2"/>
              <a:buChar char=""/>
            </a:pPr>
            <a:r>
              <a:rPr b="0" lang="ja-JP" sz="2600" strike="noStrike" u="none">
                <a:solidFill>
                  <a:schemeClr val="dk1"/>
                </a:solidFill>
                <a:effectLst/>
                <a:uFillTx/>
                <a:latin typeface="ＭＳ Ｐゴシック"/>
                <a:ea typeface="ＭＳ Ｐゴシック"/>
              </a:rPr>
              <a:t>第 </a:t>
            </a:r>
            <a:r>
              <a:rPr b="0" lang="en-US" sz="2600" strike="noStrike" u="none">
                <a:solidFill>
                  <a:schemeClr val="dk1"/>
                </a:solidFill>
                <a:effectLst/>
                <a:uFillTx/>
                <a:latin typeface="ＭＳ Ｐゴシック"/>
                <a:ea typeface="ＭＳ Ｐゴシック"/>
              </a:rPr>
              <a:t>2 </a:t>
            </a:r>
            <a:r>
              <a:rPr b="0" lang="ja-JP" sz="2600" strike="noStrike" u="none">
                <a:solidFill>
                  <a:schemeClr val="dk1"/>
                </a:solidFill>
                <a:effectLst/>
                <a:uFillTx/>
                <a:latin typeface="ＭＳ Ｐゴシック"/>
                <a:ea typeface="ＭＳ Ｐゴシック"/>
              </a:rPr>
              <a:t>レベル</a:t>
            </a:r>
            <a:endParaRPr b="0" lang="en-US" sz="2600" strike="noStrike" u="none">
              <a:solidFill>
                <a:schemeClr val="dk1"/>
              </a:solidFill>
              <a:effectLst/>
              <a:uFillTx/>
              <a:latin typeface="ＭＳ Ｐゴシック"/>
            </a:endParaRPr>
          </a:p>
          <a:p>
            <a:pPr lvl="2" marL="914400" indent="-228600">
              <a:lnSpc>
                <a:spcPct val="100000"/>
              </a:lnSpc>
              <a:spcBef>
                <a:spcPts val="499"/>
              </a:spcBef>
              <a:buClr>
                <a:srgbClr val="feb80a"/>
              </a:buClr>
              <a:buSzPct val="75000"/>
              <a:buFont typeface="Wingdings" charset="2"/>
              <a:buChar char=""/>
            </a:pPr>
            <a:r>
              <a:rPr b="0" lang="ja-JP" sz="2300" strike="noStrike" u="none">
                <a:solidFill>
                  <a:schemeClr val="dk1"/>
                </a:solidFill>
                <a:effectLst/>
                <a:uFillTx/>
                <a:latin typeface="ＭＳ Ｐゴシック"/>
                <a:ea typeface="ＭＳ Ｐゴシック"/>
              </a:rPr>
              <a:t>第 </a:t>
            </a:r>
            <a:r>
              <a:rPr b="0" lang="en-US" sz="2300" strike="noStrike" u="none">
                <a:solidFill>
                  <a:schemeClr val="dk1"/>
                </a:solidFill>
                <a:effectLst/>
                <a:uFillTx/>
                <a:latin typeface="ＭＳ Ｐゴシック"/>
                <a:ea typeface="ＭＳ Ｐゴシック"/>
              </a:rPr>
              <a:t>3 </a:t>
            </a:r>
            <a:r>
              <a:rPr b="0" lang="ja-JP" sz="2300" strike="noStrike" u="none">
                <a:solidFill>
                  <a:schemeClr val="dk1"/>
                </a:solidFill>
                <a:effectLst/>
                <a:uFillTx/>
                <a:latin typeface="ＭＳ Ｐゴシック"/>
                <a:ea typeface="ＭＳ Ｐゴシック"/>
              </a:rPr>
              <a:t>レベル</a:t>
            </a:r>
            <a:endParaRPr b="0" lang="en-US" sz="2300" strike="noStrike" u="none">
              <a:solidFill>
                <a:schemeClr val="dk1"/>
              </a:solidFill>
              <a:effectLst/>
              <a:uFillTx/>
              <a:latin typeface="ＭＳ Ｐゴシック"/>
            </a:endParaRPr>
          </a:p>
          <a:p>
            <a:pPr lvl="3" marL="1371600" indent="-228600">
              <a:lnSpc>
                <a:spcPct val="100000"/>
              </a:lnSpc>
              <a:spcBef>
                <a:spcPts val="400"/>
              </a:spcBef>
              <a:buClr>
                <a:srgbClr val="c32d2e"/>
              </a:buClr>
              <a:buSzPct val="7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4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a:p>
            <a:pPr lvl="4" marL="1828800" indent="-228600">
              <a:lnSpc>
                <a:spcPct val="100000"/>
              </a:lnSpc>
              <a:spcBef>
                <a:spcPts val="400"/>
              </a:spcBef>
              <a:buClr>
                <a:srgbClr val="84aa33"/>
              </a:buClr>
              <a:buSzPct val="6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5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p:txBody>
      </p:sp>
      <p:sp>
        <p:nvSpPr>
          <p:cNvPr id="122" name="PlaceHolder 3"/>
          <p:cNvSpPr>
            <a:spLocks noGrp="1"/>
          </p:cNvSpPr>
          <p:nvPr>
            <p:ph type="body"/>
          </p:nvPr>
        </p:nvSpPr>
        <p:spPr>
          <a:xfrm>
            <a:off x="5248800" y="1589400"/>
            <a:ext cx="4209840" cy="4571640"/>
          </a:xfrm>
          <a:prstGeom prst="rect">
            <a:avLst/>
          </a:prstGeom>
          <a:noFill/>
          <a:ln w="9360">
            <a:noFill/>
          </a:ln>
        </p:spPr>
        <p:txBody>
          <a:bodyPr numCol="1" spcCol="0" lIns="91440" rIns="91440" tIns="45720" bIns="45720" anchor="t">
            <a:noAutofit/>
          </a:bodyPr>
          <a:p>
            <a:pPr marL="318960" indent="-318960">
              <a:lnSpc>
                <a:spcPct val="100000"/>
              </a:lnSpc>
              <a:spcBef>
                <a:spcPts val="700"/>
              </a:spcBef>
              <a:buClr>
                <a:srgbClr val="feb80a"/>
              </a:buClr>
              <a:buSzPct val="60000"/>
              <a:buFont typeface="Wingdings" charset="2"/>
              <a:buChar char=""/>
            </a:pPr>
            <a:r>
              <a:rPr b="0" lang="ja-JP" sz="2900" strike="noStrike" u="none">
                <a:solidFill>
                  <a:schemeClr val="dk1"/>
                </a:solidFill>
                <a:effectLst/>
                <a:uFillTx/>
                <a:latin typeface="ＭＳ Ｐゴシック"/>
                <a:ea typeface="ＭＳ Ｐゴシック"/>
              </a:rPr>
              <a:t>マスター テキストの書式設定</a:t>
            </a:r>
            <a:endParaRPr b="0" lang="en-US" sz="2900" strike="noStrike" u="none">
              <a:solidFill>
                <a:schemeClr val="dk1"/>
              </a:solidFill>
              <a:effectLst/>
              <a:uFillTx/>
              <a:latin typeface="ＭＳ Ｐゴシック"/>
            </a:endParaRPr>
          </a:p>
          <a:p>
            <a:pPr lvl="1" marL="639720" indent="-272880">
              <a:lnSpc>
                <a:spcPct val="100000"/>
              </a:lnSpc>
              <a:spcBef>
                <a:spcPts val="550"/>
              </a:spcBef>
              <a:buClr>
                <a:srgbClr val="3891a7"/>
              </a:buClr>
              <a:buSzPct val="70000"/>
              <a:buFont typeface="Wingdings 2" charset="2"/>
              <a:buChar char=""/>
            </a:pPr>
            <a:r>
              <a:rPr b="0" lang="ja-JP" sz="2600" strike="noStrike" u="none">
                <a:solidFill>
                  <a:schemeClr val="dk1"/>
                </a:solidFill>
                <a:effectLst/>
                <a:uFillTx/>
                <a:latin typeface="ＭＳ Ｐゴシック"/>
                <a:ea typeface="ＭＳ Ｐゴシック"/>
              </a:rPr>
              <a:t>第 </a:t>
            </a:r>
            <a:r>
              <a:rPr b="0" lang="en-US" sz="2600" strike="noStrike" u="none">
                <a:solidFill>
                  <a:schemeClr val="dk1"/>
                </a:solidFill>
                <a:effectLst/>
                <a:uFillTx/>
                <a:latin typeface="ＭＳ Ｐゴシック"/>
                <a:ea typeface="ＭＳ Ｐゴシック"/>
              </a:rPr>
              <a:t>2 </a:t>
            </a:r>
            <a:r>
              <a:rPr b="0" lang="ja-JP" sz="2600" strike="noStrike" u="none">
                <a:solidFill>
                  <a:schemeClr val="dk1"/>
                </a:solidFill>
                <a:effectLst/>
                <a:uFillTx/>
                <a:latin typeface="ＭＳ Ｐゴシック"/>
                <a:ea typeface="ＭＳ Ｐゴシック"/>
              </a:rPr>
              <a:t>レベル</a:t>
            </a:r>
            <a:endParaRPr b="0" lang="en-US" sz="2600" strike="noStrike" u="none">
              <a:solidFill>
                <a:schemeClr val="dk1"/>
              </a:solidFill>
              <a:effectLst/>
              <a:uFillTx/>
              <a:latin typeface="ＭＳ Ｐゴシック"/>
            </a:endParaRPr>
          </a:p>
          <a:p>
            <a:pPr lvl="2" marL="914400" indent="-228600">
              <a:lnSpc>
                <a:spcPct val="100000"/>
              </a:lnSpc>
              <a:spcBef>
                <a:spcPts val="499"/>
              </a:spcBef>
              <a:buClr>
                <a:srgbClr val="feb80a"/>
              </a:buClr>
              <a:buSzPct val="75000"/>
              <a:buFont typeface="Wingdings" charset="2"/>
              <a:buChar char=""/>
            </a:pPr>
            <a:r>
              <a:rPr b="0" lang="ja-JP" sz="2300" strike="noStrike" u="none">
                <a:solidFill>
                  <a:schemeClr val="dk1"/>
                </a:solidFill>
                <a:effectLst/>
                <a:uFillTx/>
                <a:latin typeface="ＭＳ Ｐゴシック"/>
                <a:ea typeface="ＭＳ Ｐゴシック"/>
              </a:rPr>
              <a:t>第 </a:t>
            </a:r>
            <a:r>
              <a:rPr b="0" lang="en-US" sz="2300" strike="noStrike" u="none">
                <a:solidFill>
                  <a:schemeClr val="dk1"/>
                </a:solidFill>
                <a:effectLst/>
                <a:uFillTx/>
                <a:latin typeface="ＭＳ Ｐゴシック"/>
                <a:ea typeface="ＭＳ Ｐゴシック"/>
              </a:rPr>
              <a:t>3 </a:t>
            </a:r>
            <a:r>
              <a:rPr b="0" lang="ja-JP" sz="2300" strike="noStrike" u="none">
                <a:solidFill>
                  <a:schemeClr val="dk1"/>
                </a:solidFill>
                <a:effectLst/>
                <a:uFillTx/>
                <a:latin typeface="ＭＳ Ｐゴシック"/>
                <a:ea typeface="ＭＳ Ｐゴシック"/>
              </a:rPr>
              <a:t>レベル</a:t>
            </a:r>
            <a:endParaRPr b="0" lang="en-US" sz="2300" strike="noStrike" u="none">
              <a:solidFill>
                <a:schemeClr val="dk1"/>
              </a:solidFill>
              <a:effectLst/>
              <a:uFillTx/>
              <a:latin typeface="ＭＳ Ｐゴシック"/>
            </a:endParaRPr>
          </a:p>
          <a:p>
            <a:pPr lvl="3" marL="1371600" indent="-228600">
              <a:lnSpc>
                <a:spcPct val="100000"/>
              </a:lnSpc>
              <a:spcBef>
                <a:spcPts val="400"/>
              </a:spcBef>
              <a:buClr>
                <a:srgbClr val="c32d2e"/>
              </a:buClr>
              <a:buSzPct val="7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4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a:p>
            <a:pPr lvl="4" marL="1828800" indent="-228600">
              <a:lnSpc>
                <a:spcPct val="100000"/>
              </a:lnSpc>
              <a:spcBef>
                <a:spcPts val="400"/>
              </a:spcBef>
              <a:buClr>
                <a:srgbClr val="84aa33"/>
              </a:buClr>
              <a:buSzPct val="6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5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p:txBody>
      </p:sp>
      <p:sp>
        <p:nvSpPr>
          <p:cNvPr id="123" name="PlaceHolder 4"/>
          <p:cNvSpPr>
            <a:spLocks noGrp="1"/>
          </p:cNvSpPr>
          <p:nvPr>
            <p:ph type="dt" idx="44"/>
          </p:nvPr>
        </p:nvSpPr>
        <p:spPr>
          <a:xfrm>
            <a:off x="6603840" y="6248520"/>
            <a:ext cx="2889000" cy="364680"/>
          </a:xfrm>
          <a:prstGeom prst="rect">
            <a:avLst/>
          </a:prstGeom>
          <a:noFill/>
          <a:ln w="0">
            <a:noFill/>
          </a:ln>
        </p:spPr>
        <p:txBody>
          <a:bodyPr lIns="90000" rIns="90000" tIns="45000" bIns="45000" anchor="ctr">
            <a:noAutofit/>
          </a:bodyPr>
          <a:lstStyle>
            <a:lvl1pPr indent="0">
              <a:lnSpc>
                <a:spcPct val="100000"/>
              </a:lnSpc>
              <a:buNone/>
              <a:defRPr b="0" lang="en-US" sz="1400" strike="noStrike" u="none">
                <a:solidFill>
                  <a:srgbClr val="000000"/>
                </a:solidFill>
                <a:effectLst/>
                <a:uFillTx/>
                <a:latin typeface="ＭＳ Ｐゴシック"/>
                <a:ea typeface="ＭＳ Ｐゴシック"/>
              </a:defRPr>
            </a:lvl1pPr>
          </a:lstStyle>
          <a:p>
            <a:pPr indent="0">
              <a:lnSpc>
                <a:spcPct val="100000"/>
              </a:lnSpc>
              <a:buNone/>
            </a:pPr>
            <a:r>
              <a:rPr b="0" lang="en-US" sz="1400" strike="noStrike" u="none">
                <a:solidFill>
                  <a:srgbClr val="000000"/>
                </a:solidFill>
                <a:effectLst/>
                <a:uFillTx/>
                <a:latin typeface="ＭＳ Ｐゴシック"/>
                <a:ea typeface="ＭＳ Ｐゴシック"/>
              </a:rPr>
              <a:t>&lt;日付/時刻&gt;</a:t>
            </a:r>
            <a:endParaRPr b="0" lang="en-US" sz="1400" strike="noStrike" u="none">
              <a:solidFill>
                <a:srgbClr val="000000"/>
              </a:solidFill>
              <a:effectLst/>
              <a:uFillTx/>
              <a:latin typeface="游明朝"/>
            </a:endParaRPr>
          </a:p>
        </p:txBody>
      </p:sp>
      <p:sp>
        <p:nvSpPr>
          <p:cNvPr id="124" name="PlaceHolder 5"/>
          <p:cNvSpPr>
            <a:spLocks noGrp="1"/>
          </p:cNvSpPr>
          <p:nvPr>
            <p:ph type="sldNum" idx="45"/>
          </p:nvPr>
        </p:nvSpPr>
        <p:spPr>
          <a:xfrm>
            <a:off x="9328320" y="6597720"/>
            <a:ext cx="577440" cy="244080"/>
          </a:xfrm>
          <a:prstGeom prst="rect">
            <a:avLst/>
          </a:prstGeom>
          <a:noFill/>
          <a:ln w="0">
            <a:noFill/>
          </a:ln>
        </p:spPr>
        <p:txBody>
          <a:bodyPr lIns="90000" rIns="90000" tIns="45000" bIns="45000" anchor="ctr">
            <a:noAutofit/>
          </a:bodyPr>
          <a:lstStyle>
            <a:lvl1pPr indent="0" algn="ctr">
              <a:lnSpc>
                <a:spcPct val="100000"/>
              </a:lnSpc>
              <a:buNone/>
              <a:defRPr b="1" lang="en-US" sz="1400" strike="noStrike" u="none">
                <a:solidFill>
                  <a:srgbClr val="000000"/>
                </a:solidFill>
                <a:effectLst/>
                <a:uFillTx/>
                <a:latin typeface="ＭＳ Ｐゴシック"/>
                <a:ea typeface="ＭＳ Ｐゴシック"/>
              </a:defRPr>
            </a:lvl1pPr>
          </a:lstStyle>
          <a:p>
            <a:pPr indent="0" algn="ctr">
              <a:lnSpc>
                <a:spcPct val="100000"/>
              </a:lnSpc>
              <a:buNone/>
            </a:pPr>
            <a:fld id="{2E0F2387-7AA7-4934-B914-7A42C30E15A9}" type="slidenum">
              <a:rPr b="1" lang="en-US" sz="1400" strike="noStrike" u="none">
                <a:solidFill>
                  <a:srgbClr val="000000"/>
                </a:solidFill>
                <a:effectLst/>
                <a:uFillTx/>
                <a:latin typeface="ＭＳ Ｐゴシック"/>
                <a:ea typeface="ＭＳ Ｐゴシック"/>
              </a:rPr>
              <a:t>&lt;番号&gt;</a:t>
            </a:fld>
            <a:endParaRPr b="0" lang="en-US" sz="1400" strike="noStrike" u="none">
              <a:solidFill>
                <a:srgbClr val="000000"/>
              </a:solidFill>
              <a:effectLst/>
              <a:uFillTx/>
              <a:latin typeface="游明朝"/>
            </a:endParaRPr>
          </a:p>
        </p:txBody>
      </p:sp>
      <p:sp>
        <p:nvSpPr>
          <p:cNvPr id="125" name="PlaceHolder 6"/>
          <p:cNvSpPr>
            <a:spLocks noGrp="1"/>
          </p:cNvSpPr>
          <p:nvPr>
            <p:ph type="ftr" idx="46"/>
          </p:nvPr>
        </p:nvSpPr>
        <p:spPr>
          <a:xfrm>
            <a:off x="660240" y="6248520"/>
            <a:ext cx="5871960" cy="364680"/>
          </a:xfrm>
          <a:prstGeom prst="rect">
            <a:avLst/>
          </a:prstGeom>
          <a:noFill/>
          <a:ln w="0">
            <a:noFill/>
          </a:ln>
        </p:spPr>
        <p:txBody>
          <a:bodyPr numCol="1" spcCol="0" lIns="91440" rIns="91440" tIns="45720" bIns="45720" anchor="ctr">
            <a:noAutofit/>
          </a:bodyPr>
          <a:lstStyle>
            <a:lvl1pPr indent="0" algn="ctr">
              <a:buNone/>
              <a:defRPr b="0" lang="en-US" sz="1400" strike="noStrike" u="none">
                <a:solidFill>
                  <a:srgbClr val="000000"/>
                </a:solidFill>
                <a:effectLst/>
                <a:uFillTx/>
                <a:latin typeface="游明朝"/>
              </a:defRPr>
            </a:lvl1pPr>
          </a:lstStyle>
          <a:p>
            <a:pPr indent="0" algn="ctr">
              <a:buNone/>
            </a:pPr>
            <a:r>
              <a:rPr b="0" lang="en-US" sz="1400" strike="noStrike" u="none">
                <a:solidFill>
                  <a:srgbClr val="000000"/>
                </a:solidFill>
                <a:effectLst/>
                <a:uFillTx/>
                <a:latin typeface="游明朝"/>
              </a:rPr>
              <a:t>&lt;フッター&gt;</a:t>
            </a:r>
            <a:endParaRPr b="0" lang="en-US" sz="1400" strike="noStrike" u="none">
              <a:solidFill>
                <a:srgbClr val="000000"/>
              </a:solidFill>
              <a:effectLst/>
              <a:uFillTx/>
              <a:latin typeface="游明朝"/>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比较">
    <p:bg>
      <p:bgPr>
        <a:blipFill rotWithShape="0">
          <a:blip r:embed="rId2"/>
          <a:tile tx="0" ty="0" sx="100000" sy="100000" algn="tl"/>
        </a:blipFill>
      </p:bgPr>
    </p:bg>
    <p:spTree>
      <p:nvGrpSpPr>
        <p:cNvPr id="1" name=""/>
        <p:cNvGrpSpPr/>
        <p:nvPr/>
      </p:nvGrpSpPr>
      <p:grpSpPr>
        <a:xfrm>
          <a:off x="0" y="0"/>
          <a:ext cx="0" cy="0"/>
          <a:chOff x="0" y="0"/>
          <a:chExt cx="0" cy="0"/>
        </a:xfrm>
      </p:grpSpPr>
      <p:sp>
        <p:nvSpPr>
          <p:cNvPr id="126" name="Rectangle 6"/>
          <p:cNvSpPr/>
          <p:nvPr/>
        </p:nvSpPr>
        <p:spPr>
          <a:xfrm>
            <a:off x="0" y="1235160"/>
            <a:ext cx="9905760" cy="31860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127" name="Rectangle 7"/>
          <p:cNvSpPr/>
          <p:nvPr/>
        </p:nvSpPr>
        <p:spPr>
          <a:xfrm>
            <a:off x="0" y="1279440"/>
            <a:ext cx="577440" cy="2282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128" name="Rectangle 8"/>
          <p:cNvSpPr/>
          <p:nvPr/>
        </p:nvSpPr>
        <p:spPr>
          <a:xfrm>
            <a:off x="639720" y="1279440"/>
            <a:ext cx="9266040" cy="22824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129" name="PlaceHolder 1"/>
          <p:cNvSpPr>
            <a:spLocks noGrp="1"/>
          </p:cNvSpPr>
          <p:nvPr>
            <p:ph type="title"/>
          </p:nvPr>
        </p:nvSpPr>
        <p:spPr>
          <a:xfrm>
            <a:off x="577800" y="272880"/>
            <a:ext cx="8832600" cy="869760"/>
          </a:xfrm>
          <a:prstGeom prst="rect">
            <a:avLst/>
          </a:prstGeom>
          <a:noFill/>
          <a:ln w="9360">
            <a:noFill/>
          </a:ln>
        </p:spPr>
        <p:txBody>
          <a:bodyPr numCol="1" spcCol="0" lIns="91440" rIns="91440" tIns="45720" bIns="45720" anchor="ctr">
            <a:noAutofit/>
          </a:bodyPr>
          <a:p>
            <a:pPr indent="0">
              <a:lnSpc>
                <a:spcPct val="100000"/>
              </a:lnSpc>
              <a:buNone/>
            </a:pPr>
            <a:r>
              <a:rPr b="0" lang="ja-JP" sz="3600" strike="noStrike" u="none">
                <a:solidFill>
                  <a:schemeClr val="dk1"/>
                </a:solidFill>
                <a:effectLst/>
                <a:uFillTx/>
                <a:latin typeface="ＭＳ Ｐゴシック"/>
                <a:ea typeface="ＭＳ Ｐゴシック"/>
              </a:rPr>
              <a:t>マスター タイトルの書式設定</a:t>
            </a:r>
            <a:endParaRPr b="0" lang="en-US" sz="3600" strike="noStrike" u="none">
              <a:solidFill>
                <a:schemeClr val="dk1"/>
              </a:solidFill>
              <a:effectLst/>
              <a:uFillTx/>
              <a:latin typeface="Tw Cen MT"/>
            </a:endParaRPr>
          </a:p>
        </p:txBody>
      </p:sp>
      <p:sp>
        <p:nvSpPr>
          <p:cNvPr id="130" name="PlaceHolder 2"/>
          <p:cNvSpPr>
            <a:spLocks noGrp="1"/>
          </p:cNvSpPr>
          <p:nvPr>
            <p:ph type="body"/>
          </p:nvPr>
        </p:nvSpPr>
        <p:spPr>
          <a:xfrm>
            <a:off x="660240" y="2438280"/>
            <a:ext cx="4209840" cy="3580920"/>
          </a:xfrm>
          <a:prstGeom prst="rect">
            <a:avLst/>
          </a:prstGeom>
          <a:noFill/>
          <a:ln w="9360">
            <a:noFill/>
          </a:ln>
        </p:spPr>
        <p:txBody>
          <a:bodyPr numCol="1" spcCol="0" lIns="91440" rIns="91440" tIns="45720" bIns="45720" anchor="t">
            <a:noAutofit/>
          </a:bodyPr>
          <a:p>
            <a:pPr marL="318960" indent="-318960">
              <a:lnSpc>
                <a:spcPct val="100000"/>
              </a:lnSpc>
              <a:spcBef>
                <a:spcPts val="700"/>
              </a:spcBef>
              <a:buClr>
                <a:srgbClr val="feb80a"/>
              </a:buClr>
              <a:buSzPct val="60000"/>
              <a:buFont typeface="Wingdings" charset="2"/>
              <a:buChar char=""/>
            </a:pPr>
            <a:r>
              <a:rPr b="0" lang="ja-JP" sz="2900" strike="noStrike" u="none">
                <a:solidFill>
                  <a:schemeClr val="dk1"/>
                </a:solidFill>
                <a:effectLst/>
                <a:uFillTx/>
                <a:latin typeface="ＭＳ Ｐゴシック"/>
                <a:ea typeface="ＭＳ Ｐゴシック"/>
              </a:rPr>
              <a:t>マスター テキストの書式設定</a:t>
            </a:r>
            <a:endParaRPr b="0" lang="en-US" sz="2900" strike="noStrike" u="none">
              <a:solidFill>
                <a:schemeClr val="dk1"/>
              </a:solidFill>
              <a:effectLst/>
              <a:uFillTx/>
              <a:latin typeface="ＭＳ Ｐゴシック"/>
            </a:endParaRPr>
          </a:p>
          <a:p>
            <a:pPr lvl="1" marL="639720" indent="-272880">
              <a:lnSpc>
                <a:spcPct val="100000"/>
              </a:lnSpc>
              <a:spcBef>
                <a:spcPts val="550"/>
              </a:spcBef>
              <a:buClr>
                <a:srgbClr val="3891a7"/>
              </a:buClr>
              <a:buSzPct val="70000"/>
              <a:buFont typeface="Wingdings 2" charset="2"/>
              <a:buChar char=""/>
            </a:pPr>
            <a:r>
              <a:rPr b="0" lang="ja-JP" sz="2600" strike="noStrike" u="none">
                <a:solidFill>
                  <a:schemeClr val="dk1"/>
                </a:solidFill>
                <a:effectLst/>
                <a:uFillTx/>
                <a:latin typeface="ＭＳ Ｐゴシック"/>
                <a:ea typeface="ＭＳ Ｐゴシック"/>
              </a:rPr>
              <a:t>第 </a:t>
            </a:r>
            <a:r>
              <a:rPr b="0" lang="en-US" sz="2600" strike="noStrike" u="none">
                <a:solidFill>
                  <a:schemeClr val="dk1"/>
                </a:solidFill>
                <a:effectLst/>
                <a:uFillTx/>
                <a:latin typeface="ＭＳ Ｐゴシック"/>
                <a:ea typeface="ＭＳ Ｐゴシック"/>
              </a:rPr>
              <a:t>2 </a:t>
            </a:r>
            <a:r>
              <a:rPr b="0" lang="ja-JP" sz="2600" strike="noStrike" u="none">
                <a:solidFill>
                  <a:schemeClr val="dk1"/>
                </a:solidFill>
                <a:effectLst/>
                <a:uFillTx/>
                <a:latin typeface="ＭＳ Ｐゴシック"/>
                <a:ea typeface="ＭＳ Ｐゴシック"/>
              </a:rPr>
              <a:t>レベル</a:t>
            </a:r>
            <a:endParaRPr b="0" lang="en-US" sz="2600" strike="noStrike" u="none">
              <a:solidFill>
                <a:schemeClr val="dk1"/>
              </a:solidFill>
              <a:effectLst/>
              <a:uFillTx/>
              <a:latin typeface="ＭＳ Ｐゴシック"/>
            </a:endParaRPr>
          </a:p>
          <a:p>
            <a:pPr lvl="2" marL="914400" indent="-228600">
              <a:lnSpc>
                <a:spcPct val="100000"/>
              </a:lnSpc>
              <a:spcBef>
                <a:spcPts val="499"/>
              </a:spcBef>
              <a:buClr>
                <a:srgbClr val="feb80a"/>
              </a:buClr>
              <a:buSzPct val="75000"/>
              <a:buFont typeface="Wingdings" charset="2"/>
              <a:buChar char=""/>
            </a:pPr>
            <a:r>
              <a:rPr b="0" lang="ja-JP" sz="2300" strike="noStrike" u="none">
                <a:solidFill>
                  <a:schemeClr val="dk1"/>
                </a:solidFill>
                <a:effectLst/>
                <a:uFillTx/>
                <a:latin typeface="ＭＳ Ｐゴシック"/>
                <a:ea typeface="ＭＳ Ｐゴシック"/>
              </a:rPr>
              <a:t>第 </a:t>
            </a:r>
            <a:r>
              <a:rPr b="0" lang="en-US" sz="2300" strike="noStrike" u="none">
                <a:solidFill>
                  <a:schemeClr val="dk1"/>
                </a:solidFill>
                <a:effectLst/>
                <a:uFillTx/>
                <a:latin typeface="ＭＳ Ｐゴシック"/>
                <a:ea typeface="ＭＳ Ｐゴシック"/>
              </a:rPr>
              <a:t>3 </a:t>
            </a:r>
            <a:r>
              <a:rPr b="0" lang="ja-JP" sz="2300" strike="noStrike" u="none">
                <a:solidFill>
                  <a:schemeClr val="dk1"/>
                </a:solidFill>
                <a:effectLst/>
                <a:uFillTx/>
                <a:latin typeface="ＭＳ Ｐゴシック"/>
                <a:ea typeface="ＭＳ Ｐゴシック"/>
              </a:rPr>
              <a:t>レベル</a:t>
            </a:r>
            <a:endParaRPr b="0" lang="en-US" sz="2300" strike="noStrike" u="none">
              <a:solidFill>
                <a:schemeClr val="dk1"/>
              </a:solidFill>
              <a:effectLst/>
              <a:uFillTx/>
              <a:latin typeface="ＭＳ Ｐゴシック"/>
            </a:endParaRPr>
          </a:p>
          <a:p>
            <a:pPr lvl="3" marL="1371600" indent="-228600">
              <a:lnSpc>
                <a:spcPct val="100000"/>
              </a:lnSpc>
              <a:spcBef>
                <a:spcPts val="400"/>
              </a:spcBef>
              <a:buClr>
                <a:srgbClr val="c32d2e"/>
              </a:buClr>
              <a:buSzPct val="7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4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a:p>
            <a:pPr lvl="4" marL="1828800" indent="-228600">
              <a:lnSpc>
                <a:spcPct val="100000"/>
              </a:lnSpc>
              <a:spcBef>
                <a:spcPts val="400"/>
              </a:spcBef>
              <a:buClr>
                <a:srgbClr val="84aa33"/>
              </a:buClr>
              <a:buSzPct val="6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5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p:txBody>
      </p:sp>
      <p:sp>
        <p:nvSpPr>
          <p:cNvPr id="131" name="PlaceHolder 3"/>
          <p:cNvSpPr>
            <a:spLocks noGrp="1"/>
          </p:cNvSpPr>
          <p:nvPr>
            <p:ph type="body"/>
          </p:nvPr>
        </p:nvSpPr>
        <p:spPr>
          <a:xfrm>
            <a:off x="5200560" y="2438280"/>
            <a:ext cx="4209840" cy="3580920"/>
          </a:xfrm>
          <a:prstGeom prst="rect">
            <a:avLst/>
          </a:prstGeom>
          <a:noFill/>
          <a:ln w="9360">
            <a:noFill/>
          </a:ln>
        </p:spPr>
        <p:txBody>
          <a:bodyPr numCol="1" spcCol="0" lIns="91440" rIns="91440" tIns="45720" bIns="45720" anchor="t">
            <a:noAutofit/>
          </a:bodyPr>
          <a:p>
            <a:pPr marL="318960" indent="-318960">
              <a:lnSpc>
                <a:spcPct val="100000"/>
              </a:lnSpc>
              <a:spcBef>
                <a:spcPts val="700"/>
              </a:spcBef>
              <a:buClr>
                <a:srgbClr val="feb80a"/>
              </a:buClr>
              <a:buSzPct val="60000"/>
              <a:buFont typeface="Wingdings" charset="2"/>
              <a:buChar char=""/>
            </a:pPr>
            <a:r>
              <a:rPr b="0" lang="ja-JP" sz="2900" strike="noStrike" u="none">
                <a:solidFill>
                  <a:schemeClr val="dk1"/>
                </a:solidFill>
                <a:effectLst/>
                <a:uFillTx/>
                <a:latin typeface="ＭＳ Ｐゴシック"/>
                <a:ea typeface="ＭＳ Ｐゴシック"/>
              </a:rPr>
              <a:t>マスター テキストの書式設定</a:t>
            </a:r>
            <a:endParaRPr b="0" lang="en-US" sz="2900" strike="noStrike" u="none">
              <a:solidFill>
                <a:schemeClr val="dk1"/>
              </a:solidFill>
              <a:effectLst/>
              <a:uFillTx/>
              <a:latin typeface="ＭＳ Ｐゴシック"/>
            </a:endParaRPr>
          </a:p>
          <a:p>
            <a:pPr lvl="1" marL="639720" indent="-272880">
              <a:lnSpc>
                <a:spcPct val="100000"/>
              </a:lnSpc>
              <a:spcBef>
                <a:spcPts val="550"/>
              </a:spcBef>
              <a:buClr>
                <a:srgbClr val="3891a7"/>
              </a:buClr>
              <a:buSzPct val="70000"/>
              <a:buFont typeface="Wingdings 2" charset="2"/>
              <a:buChar char=""/>
            </a:pPr>
            <a:r>
              <a:rPr b="0" lang="ja-JP" sz="2600" strike="noStrike" u="none">
                <a:solidFill>
                  <a:schemeClr val="dk1"/>
                </a:solidFill>
                <a:effectLst/>
                <a:uFillTx/>
                <a:latin typeface="ＭＳ Ｐゴシック"/>
                <a:ea typeface="ＭＳ Ｐゴシック"/>
              </a:rPr>
              <a:t>第 </a:t>
            </a:r>
            <a:r>
              <a:rPr b="0" lang="en-US" sz="2600" strike="noStrike" u="none">
                <a:solidFill>
                  <a:schemeClr val="dk1"/>
                </a:solidFill>
                <a:effectLst/>
                <a:uFillTx/>
                <a:latin typeface="ＭＳ Ｐゴシック"/>
                <a:ea typeface="ＭＳ Ｐゴシック"/>
              </a:rPr>
              <a:t>2 </a:t>
            </a:r>
            <a:r>
              <a:rPr b="0" lang="ja-JP" sz="2600" strike="noStrike" u="none">
                <a:solidFill>
                  <a:schemeClr val="dk1"/>
                </a:solidFill>
                <a:effectLst/>
                <a:uFillTx/>
                <a:latin typeface="ＭＳ Ｐゴシック"/>
                <a:ea typeface="ＭＳ Ｐゴシック"/>
              </a:rPr>
              <a:t>レベル</a:t>
            </a:r>
            <a:endParaRPr b="0" lang="en-US" sz="2600" strike="noStrike" u="none">
              <a:solidFill>
                <a:schemeClr val="dk1"/>
              </a:solidFill>
              <a:effectLst/>
              <a:uFillTx/>
              <a:latin typeface="ＭＳ Ｐゴシック"/>
            </a:endParaRPr>
          </a:p>
          <a:p>
            <a:pPr lvl="2" marL="914400" indent="-228600">
              <a:lnSpc>
                <a:spcPct val="100000"/>
              </a:lnSpc>
              <a:spcBef>
                <a:spcPts val="499"/>
              </a:spcBef>
              <a:buClr>
                <a:srgbClr val="feb80a"/>
              </a:buClr>
              <a:buSzPct val="75000"/>
              <a:buFont typeface="Wingdings" charset="2"/>
              <a:buChar char=""/>
            </a:pPr>
            <a:r>
              <a:rPr b="0" lang="ja-JP" sz="2300" strike="noStrike" u="none">
                <a:solidFill>
                  <a:schemeClr val="dk1"/>
                </a:solidFill>
                <a:effectLst/>
                <a:uFillTx/>
                <a:latin typeface="ＭＳ Ｐゴシック"/>
                <a:ea typeface="ＭＳ Ｐゴシック"/>
              </a:rPr>
              <a:t>第 </a:t>
            </a:r>
            <a:r>
              <a:rPr b="0" lang="en-US" sz="2300" strike="noStrike" u="none">
                <a:solidFill>
                  <a:schemeClr val="dk1"/>
                </a:solidFill>
                <a:effectLst/>
                <a:uFillTx/>
                <a:latin typeface="ＭＳ Ｐゴシック"/>
                <a:ea typeface="ＭＳ Ｐゴシック"/>
              </a:rPr>
              <a:t>3 </a:t>
            </a:r>
            <a:r>
              <a:rPr b="0" lang="ja-JP" sz="2300" strike="noStrike" u="none">
                <a:solidFill>
                  <a:schemeClr val="dk1"/>
                </a:solidFill>
                <a:effectLst/>
                <a:uFillTx/>
                <a:latin typeface="ＭＳ Ｐゴシック"/>
                <a:ea typeface="ＭＳ Ｐゴシック"/>
              </a:rPr>
              <a:t>レベル</a:t>
            </a:r>
            <a:endParaRPr b="0" lang="en-US" sz="2300" strike="noStrike" u="none">
              <a:solidFill>
                <a:schemeClr val="dk1"/>
              </a:solidFill>
              <a:effectLst/>
              <a:uFillTx/>
              <a:latin typeface="ＭＳ Ｐゴシック"/>
            </a:endParaRPr>
          </a:p>
          <a:p>
            <a:pPr lvl="3" marL="1371600" indent="-228600">
              <a:lnSpc>
                <a:spcPct val="100000"/>
              </a:lnSpc>
              <a:spcBef>
                <a:spcPts val="400"/>
              </a:spcBef>
              <a:buClr>
                <a:srgbClr val="c32d2e"/>
              </a:buClr>
              <a:buSzPct val="7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4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a:p>
            <a:pPr lvl="4" marL="1828800" indent="-228600">
              <a:lnSpc>
                <a:spcPct val="100000"/>
              </a:lnSpc>
              <a:spcBef>
                <a:spcPts val="400"/>
              </a:spcBef>
              <a:buClr>
                <a:srgbClr val="84aa33"/>
              </a:buClr>
              <a:buSzPct val="6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5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p:txBody>
      </p:sp>
      <p:sp>
        <p:nvSpPr>
          <p:cNvPr id="132" name="PlaceHolder 4"/>
          <p:cNvSpPr>
            <a:spLocks noGrp="1"/>
          </p:cNvSpPr>
          <p:nvPr>
            <p:ph type="body"/>
          </p:nvPr>
        </p:nvSpPr>
        <p:spPr>
          <a:xfrm>
            <a:off x="660240" y="1752480"/>
            <a:ext cx="4209840" cy="639720"/>
          </a:xfrm>
          <a:prstGeom prst="rect">
            <a:avLst/>
          </a:prstGeom>
          <a:solidFill>
            <a:schemeClr val="accent2"/>
          </a:solidFill>
          <a:ln w="9360">
            <a:noFill/>
          </a:ln>
        </p:spPr>
        <p:txBody>
          <a:bodyPr numCol="1" spcCol="0" lIns="91440" rIns="91440" tIns="45720" bIns="45720" anchor="ctr">
            <a:noAutofit/>
          </a:bodyPr>
          <a:p>
            <a:pPr indent="0">
              <a:lnSpc>
                <a:spcPct val="100000"/>
              </a:lnSpc>
              <a:spcBef>
                <a:spcPts val="700"/>
              </a:spcBef>
              <a:buNone/>
              <a:tabLst>
                <a:tab algn="l" pos="0"/>
              </a:tabLst>
            </a:pPr>
            <a:r>
              <a:rPr b="1" lang="ja-JP" sz="2000" strike="noStrike" u="none">
                <a:solidFill>
                  <a:srgbClr val="ffffff"/>
                </a:solidFill>
                <a:effectLst/>
                <a:uFillTx/>
                <a:latin typeface="ＭＳ Ｐゴシック"/>
                <a:ea typeface="ＭＳ Ｐゴシック"/>
              </a:rPr>
              <a:t>マスター テキストの書式設定</a:t>
            </a:r>
            <a:endParaRPr b="0" lang="en-US" sz="2000" strike="noStrike" u="none">
              <a:solidFill>
                <a:schemeClr val="dk1"/>
              </a:solidFill>
              <a:effectLst/>
              <a:uFillTx/>
              <a:latin typeface="ＭＳ Ｐゴシック"/>
            </a:endParaRPr>
          </a:p>
        </p:txBody>
      </p:sp>
      <p:sp>
        <p:nvSpPr>
          <p:cNvPr id="133" name="PlaceHolder 5"/>
          <p:cNvSpPr>
            <a:spLocks noGrp="1"/>
          </p:cNvSpPr>
          <p:nvPr>
            <p:ph type="body"/>
          </p:nvPr>
        </p:nvSpPr>
        <p:spPr>
          <a:xfrm>
            <a:off x="5200560" y="1752480"/>
            <a:ext cx="4209840" cy="639720"/>
          </a:xfrm>
          <a:prstGeom prst="rect">
            <a:avLst/>
          </a:prstGeom>
          <a:solidFill>
            <a:schemeClr val="accent4"/>
          </a:solidFill>
          <a:ln w="9360">
            <a:noFill/>
          </a:ln>
        </p:spPr>
        <p:txBody>
          <a:bodyPr numCol="1" spcCol="0" lIns="91440" rIns="91440" tIns="45720" bIns="45720" anchor="ctr">
            <a:noAutofit/>
          </a:bodyPr>
          <a:p>
            <a:pPr indent="0">
              <a:lnSpc>
                <a:spcPct val="100000"/>
              </a:lnSpc>
              <a:spcBef>
                <a:spcPts val="700"/>
              </a:spcBef>
              <a:buNone/>
              <a:tabLst>
                <a:tab algn="l" pos="0"/>
              </a:tabLst>
            </a:pPr>
            <a:r>
              <a:rPr b="1" lang="ja-JP" sz="2000" strike="noStrike" u="none">
                <a:solidFill>
                  <a:srgbClr val="ffffff"/>
                </a:solidFill>
                <a:effectLst/>
                <a:uFillTx/>
                <a:latin typeface="ＭＳ Ｐゴシック"/>
                <a:ea typeface="ＭＳ Ｐゴシック"/>
              </a:rPr>
              <a:t>マスター テキストの書式設定</a:t>
            </a:r>
            <a:endParaRPr b="0" lang="en-US" sz="2000" strike="noStrike" u="none">
              <a:solidFill>
                <a:schemeClr val="dk1"/>
              </a:solidFill>
              <a:effectLst/>
              <a:uFillTx/>
              <a:latin typeface="ＭＳ Ｐゴシック"/>
            </a:endParaRPr>
          </a:p>
        </p:txBody>
      </p:sp>
      <p:sp>
        <p:nvSpPr>
          <p:cNvPr id="134" name="PlaceHolder 6"/>
          <p:cNvSpPr>
            <a:spLocks noGrp="1"/>
          </p:cNvSpPr>
          <p:nvPr>
            <p:ph type="dt" idx="47"/>
          </p:nvPr>
        </p:nvSpPr>
        <p:spPr>
          <a:xfrm>
            <a:off x="6603840" y="6248520"/>
            <a:ext cx="2889000" cy="364680"/>
          </a:xfrm>
          <a:prstGeom prst="rect">
            <a:avLst/>
          </a:prstGeom>
          <a:noFill/>
          <a:ln w="0">
            <a:noFill/>
          </a:ln>
        </p:spPr>
        <p:txBody>
          <a:bodyPr lIns="90000" rIns="90000" tIns="45000" bIns="45000" anchor="ctr">
            <a:noAutofit/>
          </a:bodyPr>
          <a:lstStyle>
            <a:lvl1pPr indent="0">
              <a:lnSpc>
                <a:spcPct val="100000"/>
              </a:lnSpc>
              <a:buNone/>
              <a:defRPr b="0" lang="en-US" sz="1400" strike="noStrike" u="none">
                <a:solidFill>
                  <a:srgbClr val="000000"/>
                </a:solidFill>
                <a:effectLst/>
                <a:uFillTx/>
                <a:latin typeface="ＭＳ Ｐゴシック"/>
                <a:ea typeface="ＭＳ Ｐゴシック"/>
              </a:defRPr>
            </a:lvl1pPr>
          </a:lstStyle>
          <a:p>
            <a:pPr indent="0">
              <a:lnSpc>
                <a:spcPct val="100000"/>
              </a:lnSpc>
              <a:buNone/>
            </a:pPr>
            <a:r>
              <a:rPr b="0" lang="en-US" sz="1400" strike="noStrike" u="none">
                <a:solidFill>
                  <a:srgbClr val="000000"/>
                </a:solidFill>
                <a:effectLst/>
                <a:uFillTx/>
                <a:latin typeface="ＭＳ Ｐゴシック"/>
                <a:ea typeface="ＭＳ Ｐゴシック"/>
              </a:rPr>
              <a:t>&lt;日付/時刻&gt;</a:t>
            </a:r>
            <a:endParaRPr b="0" lang="en-US" sz="1400" strike="noStrike" u="none">
              <a:solidFill>
                <a:srgbClr val="000000"/>
              </a:solidFill>
              <a:effectLst/>
              <a:uFillTx/>
              <a:latin typeface="游明朝"/>
            </a:endParaRPr>
          </a:p>
        </p:txBody>
      </p:sp>
      <p:sp>
        <p:nvSpPr>
          <p:cNvPr id="135" name="PlaceHolder 7"/>
          <p:cNvSpPr>
            <a:spLocks noGrp="1"/>
          </p:cNvSpPr>
          <p:nvPr>
            <p:ph type="sldNum" idx="48"/>
          </p:nvPr>
        </p:nvSpPr>
        <p:spPr>
          <a:xfrm>
            <a:off x="9328320" y="6597720"/>
            <a:ext cx="577440" cy="244080"/>
          </a:xfrm>
          <a:prstGeom prst="rect">
            <a:avLst/>
          </a:prstGeom>
          <a:noFill/>
          <a:ln w="0">
            <a:noFill/>
          </a:ln>
        </p:spPr>
        <p:txBody>
          <a:bodyPr lIns="90000" rIns="90000" tIns="45000" bIns="45000" anchor="ctr">
            <a:noAutofit/>
          </a:bodyPr>
          <a:lstStyle>
            <a:lvl1pPr indent="0" algn="ctr">
              <a:lnSpc>
                <a:spcPct val="100000"/>
              </a:lnSpc>
              <a:buNone/>
              <a:defRPr b="1" lang="en-US" sz="1400" strike="noStrike" u="none">
                <a:solidFill>
                  <a:srgbClr val="000000"/>
                </a:solidFill>
                <a:effectLst/>
                <a:uFillTx/>
                <a:latin typeface="ＭＳ Ｐゴシック"/>
                <a:ea typeface="ＭＳ Ｐゴシック"/>
              </a:defRPr>
            </a:lvl1pPr>
          </a:lstStyle>
          <a:p>
            <a:pPr indent="0" algn="ctr">
              <a:lnSpc>
                <a:spcPct val="100000"/>
              </a:lnSpc>
              <a:buNone/>
            </a:pPr>
            <a:fld id="{EA404A2D-BD4A-4092-9B9C-5C3D4507BDF4}" type="slidenum">
              <a:rPr b="1" lang="en-US" sz="1400" strike="noStrike" u="none">
                <a:solidFill>
                  <a:srgbClr val="000000"/>
                </a:solidFill>
                <a:effectLst/>
                <a:uFillTx/>
                <a:latin typeface="ＭＳ Ｐゴシック"/>
                <a:ea typeface="ＭＳ Ｐゴシック"/>
              </a:rPr>
              <a:t>&lt;番号&gt;</a:t>
            </a:fld>
            <a:endParaRPr b="0" lang="en-US" sz="1400" strike="noStrike" u="none">
              <a:solidFill>
                <a:srgbClr val="000000"/>
              </a:solidFill>
              <a:effectLst/>
              <a:uFillTx/>
              <a:latin typeface="游明朝"/>
            </a:endParaRPr>
          </a:p>
        </p:txBody>
      </p:sp>
      <p:sp>
        <p:nvSpPr>
          <p:cNvPr id="136" name="PlaceHolder 8"/>
          <p:cNvSpPr>
            <a:spLocks noGrp="1"/>
          </p:cNvSpPr>
          <p:nvPr>
            <p:ph type="ftr" idx="49"/>
          </p:nvPr>
        </p:nvSpPr>
        <p:spPr>
          <a:xfrm>
            <a:off x="660240" y="6248520"/>
            <a:ext cx="5871960" cy="364680"/>
          </a:xfrm>
          <a:prstGeom prst="rect">
            <a:avLst/>
          </a:prstGeom>
          <a:noFill/>
          <a:ln w="0">
            <a:noFill/>
          </a:ln>
        </p:spPr>
        <p:txBody>
          <a:bodyPr numCol="1" spcCol="0" lIns="91440" rIns="91440" tIns="45720" bIns="45720" anchor="ctr">
            <a:noAutofit/>
          </a:bodyPr>
          <a:lstStyle>
            <a:lvl1pPr indent="0" algn="ctr">
              <a:buNone/>
              <a:defRPr b="0" lang="en-US" sz="1400" strike="noStrike" u="none">
                <a:solidFill>
                  <a:srgbClr val="000000"/>
                </a:solidFill>
                <a:effectLst/>
                <a:uFillTx/>
                <a:latin typeface="游明朝"/>
              </a:defRPr>
            </a:lvl1pPr>
          </a:lstStyle>
          <a:p>
            <a:pPr indent="0" algn="ctr">
              <a:buNone/>
            </a:pPr>
            <a:r>
              <a:rPr b="0" lang="en-US" sz="1400" strike="noStrike" u="none">
                <a:solidFill>
                  <a:srgbClr val="000000"/>
                </a:solidFill>
                <a:effectLst/>
                <a:uFillTx/>
                <a:latin typeface="游明朝"/>
              </a:rPr>
              <a:t>&lt;フッター&gt;</a:t>
            </a:r>
            <a:endParaRPr b="0" lang="en-US" sz="1400" strike="noStrike" u="none">
              <a:solidFill>
                <a:srgbClr val="000000"/>
              </a:solidFill>
              <a:effectLst/>
              <a:uFillTx/>
              <a:latin typeface="游明朝"/>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標準 4">
    <p:bg>
      <p:bgPr>
        <a:blipFill rotWithShape="0">
          <a:blip r:embed="rId2"/>
          <a:tile tx="0" ty="0" sx="100000" sy="100000" algn="tl"/>
        </a:blipFill>
      </p:bgPr>
    </p:bg>
    <p:spTree>
      <p:nvGrpSpPr>
        <p:cNvPr id="1" name=""/>
        <p:cNvGrpSpPr/>
        <p:nvPr/>
      </p:nvGrpSpPr>
      <p:grpSpPr>
        <a:xfrm>
          <a:off x="0" y="0"/>
          <a:ext cx="0" cy="0"/>
          <a:chOff x="0" y="0"/>
          <a:chExt cx="0" cy="0"/>
        </a:xfrm>
      </p:grpSpPr>
      <p:sp>
        <p:nvSpPr>
          <p:cNvPr id="137" name="Rectangle 6"/>
          <p:cNvSpPr/>
          <p:nvPr/>
        </p:nvSpPr>
        <p:spPr>
          <a:xfrm>
            <a:off x="0" y="1235160"/>
            <a:ext cx="9905760" cy="31860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138" name="Rectangle 7"/>
          <p:cNvSpPr/>
          <p:nvPr/>
        </p:nvSpPr>
        <p:spPr>
          <a:xfrm>
            <a:off x="0" y="1279440"/>
            <a:ext cx="577440" cy="2282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139" name="Rectangle 8"/>
          <p:cNvSpPr/>
          <p:nvPr/>
        </p:nvSpPr>
        <p:spPr>
          <a:xfrm>
            <a:off x="639720" y="1279440"/>
            <a:ext cx="9266040" cy="22824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140" name="PlaceHolder 1"/>
          <p:cNvSpPr>
            <a:spLocks noGrp="1"/>
          </p:cNvSpPr>
          <p:nvPr>
            <p:ph type="title"/>
          </p:nvPr>
        </p:nvSpPr>
        <p:spPr>
          <a:xfrm>
            <a:off x="660240" y="228600"/>
            <a:ext cx="8640360" cy="863280"/>
          </a:xfrm>
          <a:prstGeom prst="rect">
            <a:avLst/>
          </a:prstGeom>
          <a:noFill/>
          <a:ln w="9360">
            <a:noFill/>
          </a:ln>
        </p:spPr>
        <p:txBody>
          <a:bodyPr numCol="1" spcCol="0" lIns="91440" rIns="91440" tIns="45720" bIns="45720" anchor="ctr">
            <a:noAutofit/>
          </a:bodyPr>
          <a:p>
            <a:pPr indent="0">
              <a:lnSpc>
                <a:spcPct val="100000"/>
              </a:lnSpc>
              <a:buNone/>
            </a:pPr>
            <a:r>
              <a:rPr b="0" lang="ja-JP" sz="3600" strike="noStrike" u="none">
                <a:solidFill>
                  <a:schemeClr val="dk1"/>
                </a:solidFill>
                <a:effectLst/>
                <a:uFillTx/>
                <a:latin typeface="ＭＳ Ｐゴシック"/>
                <a:ea typeface="ＭＳ Ｐゴシック"/>
              </a:rPr>
              <a:t>マスター タイトルの書式設定</a:t>
            </a:r>
            <a:endParaRPr b="0" lang="en-US" sz="3600" strike="noStrike" u="none">
              <a:solidFill>
                <a:schemeClr val="dk1"/>
              </a:solidFill>
              <a:effectLst/>
              <a:uFillTx/>
              <a:latin typeface="Tw Cen MT"/>
            </a:endParaRPr>
          </a:p>
        </p:txBody>
      </p:sp>
      <p:sp>
        <p:nvSpPr>
          <p:cNvPr id="141" name="PlaceHolder 2"/>
          <p:cNvSpPr>
            <a:spLocks noGrp="1"/>
          </p:cNvSpPr>
          <p:nvPr>
            <p:ph type="dt" idx="50"/>
          </p:nvPr>
        </p:nvSpPr>
        <p:spPr>
          <a:xfrm>
            <a:off x="6603840" y="6248520"/>
            <a:ext cx="2889000" cy="364680"/>
          </a:xfrm>
          <a:prstGeom prst="rect">
            <a:avLst/>
          </a:prstGeom>
          <a:noFill/>
          <a:ln w="0">
            <a:noFill/>
          </a:ln>
        </p:spPr>
        <p:txBody>
          <a:bodyPr lIns="90000" rIns="90000" tIns="45000" bIns="45000" anchor="ctr">
            <a:noAutofit/>
          </a:bodyPr>
          <a:lstStyle>
            <a:lvl1pPr indent="0">
              <a:lnSpc>
                <a:spcPct val="100000"/>
              </a:lnSpc>
              <a:buNone/>
              <a:defRPr b="0" lang="en-US" sz="1400" strike="noStrike" u="none">
                <a:solidFill>
                  <a:srgbClr val="000000"/>
                </a:solidFill>
                <a:effectLst/>
                <a:uFillTx/>
                <a:latin typeface="ＭＳ Ｐゴシック"/>
                <a:ea typeface="ＭＳ Ｐゴシック"/>
              </a:defRPr>
            </a:lvl1pPr>
          </a:lstStyle>
          <a:p>
            <a:pPr indent="0">
              <a:lnSpc>
                <a:spcPct val="100000"/>
              </a:lnSpc>
              <a:buNone/>
            </a:pPr>
            <a:r>
              <a:rPr b="0" lang="en-US" sz="1400" strike="noStrike" u="none">
                <a:solidFill>
                  <a:srgbClr val="000000"/>
                </a:solidFill>
                <a:effectLst/>
                <a:uFillTx/>
                <a:latin typeface="ＭＳ Ｐゴシック"/>
                <a:ea typeface="ＭＳ Ｐゴシック"/>
              </a:rPr>
              <a:t>&lt;日付/時刻&gt;</a:t>
            </a:r>
            <a:endParaRPr b="0" lang="en-US" sz="1400" strike="noStrike" u="none">
              <a:solidFill>
                <a:srgbClr val="000000"/>
              </a:solidFill>
              <a:effectLst/>
              <a:uFillTx/>
              <a:latin typeface="游明朝"/>
            </a:endParaRPr>
          </a:p>
        </p:txBody>
      </p:sp>
      <p:sp>
        <p:nvSpPr>
          <p:cNvPr id="142" name="PlaceHolder 3"/>
          <p:cNvSpPr>
            <a:spLocks noGrp="1"/>
          </p:cNvSpPr>
          <p:nvPr>
            <p:ph type="ftr" idx="51"/>
          </p:nvPr>
        </p:nvSpPr>
        <p:spPr>
          <a:xfrm>
            <a:off x="660240" y="6248520"/>
            <a:ext cx="5871960" cy="364680"/>
          </a:xfrm>
          <a:prstGeom prst="rect">
            <a:avLst/>
          </a:prstGeom>
          <a:noFill/>
          <a:ln w="0">
            <a:noFill/>
          </a:ln>
        </p:spPr>
        <p:txBody>
          <a:bodyPr numCol="1" spcCol="0" lIns="91440" rIns="91440" tIns="45720" bIns="45720" anchor="ctr">
            <a:noAutofit/>
          </a:bodyPr>
          <a:lstStyle>
            <a:lvl1pPr indent="0" algn="ctr">
              <a:buNone/>
              <a:defRPr b="0" lang="en-US" sz="1400" strike="noStrike" u="none">
                <a:solidFill>
                  <a:srgbClr val="000000"/>
                </a:solidFill>
                <a:effectLst/>
                <a:uFillTx/>
                <a:latin typeface="游明朝"/>
              </a:defRPr>
            </a:lvl1pPr>
          </a:lstStyle>
          <a:p>
            <a:pPr indent="0" algn="ctr">
              <a:buNone/>
            </a:pPr>
            <a:r>
              <a:rPr b="0" lang="en-US" sz="1400" strike="noStrike" u="none">
                <a:solidFill>
                  <a:srgbClr val="000000"/>
                </a:solidFill>
                <a:effectLst/>
                <a:uFillTx/>
                <a:latin typeface="游明朝"/>
              </a:rPr>
              <a:t>&lt;フッター&gt;</a:t>
            </a:r>
            <a:endParaRPr b="0" lang="en-US" sz="1400" strike="noStrike" u="none">
              <a:solidFill>
                <a:srgbClr val="000000"/>
              </a:solidFill>
              <a:effectLst/>
              <a:uFillTx/>
              <a:latin typeface="游明朝"/>
            </a:endParaRPr>
          </a:p>
        </p:txBody>
      </p:sp>
      <p:sp>
        <p:nvSpPr>
          <p:cNvPr id="143" name="PlaceHolder 4"/>
          <p:cNvSpPr>
            <a:spLocks noGrp="1"/>
          </p:cNvSpPr>
          <p:nvPr>
            <p:ph type="sldNum" idx="52"/>
          </p:nvPr>
        </p:nvSpPr>
        <p:spPr>
          <a:xfrm>
            <a:off x="9328320" y="6597720"/>
            <a:ext cx="577440" cy="244080"/>
          </a:xfrm>
          <a:prstGeom prst="rect">
            <a:avLst/>
          </a:prstGeom>
          <a:noFill/>
          <a:ln w="0">
            <a:noFill/>
          </a:ln>
        </p:spPr>
        <p:txBody>
          <a:bodyPr lIns="90000" rIns="90000" tIns="45000" bIns="45000" anchor="ctr">
            <a:noAutofit/>
          </a:bodyPr>
          <a:lstStyle>
            <a:lvl1pPr indent="0" algn="ctr">
              <a:lnSpc>
                <a:spcPct val="100000"/>
              </a:lnSpc>
              <a:buNone/>
              <a:defRPr b="1" lang="en-US" sz="1400" strike="noStrike" u="none">
                <a:solidFill>
                  <a:srgbClr val="000000"/>
                </a:solidFill>
                <a:effectLst/>
                <a:uFillTx/>
                <a:latin typeface="ＭＳ Ｐゴシック"/>
                <a:ea typeface="ＭＳ Ｐゴシック"/>
              </a:defRPr>
            </a:lvl1pPr>
          </a:lstStyle>
          <a:p>
            <a:pPr indent="0" algn="ctr">
              <a:lnSpc>
                <a:spcPct val="100000"/>
              </a:lnSpc>
              <a:buNone/>
            </a:pPr>
            <a:fld id="{CFEDE72C-6C7C-4020-BD0C-3492A4DF38EB}" type="slidenum">
              <a:rPr b="1" lang="en-US" sz="1400" strike="noStrike" u="none">
                <a:solidFill>
                  <a:srgbClr val="000000"/>
                </a:solidFill>
                <a:effectLst/>
                <a:uFillTx/>
                <a:latin typeface="ＭＳ Ｐゴシック"/>
                <a:ea typeface="ＭＳ Ｐゴシック"/>
              </a:rPr>
              <a:t>&lt;番号&gt;</a:t>
            </a:fld>
            <a:endParaRPr b="0" lang="en-US" sz="1400" strike="noStrike" u="none">
              <a:solidFill>
                <a:srgbClr val="000000"/>
              </a:solidFill>
              <a:effectLst/>
              <a:uFillTx/>
              <a:latin typeface="游明朝"/>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標準 5">
    <p:bg>
      <p:bgPr>
        <a:blipFill rotWithShape="0">
          <a:blip r:embed="rId2"/>
          <a:tile tx="0" ty="0" sx="100000" sy="100000" algn="tl"/>
        </a:blipFill>
      </p:bgPr>
    </p:bg>
    <p:spTree>
      <p:nvGrpSpPr>
        <p:cNvPr id="1" name=""/>
        <p:cNvGrpSpPr/>
        <p:nvPr/>
      </p:nvGrpSpPr>
      <p:grpSpPr>
        <a:xfrm>
          <a:off x="0" y="0"/>
          <a:ext cx="0" cy="0"/>
          <a:chOff x="0" y="0"/>
          <a:chExt cx="0" cy="0"/>
        </a:xfrm>
      </p:grpSpPr>
      <p:sp>
        <p:nvSpPr>
          <p:cNvPr id="144" name="Rectangle 6"/>
          <p:cNvSpPr/>
          <p:nvPr/>
        </p:nvSpPr>
        <p:spPr>
          <a:xfrm>
            <a:off x="0" y="1235160"/>
            <a:ext cx="9905760" cy="31860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145" name="Rectangle 7"/>
          <p:cNvSpPr/>
          <p:nvPr/>
        </p:nvSpPr>
        <p:spPr>
          <a:xfrm>
            <a:off x="0" y="1279440"/>
            <a:ext cx="577440" cy="2282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146" name="Rectangle 8"/>
          <p:cNvSpPr/>
          <p:nvPr/>
        </p:nvSpPr>
        <p:spPr>
          <a:xfrm>
            <a:off x="639720" y="1279440"/>
            <a:ext cx="9266040" cy="22824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pic>
        <p:nvPicPr>
          <p:cNvPr id="147" name="Picture 7" descr="sm_pencil.png"/>
          <p:cNvPicPr/>
          <p:nvPr/>
        </p:nvPicPr>
        <p:blipFill>
          <a:blip r:embed="rId3"/>
          <a:stretch/>
        </p:blipFill>
        <p:spPr>
          <a:xfrm>
            <a:off x="663480" y="1755720"/>
            <a:ext cx="1749240" cy="2144520"/>
          </a:xfrm>
          <a:prstGeom prst="rect">
            <a:avLst/>
          </a:prstGeom>
          <a:noFill/>
          <a:ln cap="sq" w="50800">
            <a:solidFill>
              <a:srgbClr val="feb80a"/>
            </a:solidFill>
            <a:miter/>
          </a:ln>
        </p:spPr>
      </p:pic>
      <p:sp>
        <p:nvSpPr>
          <p:cNvPr id="148" name="PlaceHolder 1"/>
          <p:cNvSpPr>
            <a:spLocks noGrp="1"/>
          </p:cNvSpPr>
          <p:nvPr>
            <p:ph type="title"/>
          </p:nvPr>
        </p:nvSpPr>
        <p:spPr>
          <a:xfrm>
            <a:off x="660240" y="272880"/>
            <a:ext cx="8749800" cy="869760"/>
          </a:xfrm>
          <a:prstGeom prst="rect">
            <a:avLst/>
          </a:prstGeom>
          <a:noFill/>
          <a:ln w="9360">
            <a:noFill/>
          </a:ln>
        </p:spPr>
        <p:txBody>
          <a:bodyPr numCol="1" spcCol="0" lIns="91440" rIns="91440" tIns="45720" bIns="45720" anchor="ctr">
            <a:noAutofit/>
          </a:bodyPr>
          <a:p>
            <a:pPr indent="0">
              <a:lnSpc>
                <a:spcPct val="100000"/>
              </a:lnSpc>
              <a:buNone/>
            </a:pPr>
            <a:r>
              <a:rPr b="0" lang="ja-JP" sz="3600" strike="noStrike" u="none">
                <a:solidFill>
                  <a:schemeClr val="dk1"/>
                </a:solidFill>
                <a:effectLst/>
                <a:uFillTx/>
                <a:latin typeface="ＭＳ Ｐゴシック"/>
                <a:ea typeface="ＭＳ Ｐゴシック"/>
              </a:rPr>
              <a:t>マスター タイトルの書式設定</a:t>
            </a:r>
            <a:endParaRPr b="0" lang="en-US" sz="3600" strike="noStrike" u="none">
              <a:solidFill>
                <a:schemeClr val="dk1"/>
              </a:solidFill>
              <a:effectLst/>
              <a:uFillTx/>
              <a:latin typeface="Tw Cen MT"/>
            </a:endParaRPr>
          </a:p>
        </p:txBody>
      </p:sp>
      <p:sp>
        <p:nvSpPr>
          <p:cNvPr id="149" name="PlaceHolder 2"/>
          <p:cNvSpPr>
            <a:spLocks noGrp="1"/>
          </p:cNvSpPr>
          <p:nvPr>
            <p:ph type="body"/>
          </p:nvPr>
        </p:nvSpPr>
        <p:spPr>
          <a:xfrm>
            <a:off x="2558880" y="1752480"/>
            <a:ext cx="6933960" cy="4419360"/>
          </a:xfrm>
          <a:prstGeom prst="rect">
            <a:avLst/>
          </a:prstGeom>
          <a:noFill/>
          <a:ln w="9360">
            <a:noFill/>
          </a:ln>
        </p:spPr>
        <p:txBody>
          <a:bodyPr numCol="1" spcCol="0" lIns="91440" rIns="91440" tIns="45720" bIns="45720" anchor="t">
            <a:noAutofit/>
          </a:bodyPr>
          <a:p>
            <a:pPr marL="318960" indent="-318960">
              <a:lnSpc>
                <a:spcPct val="100000"/>
              </a:lnSpc>
              <a:spcBef>
                <a:spcPts val="700"/>
              </a:spcBef>
              <a:buClr>
                <a:srgbClr val="feb80a"/>
              </a:buClr>
              <a:buSzPct val="60000"/>
              <a:buFont typeface="Wingdings" charset="2"/>
              <a:buChar char=""/>
            </a:pPr>
            <a:r>
              <a:rPr b="0" lang="ja-JP" sz="2900" strike="noStrike" u="none">
                <a:solidFill>
                  <a:schemeClr val="dk1"/>
                </a:solidFill>
                <a:effectLst/>
                <a:uFillTx/>
                <a:latin typeface="ＭＳ Ｐゴシック"/>
                <a:ea typeface="ＭＳ Ｐゴシック"/>
              </a:rPr>
              <a:t>マスター テキストの書式設定</a:t>
            </a:r>
            <a:endParaRPr b="0" lang="en-US" sz="2900" strike="noStrike" u="none">
              <a:solidFill>
                <a:schemeClr val="dk1"/>
              </a:solidFill>
              <a:effectLst/>
              <a:uFillTx/>
              <a:latin typeface="ＭＳ Ｐゴシック"/>
            </a:endParaRPr>
          </a:p>
          <a:p>
            <a:pPr lvl="1" marL="639720" indent="-272880">
              <a:lnSpc>
                <a:spcPct val="100000"/>
              </a:lnSpc>
              <a:spcBef>
                <a:spcPts val="550"/>
              </a:spcBef>
              <a:buClr>
                <a:srgbClr val="3891a7"/>
              </a:buClr>
              <a:buSzPct val="70000"/>
              <a:buFont typeface="Wingdings 2" charset="2"/>
              <a:buChar char=""/>
            </a:pPr>
            <a:r>
              <a:rPr b="0" lang="ja-JP" sz="2600" strike="noStrike" u="none">
                <a:solidFill>
                  <a:schemeClr val="dk1"/>
                </a:solidFill>
                <a:effectLst/>
                <a:uFillTx/>
                <a:latin typeface="ＭＳ Ｐゴシック"/>
                <a:ea typeface="ＭＳ Ｐゴシック"/>
              </a:rPr>
              <a:t>第 </a:t>
            </a:r>
            <a:r>
              <a:rPr b="0" lang="en-US" sz="2600" strike="noStrike" u="none">
                <a:solidFill>
                  <a:schemeClr val="dk1"/>
                </a:solidFill>
                <a:effectLst/>
                <a:uFillTx/>
                <a:latin typeface="ＭＳ Ｐゴシック"/>
                <a:ea typeface="ＭＳ Ｐゴシック"/>
              </a:rPr>
              <a:t>2 </a:t>
            </a:r>
            <a:r>
              <a:rPr b="0" lang="ja-JP" sz="2600" strike="noStrike" u="none">
                <a:solidFill>
                  <a:schemeClr val="dk1"/>
                </a:solidFill>
                <a:effectLst/>
                <a:uFillTx/>
                <a:latin typeface="ＭＳ Ｐゴシック"/>
                <a:ea typeface="ＭＳ Ｐゴシック"/>
              </a:rPr>
              <a:t>レベル</a:t>
            </a:r>
            <a:endParaRPr b="0" lang="en-US" sz="2600" strike="noStrike" u="none">
              <a:solidFill>
                <a:schemeClr val="dk1"/>
              </a:solidFill>
              <a:effectLst/>
              <a:uFillTx/>
              <a:latin typeface="ＭＳ Ｐゴシック"/>
            </a:endParaRPr>
          </a:p>
          <a:p>
            <a:pPr lvl="2" marL="914400" indent="-228600">
              <a:lnSpc>
                <a:spcPct val="100000"/>
              </a:lnSpc>
              <a:spcBef>
                <a:spcPts val="499"/>
              </a:spcBef>
              <a:buClr>
                <a:srgbClr val="feb80a"/>
              </a:buClr>
              <a:buSzPct val="75000"/>
              <a:buFont typeface="Wingdings" charset="2"/>
              <a:buChar char=""/>
            </a:pPr>
            <a:r>
              <a:rPr b="0" lang="ja-JP" sz="2300" strike="noStrike" u="none">
                <a:solidFill>
                  <a:schemeClr val="dk1"/>
                </a:solidFill>
                <a:effectLst/>
                <a:uFillTx/>
                <a:latin typeface="ＭＳ Ｐゴシック"/>
                <a:ea typeface="ＭＳ Ｐゴシック"/>
              </a:rPr>
              <a:t>第 </a:t>
            </a:r>
            <a:r>
              <a:rPr b="0" lang="en-US" sz="2300" strike="noStrike" u="none">
                <a:solidFill>
                  <a:schemeClr val="dk1"/>
                </a:solidFill>
                <a:effectLst/>
                <a:uFillTx/>
                <a:latin typeface="ＭＳ Ｐゴシック"/>
                <a:ea typeface="ＭＳ Ｐゴシック"/>
              </a:rPr>
              <a:t>3 </a:t>
            </a:r>
            <a:r>
              <a:rPr b="0" lang="ja-JP" sz="2300" strike="noStrike" u="none">
                <a:solidFill>
                  <a:schemeClr val="dk1"/>
                </a:solidFill>
                <a:effectLst/>
                <a:uFillTx/>
                <a:latin typeface="ＭＳ Ｐゴシック"/>
                <a:ea typeface="ＭＳ Ｐゴシック"/>
              </a:rPr>
              <a:t>レベル</a:t>
            </a:r>
            <a:endParaRPr b="0" lang="en-US" sz="2300" strike="noStrike" u="none">
              <a:solidFill>
                <a:schemeClr val="dk1"/>
              </a:solidFill>
              <a:effectLst/>
              <a:uFillTx/>
              <a:latin typeface="ＭＳ Ｐゴシック"/>
            </a:endParaRPr>
          </a:p>
          <a:p>
            <a:pPr lvl="3" marL="1371600" indent="-228600">
              <a:lnSpc>
                <a:spcPct val="100000"/>
              </a:lnSpc>
              <a:spcBef>
                <a:spcPts val="400"/>
              </a:spcBef>
              <a:buClr>
                <a:srgbClr val="c32d2e"/>
              </a:buClr>
              <a:buSzPct val="7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4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a:p>
            <a:pPr lvl="4" marL="1828800" indent="-228600">
              <a:lnSpc>
                <a:spcPct val="100000"/>
              </a:lnSpc>
              <a:spcBef>
                <a:spcPts val="400"/>
              </a:spcBef>
              <a:buClr>
                <a:srgbClr val="84aa33"/>
              </a:buClr>
              <a:buSzPct val="6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5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p:txBody>
      </p:sp>
      <p:sp>
        <p:nvSpPr>
          <p:cNvPr id="150" name="PlaceHolder 3"/>
          <p:cNvSpPr>
            <a:spLocks noGrp="1"/>
          </p:cNvSpPr>
          <p:nvPr>
            <p:ph type="dt" idx="53"/>
          </p:nvPr>
        </p:nvSpPr>
        <p:spPr>
          <a:xfrm>
            <a:off x="6603840" y="6248520"/>
            <a:ext cx="2889000" cy="364680"/>
          </a:xfrm>
          <a:prstGeom prst="rect">
            <a:avLst/>
          </a:prstGeom>
          <a:noFill/>
          <a:ln w="0">
            <a:noFill/>
          </a:ln>
        </p:spPr>
        <p:txBody>
          <a:bodyPr lIns="90000" rIns="90000" tIns="45000" bIns="45000" anchor="ctr">
            <a:noAutofit/>
          </a:bodyPr>
          <a:lstStyle>
            <a:lvl1pPr indent="0">
              <a:lnSpc>
                <a:spcPct val="100000"/>
              </a:lnSpc>
              <a:buNone/>
              <a:defRPr b="0" lang="en-US" sz="1400" strike="noStrike" u="none">
                <a:solidFill>
                  <a:srgbClr val="000000"/>
                </a:solidFill>
                <a:effectLst/>
                <a:uFillTx/>
                <a:latin typeface="ＭＳ Ｐゴシック"/>
                <a:ea typeface="ＭＳ Ｐゴシック"/>
              </a:defRPr>
            </a:lvl1pPr>
          </a:lstStyle>
          <a:p>
            <a:pPr indent="0">
              <a:lnSpc>
                <a:spcPct val="100000"/>
              </a:lnSpc>
              <a:buNone/>
            </a:pPr>
            <a:r>
              <a:rPr b="0" lang="en-US" sz="1400" strike="noStrike" u="none">
                <a:solidFill>
                  <a:srgbClr val="000000"/>
                </a:solidFill>
                <a:effectLst/>
                <a:uFillTx/>
                <a:latin typeface="ＭＳ Ｐゴシック"/>
                <a:ea typeface="ＭＳ Ｐゴシック"/>
              </a:rPr>
              <a:t>&lt;日付/時刻&gt;</a:t>
            </a:r>
            <a:endParaRPr b="0" lang="en-US" sz="1400" strike="noStrike" u="none">
              <a:solidFill>
                <a:srgbClr val="000000"/>
              </a:solidFill>
              <a:effectLst/>
              <a:uFillTx/>
              <a:latin typeface="游明朝"/>
            </a:endParaRPr>
          </a:p>
        </p:txBody>
      </p:sp>
      <p:sp>
        <p:nvSpPr>
          <p:cNvPr id="151" name="PlaceHolder 4"/>
          <p:cNvSpPr>
            <a:spLocks noGrp="1"/>
          </p:cNvSpPr>
          <p:nvPr>
            <p:ph type="ftr" idx="54"/>
          </p:nvPr>
        </p:nvSpPr>
        <p:spPr>
          <a:xfrm>
            <a:off x="660240" y="6248520"/>
            <a:ext cx="5871960" cy="364680"/>
          </a:xfrm>
          <a:prstGeom prst="rect">
            <a:avLst/>
          </a:prstGeom>
          <a:noFill/>
          <a:ln w="0">
            <a:noFill/>
          </a:ln>
        </p:spPr>
        <p:txBody>
          <a:bodyPr numCol="1" spcCol="0" lIns="91440" rIns="91440" tIns="45720" bIns="45720" anchor="ctr">
            <a:noAutofit/>
          </a:bodyPr>
          <a:lstStyle>
            <a:lvl1pPr indent="0" algn="ctr">
              <a:buNone/>
              <a:defRPr b="0" lang="en-US" sz="1400" strike="noStrike" u="none">
                <a:solidFill>
                  <a:srgbClr val="000000"/>
                </a:solidFill>
                <a:effectLst/>
                <a:uFillTx/>
                <a:latin typeface="游明朝"/>
              </a:defRPr>
            </a:lvl1pPr>
          </a:lstStyle>
          <a:p>
            <a:pPr indent="0" algn="ctr">
              <a:buNone/>
            </a:pPr>
            <a:r>
              <a:rPr b="0" lang="en-US" sz="1400" strike="noStrike" u="none">
                <a:solidFill>
                  <a:srgbClr val="000000"/>
                </a:solidFill>
                <a:effectLst/>
                <a:uFillTx/>
                <a:latin typeface="游明朝"/>
              </a:rPr>
              <a:t>&lt;フッター&gt;</a:t>
            </a:r>
            <a:endParaRPr b="0" lang="en-US" sz="1400" strike="noStrike" u="none">
              <a:solidFill>
                <a:srgbClr val="000000"/>
              </a:solidFill>
              <a:effectLst/>
              <a:uFillTx/>
              <a:latin typeface="游明朝"/>
            </a:endParaRPr>
          </a:p>
        </p:txBody>
      </p:sp>
      <p:sp>
        <p:nvSpPr>
          <p:cNvPr id="152" name="PlaceHolder 5"/>
          <p:cNvSpPr>
            <a:spLocks noGrp="1"/>
          </p:cNvSpPr>
          <p:nvPr>
            <p:ph type="sldNum" idx="55"/>
          </p:nvPr>
        </p:nvSpPr>
        <p:spPr>
          <a:xfrm>
            <a:off x="9328320" y="6597720"/>
            <a:ext cx="577440" cy="244080"/>
          </a:xfrm>
          <a:prstGeom prst="rect">
            <a:avLst/>
          </a:prstGeom>
          <a:noFill/>
          <a:ln w="0">
            <a:noFill/>
          </a:ln>
        </p:spPr>
        <p:txBody>
          <a:bodyPr lIns="90000" rIns="90000" tIns="45000" bIns="45000" anchor="ctr">
            <a:noAutofit/>
          </a:bodyPr>
          <a:lstStyle>
            <a:lvl1pPr indent="0" algn="ctr">
              <a:lnSpc>
                <a:spcPct val="100000"/>
              </a:lnSpc>
              <a:buNone/>
              <a:defRPr b="1" lang="en-US" sz="1400" strike="noStrike" u="none">
                <a:solidFill>
                  <a:srgbClr val="000000"/>
                </a:solidFill>
                <a:effectLst/>
                <a:uFillTx/>
                <a:latin typeface="ＭＳ Ｐゴシック"/>
                <a:ea typeface="ＭＳ Ｐゴシック"/>
              </a:defRPr>
            </a:lvl1pPr>
          </a:lstStyle>
          <a:p>
            <a:pPr indent="0" algn="ctr">
              <a:lnSpc>
                <a:spcPct val="100000"/>
              </a:lnSpc>
              <a:buNone/>
            </a:pPr>
            <a:fld id="{343F972E-7C99-4C9A-8A64-07F36D330BA3}" type="slidenum">
              <a:rPr b="1" lang="en-US" sz="1400" strike="noStrike" u="none">
                <a:solidFill>
                  <a:srgbClr val="000000"/>
                </a:solidFill>
                <a:effectLst/>
                <a:uFillTx/>
                <a:latin typeface="ＭＳ Ｐゴシック"/>
                <a:ea typeface="ＭＳ Ｐゴシック"/>
              </a:rPr>
              <a:t>&lt;番号&gt;</a:t>
            </a:fld>
            <a:endParaRPr b="0" lang="en-US" sz="1400" strike="noStrike" u="none">
              <a:solidFill>
                <a:srgbClr val="000000"/>
              </a:solidFill>
              <a:effectLst/>
              <a:uFillTx/>
              <a:latin typeface="游明朝"/>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標準 6">
    <p:bg>
      <p:bgPr>
        <a:blipFill rotWithShape="0">
          <a:blip r:embed="rId2"/>
          <a:tile tx="0" ty="0" sx="100000" sy="100000" algn="tl"/>
        </a:blipFill>
      </p:bgPr>
    </p:bg>
    <p:spTree>
      <p:nvGrpSpPr>
        <p:cNvPr id="1" name=""/>
        <p:cNvGrpSpPr/>
        <p:nvPr/>
      </p:nvGrpSpPr>
      <p:grpSpPr>
        <a:xfrm>
          <a:off x="0" y="0"/>
          <a:ext cx="0" cy="0"/>
          <a:chOff x="0" y="0"/>
          <a:chExt cx="0" cy="0"/>
        </a:xfrm>
      </p:grpSpPr>
      <p:sp>
        <p:nvSpPr>
          <p:cNvPr id="153" name="Rectangle 6" hidden="1"/>
          <p:cNvSpPr/>
          <p:nvPr/>
        </p:nvSpPr>
        <p:spPr>
          <a:xfrm>
            <a:off x="0" y="1235160"/>
            <a:ext cx="9905760" cy="31860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154" name="Rectangle 7" hidden="1"/>
          <p:cNvSpPr/>
          <p:nvPr/>
        </p:nvSpPr>
        <p:spPr>
          <a:xfrm>
            <a:off x="0" y="1279440"/>
            <a:ext cx="577440" cy="2282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155" name="Rectangle 8" hidden="1"/>
          <p:cNvSpPr/>
          <p:nvPr/>
        </p:nvSpPr>
        <p:spPr>
          <a:xfrm>
            <a:off x="639720" y="1279440"/>
            <a:ext cx="9266040" cy="22824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156" name="Rectangle 7"/>
          <p:cNvSpPr/>
          <p:nvPr/>
        </p:nvSpPr>
        <p:spPr>
          <a:xfrm>
            <a:off x="-9360" y="4572000"/>
            <a:ext cx="9905760" cy="88704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157" name="Rectangle 8"/>
          <p:cNvSpPr/>
          <p:nvPr/>
        </p:nvSpPr>
        <p:spPr>
          <a:xfrm>
            <a:off x="-9360" y="4664160"/>
            <a:ext cx="1584000" cy="7124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158" name="Rectangle 9"/>
          <p:cNvSpPr/>
          <p:nvPr/>
        </p:nvSpPr>
        <p:spPr>
          <a:xfrm>
            <a:off x="1674720" y="4654440"/>
            <a:ext cx="8230680" cy="71244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ＭＳ Ｐゴシック"/>
              <a:ea typeface="ＭＳ Ｐゴシック"/>
            </a:endParaRPr>
          </a:p>
        </p:txBody>
      </p:sp>
      <p:sp>
        <p:nvSpPr>
          <p:cNvPr id="159" name="Rectangle 10"/>
          <p:cNvSpPr/>
          <p:nvPr/>
        </p:nvSpPr>
        <p:spPr>
          <a:xfrm>
            <a:off x="1568520" y="0"/>
            <a:ext cx="109080" cy="686700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160" name="PlaceHolder 1"/>
          <p:cNvSpPr>
            <a:spLocks noGrp="1"/>
          </p:cNvSpPr>
          <p:nvPr>
            <p:ph type="body"/>
          </p:nvPr>
        </p:nvSpPr>
        <p:spPr>
          <a:xfrm>
            <a:off x="1733400" y="5486400"/>
            <a:ext cx="7924320" cy="685440"/>
          </a:xfrm>
          <a:prstGeom prst="rect">
            <a:avLst/>
          </a:prstGeom>
          <a:noFill/>
          <a:ln w="9360">
            <a:noFill/>
          </a:ln>
        </p:spPr>
        <p:txBody>
          <a:bodyPr numCol="1" spcCol="0" lIns="91440" rIns="91440" tIns="45720" bIns="45720" anchor="t">
            <a:noAutofit/>
          </a:bodyPr>
          <a:p>
            <a:pPr indent="0">
              <a:lnSpc>
                <a:spcPct val="100000"/>
              </a:lnSpc>
              <a:spcBef>
                <a:spcPts val="700"/>
              </a:spcBef>
              <a:buNone/>
              <a:tabLst>
                <a:tab algn="l" pos="0"/>
              </a:tabLst>
            </a:pPr>
            <a:r>
              <a:rPr b="0" lang="ja-JP" sz="1700" strike="noStrike" u="none">
                <a:solidFill>
                  <a:schemeClr val="dk1"/>
                </a:solidFill>
                <a:effectLst/>
                <a:uFillTx/>
                <a:latin typeface="ＭＳ Ｐゴシック"/>
                <a:ea typeface="ＭＳ Ｐゴシック"/>
              </a:rPr>
              <a:t>マスター テキストの書式設定</a:t>
            </a:r>
            <a:endParaRPr b="0" lang="en-US" sz="1700" strike="noStrike" u="none">
              <a:solidFill>
                <a:schemeClr val="dk1"/>
              </a:solidFill>
              <a:effectLst/>
              <a:uFillTx/>
              <a:latin typeface="ＭＳ Ｐゴシック"/>
            </a:endParaRPr>
          </a:p>
        </p:txBody>
      </p:sp>
      <p:sp>
        <p:nvSpPr>
          <p:cNvPr id="161" name="PlaceHolder 2"/>
          <p:cNvSpPr>
            <a:spLocks noGrp="1"/>
          </p:cNvSpPr>
          <p:nvPr>
            <p:ph type="title"/>
          </p:nvPr>
        </p:nvSpPr>
        <p:spPr>
          <a:xfrm>
            <a:off x="1733400" y="4648320"/>
            <a:ext cx="7924320" cy="685440"/>
          </a:xfrm>
          <a:prstGeom prst="rect">
            <a:avLst/>
          </a:prstGeom>
          <a:noFill/>
          <a:ln w="9360">
            <a:noFill/>
          </a:ln>
        </p:spPr>
        <p:txBody>
          <a:bodyPr numCol="1" spcCol="0" lIns="91440" rIns="91440" tIns="45720" bIns="45720" anchor="ctr">
            <a:noAutofit/>
          </a:bodyPr>
          <a:p>
            <a:pPr indent="0">
              <a:lnSpc>
                <a:spcPct val="100000"/>
              </a:lnSpc>
              <a:buNone/>
            </a:pPr>
            <a:r>
              <a:rPr b="0" lang="ja-JP" sz="2800" strike="noStrike" u="none">
                <a:solidFill>
                  <a:srgbClr val="ffffff"/>
                </a:solidFill>
                <a:effectLst/>
                <a:uFillTx/>
                <a:latin typeface="ＭＳ Ｐゴシック"/>
                <a:ea typeface="ＭＳ Ｐゴシック"/>
              </a:rPr>
              <a:t>マスター タイトルの書式設定</a:t>
            </a:r>
            <a:endParaRPr b="0" lang="en-US" sz="2800" strike="noStrike" u="none">
              <a:solidFill>
                <a:schemeClr val="dk1"/>
              </a:solidFill>
              <a:effectLst/>
              <a:uFillTx/>
              <a:latin typeface="Tw Cen MT"/>
            </a:endParaRPr>
          </a:p>
        </p:txBody>
      </p:sp>
      <p:sp>
        <p:nvSpPr>
          <p:cNvPr id="162" name="PlaceHolder 3"/>
          <p:cNvSpPr>
            <a:spLocks noGrp="1"/>
          </p:cNvSpPr>
          <p:nvPr>
            <p:ph type="body"/>
          </p:nvPr>
        </p:nvSpPr>
        <p:spPr>
          <a:xfrm>
            <a:off x="1690560" y="0"/>
            <a:ext cx="8214840" cy="4568760"/>
          </a:xfrm>
          <a:prstGeom prst="rect">
            <a:avLst/>
          </a:prstGeom>
          <a:solidFill>
            <a:schemeClr val="accent1">
              <a:tint val="40000"/>
            </a:schemeClr>
          </a:solidFill>
          <a:ln w="0">
            <a:noFill/>
          </a:ln>
        </p:spPr>
        <p:txBody>
          <a:bodyPr lIns="90000" rIns="90000" tIns="45000" bIns="45000" anchor="t">
            <a:normAutofit/>
          </a:bodyPr>
          <a:p>
            <a:pPr indent="0">
              <a:lnSpc>
                <a:spcPct val="100000"/>
              </a:lnSpc>
              <a:buNone/>
              <a:tabLst>
                <a:tab algn="l" pos="0"/>
              </a:tabLst>
            </a:pPr>
            <a:r>
              <a:rPr b="0" lang="ja-JP" sz="3200" strike="noStrike" u="none">
                <a:solidFill>
                  <a:schemeClr val="dk1"/>
                </a:solidFill>
                <a:effectLst/>
                <a:uFillTx/>
                <a:latin typeface="Tw Cen MT"/>
                <a:ea typeface="SimSun"/>
              </a:rPr>
              <a:t>アイコンをクリックして図を追加</a:t>
            </a:r>
            <a:endParaRPr b="0" lang="en-US" sz="3200" strike="noStrike" u="none">
              <a:solidFill>
                <a:schemeClr val="dk1"/>
              </a:solidFill>
              <a:effectLst/>
              <a:uFillTx/>
              <a:latin typeface="ＭＳ Ｐゴシック"/>
            </a:endParaRPr>
          </a:p>
        </p:txBody>
      </p:sp>
      <p:sp>
        <p:nvSpPr>
          <p:cNvPr id="163" name="PlaceHolder 4"/>
          <p:cNvSpPr>
            <a:spLocks noGrp="1"/>
          </p:cNvSpPr>
          <p:nvPr>
            <p:ph type="dt" idx="56"/>
          </p:nvPr>
        </p:nvSpPr>
        <p:spPr>
          <a:xfrm>
            <a:off x="6769080" y="6248520"/>
            <a:ext cx="2889000" cy="364680"/>
          </a:xfrm>
          <a:prstGeom prst="rect">
            <a:avLst/>
          </a:prstGeom>
          <a:noFill/>
          <a:ln w="0">
            <a:noFill/>
          </a:ln>
        </p:spPr>
        <p:txBody>
          <a:bodyPr lIns="90000" rIns="90000" tIns="45000" bIns="45000" anchor="ctr">
            <a:noAutofit/>
          </a:bodyPr>
          <a:lstStyle>
            <a:lvl1pPr indent="0">
              <a:lnSpc>
                <a:spcPct val="100000"/>
              </a:lnSpc>
              <a:buNone/>
              <a:defRPr b="0" lang="en-US" sz="1400" strike="noStrike" u="none">
                <a:solidFill>
                  <a:srgbClr val="000000"/>
                </a:solidFill>
                <a:effectLst/>
                <a:uFillTx/>
                <a:latin typeface="ＭＳ Ｐゴシック"/>
                <a:ea typeface="ＭＳ Ｐゴシック"/>
              </a:defRPr>
            </a:lvl1pPr>
          </a:lstStyle>
          <a:p>
            <a:pPr indent="0">
              <a:lnSpc>
                <a:spcPct val="100000"/>
              </a:lnSpc>
              <a:buNone/>
            </a:pPr>
            <a:r>
              <a:rPr b="0" lang="en-US" sz="1400" strike="noStrike" u="none">
                <a:solidFill>
                  <a:srgbClr val="000000"/>
                </a:solidFill>
                <a:effectLst/>
                <a:uFillTx/>
                <a:latin typeface="ＭＳ Ｐゴシック"/>
                <a:ea typeface="ＭＳ Ｐゴシック"/>
              </a:rPr>
              <a:t>&lt;日付/時刻&gt;</a:t>
            </a:r>
            <a:endParaRPr b="0" lang="en-US" sz="1400" strike="noStrike" u="none">
              <a:solidFill>
                <a:srgbClr val="000000"/>
              </a:solidFill>
              <a:effectLst/>
              <a:uFillTx/>
              <a:latin typeface="游明朝"/>
            </a:endParaRPr>
          </a:p>
        </p:txBody>
      </p:sp>
      <p:sp>
        <p:nvSpPr>
          <p:cNvPr id="164" name="PlaceHolder 5"/>
          <p:cNvSpPr>
            <a:spLocks noGrp="1"/>
          </p:cNvSpPr>
          <p:nvPr>
            <p:ph type="sldNum" idx="57"/>
          </p:nvPr>
        </p:nvSpPr>
        <p:spPr>
          <a:xfrm>
            <a:off x="0" y="4667400"/>
            <a:ext cx="1568160" cy="663120"/>
          </a:xfrm>
          <a:prstGeom prst="rect">
            <a:avLst/>
          </a:prstGeom>
          <a:noFill/>
          <a:ln w="0">
            <a:noFill/>
          </a:ln>
        </p:spPr>
        <p:txBody>
          <a:bodyPr lIns="90000" rIns="90000" tIns="45000" bIns="45000" anchor="ctr">
            <a:noAutofit/>
          </a:bodyPr>
          <a:lstStyle>
            <a:lvl1pPr indent="0" algn="ctr">
              <a:lnSpc>
                <a:spcPct val="100000"/>
              </a:lnSpc>
              <a:buNone/>
              <a:defRPr b="1" lang="en-US" sz="2800" strike="noStrike" u="none">
                <a:solidFill>
                  <a:srgbClr val="ffffff"/>
                </a:solidFill>
                <a:effectLst/>
                <a:uFillTx/>
                <a:latin typeface="ＭＳ Ｐゴシック"/>
                <a:ea typeface="ＭＳ Ｐゴシック"/>
              </a:defRPr>
            </a:lvl1pPr>
          </a:lstStyle>
          <a:p>
            <a:pPr indent="0" algn="ctr">
              <a:lnSpc>
                <a:spcPct val="100000"/>
              </a:lnSpc>
              <a:buNone/>
            </a:pPr>
            <a:fld id="{AD7A24F9-EECA-4600-99D3-52E21C733EE2}" type="slidenum">
              <a:rPr b="1" lang="en-US" sz="2800" strike="noStrike" u="none">
                <a:solidFill>
                  <a:srgbClr val="ffffff"/>
                </a:solidFill>
                <a:effectLst/>
                <a:uFillTx/>
                <a:latin typeface="ＭＳ Ｐゴシック"/>
                <a:ea typeface="ＭＳ Ｐゴシック"/>
              </a:rPr>
              <a:t>&lt;番号&gt;</a:t>
            </a:fld>
            <a:endParaRPr b="0" lang="en-US" sz="2800" strike="noStrike" u="none">
              <a:solidFill>
                <a:srgbClr val="000000"/>
              </a:solidFill>
              <a:effectLst/>
              <a:uFillTx/>
              <a:latin typeface="游明朝"/>
            </a:endParaRPr>
          </a:p>
        </p:txBody>
      </p:sp>
      <p:sp>
        <p:nvSpPr>
          <p:cNvPr id="165" name="PlaceHolder 6"/>
          <p:cNvSpPr>
            <a:spLocks noGrp="1"/>
          </p:cNvSpPr>
          <p:nvPr>
            <p:ph type="ftr" idx="58"/>
          </p:nvPr>
        </p:nvSpPr>
        <p:spPr>
          <a:xfrm>
            <a:off x="1733400" y="6248520"/>
            <a:ext cx="4952520" cy="364680"/>
          </a:xfrm>
          <a:prstGeom prst="rect">
            <a:avLst/>
          </a:prstGeom>
          <a:noFill/>
          <a:ln w="0">
            <a:noFill/>
          </a:ln>
        </p:spPr>
        <p:txBody>
          <a:bodyPr numCol="1" spcCol="0" lIns="91440" rIns="91440" tIns="45720" bIns="45720" anchor="ctr">
            <a:noAutofit/>
          </a:bodyPr>
          <a:lstStyle>
            <a:lvl1pPr indent="0" algn="ctr">
              <a:buNone/>
              <a:defRPr b="0" lang="en-US" sz="1400" strike="noStrike" u="none">
                <a:solidFill>
                  <a:srgbClr val="000000"/>
                </a:solidFill>
                <a:effectLst/>
                <a:uFillTx/>
                <a:latin typeface="游明朝"/>
              </a:defRPr>
            </a:lvl1pPr>
          </a:lstStyle>
          <a:p>
            <a:pPr indent="0" algn="ctr">
              <a:buNone/>
            </a:pPr>
            <a:r>
              <a:rPr b="0" lang="en-US" sz="1400" strike="noStrike" u="none">
                <a:solidFill>
                  <a:srgbClr val="000000"/>
                </a:solidFill>
                <a:effectLst/>
                <a:uFillTx/>
                <a:latin typeface="游明朝"/>
              </a:rPr>
              <a:t>&lt;フッター&gt;</a:t>
            </a:r>
            <a:endParaRPr b="0" lang="en-US" sz="1400" strike="noStrike" u="none">
              <a:solidFill>
                <a:srgbClr val="000000"/>
              </a:solidFill>
              <a:effectLst/>
              <a:uFillTx/>
              <a:latin typeface="游明朝"/>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标题和竖排文字">
    <p:bg>
      <p:bgPr>
        <a:blipFill rotWithShape="0">
          <a:blip r:embed="rId2"/>
          <a:tile tx="0" ty="0" sx="100000" sy="100000" algn="tl"/>
        </a:blipFill>
      </p:bgPr>
    </p:bg>
    <p:spTree>
      <p:nvGrpSpPr>
        <p:cNvPr id="1" name=""/>
        <p:cNvGrpSpPr/>
        <p:nvPr/>
      </p:nvGrpSpPr>
      <p:grpSpPr>
        <a:xfrm>
          <a:off x="0" y="0"/>
          <a:ext cx="0" cy="0"/>
          <a:chOff x="0" y="0"/>
          <a:chExt cx="0" cy="0"/>
        </a:xfrm>
      </p:grpSpPr>
      <p:sp>
        <p:nvSpPr>
          <p:cNvPr id="166" name="Rectangle 6"/>
          <p:cNvSpPr/>
          <p:nvPr/>
        </p:nvSpPr>
        <p:spPr>
          <a:xfrm>
            <a:off x="0" y="1235160"/>
            <a:ext cx="9905760" cy="31860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167" name="Rectangle 7"/>
          <p:cNvSpPr/>
          <p:nvPr/>
        </p:nvSpPr>
        <p:spPr>
          <a:xfrm>
            <a:off x="0" y="1279440"/>
            <a:ext cx="577440" cy="2282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168" name="Rectangle 8"/>
          <p:cNvSpPr/>
          <p:nvPr/>
        </p:nvSpPr>
        <p:spPr>
          <a:xfrm>
            <a:off x="639720" y="1279440"/>
            <a:ext cx="9266040" cy="22824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169" name="PlaceHolder 1"/>
          <p:cNvSpPr>
            <a:spLocks noGrp="1"/>
          </p:cNvSpPr>
          <p:nvPr>
            <p:ph type="title"/>
          </p:nvPr>
        </p:nvSpPr>
        <p:spPr>
          <a:xfrm>
            <a:off x="660240" y="228600"/>
            <a:ext cx="8640360" cy="863280"/>
          </a:xfrm>
          <a:prstGeom prst="rect">
            <a:avLst/>
          </a:prstGeom>
          <a:noFill/>
          <a:ln w="9360">
            <a:noFill/>
          </a:ln>
        </p:spPr>
        <p:txBody>
          <a:bodyPr numCol="1" spcCol="0" lIns="91440" rIns="91440" tIns="45720" bIns="45720" anchor="ctr">
            <a:noAutofit/>
          </a:bodyPr>
          <a:p>
            <a:pPr indent="0">
              <a:lnSpc>
                <a:spcPct val="100000"/>
              </a:lnSpc>
              <a:buNone/>
            </a:pPr>
            <a:r>
              <a:rPr b="0" lang="ja-JP" sz="3600" strike="noStrike" u="none">
                <a:solidFill>
                  <a:schemeClr val="dk1"/>
                </a:solidFill>
                <a:effectLst/>
                <a:uFillTx/>
                <a:latin typeface="ＭＳ Ｐゴシック"/>
                <a:ea typeface="ＭＳ Ｐゴシック"/>
              </a:rPr>
              <a:t>マスター タイトルの書式設定</a:t>
            </a:r>
            <a:endParaRPr b="0" lang="en-US" sz="3600" strike="noStrike" u="none">
              <a:solidFill>
                <a:schemeClr val="dk1"/>
              </a:solidFill>
              <a:effectLst/>
              <a:uFillTx/>
              <a:latin typeface="Tw Cen MT"/>
            </a:endParaRPr>
          </a:p>
        </p:txBody>
      </p:sp>
      <p:sp>
        <p:nvSpPr>
          <p:cNvPr id="170" name="PlaceHolder 2"/>
          <p:cNvSpPr>
            <a:spLocks noGrp="1"/>
          </p:cNvSpPr>
          <p:nvPr>
            <p:ph type="body"/>
          </p:nvPr>
        </p:nvSpPr>
        <p:spPr>
          <a:xfrm>
            <a:off x="663480" y="1600200"/>
            <a:ext cx="8832600" cy="4525560"/>
          </a:xfrm>
          <a:prstGeom prst="rect">
            <a:avLst/>
          </a:prstGeom>
          <a:noFill/>
          <a:ln w="9360">
            <a:noFill/>
          </a:ln>
        </p:spPr>
        <p:txBody>
          <a:bodyPr numCol="1" spcCol="0" lIns="91440" rIns="91440" tIns="45720" bIns="45720" anchor="t" vert="eaVert">
            <a:noAutofit/>
          </a:bodyPr>
          <a:p>
            <a:pPr marL="318960" indent="-318960">
              <a:lnSpc>
                <a:spcPct val="100000"/>
              </a:lnSpc>
              <a:spcBef>
                <a:spcPts val="700"/>
              </a:spcBef>
              <a:buClr>
                <a:srgbClr val="feb80a"/>
              </a:buClr>
              <a:buSzPct val="60000"/>
              <a:buFont typeface="Wingdings" charset="2"/>
              <a:buChar char=""/>
            </a:pPr>
            <a:r>
              <a:rPr b="0" lang="ja-JP" sz="2900" strike="noStrike" u="none">
                <a:solidFill>
                  <a:schemeClr val="dk1"/>
                </a:solidFill>
                <a:effectLst/>
                <a:uFillTx/>
                <a:latin typeface="ＭＳ Ｐゴシック"/>
                <a:ea typeface="ＭＳ Ｐゴシック"/>
              </a:rPr>
              <a:t>マスター テキストの書式設定</a:t>
            </a:r>
            <a:endParaRPr b="0" lang="en-US" sz="2900" strike="noStrike" u="none">
              <a:solidFill>
                <a:schemeClr val="dk1"/>
              </a:solidFill>
              <a:effectLst/>
              <a:uFillTx/>
              <a:latin typeface="ＭＳ Ｐゴシック"/>
            </a:endParaRPr>
          </a:p>
          <a:p>
            <a:pPr lvl="1" marL="639720" indent="-272880">
              <a:lnSpc>
                <a:spcPct val="100000"/>
              </a:lnSpc>
              <a:spcBef>
                <a:spcPts val="550"/>
              </a:spcBef>
              <a:buClr>
                <a:srgbClr val="3891a7"/>
              </a:buClr>
              <a:buSzPct val="70000"/>
              <a:buFont typeface="Wingdings 2" charset="2"/>
              <a:buChar char=""/>
            </a:pPr>
            <a:r>
              <a:rPr b="0" lang="ja-JP" sz="2600" strike="noStrike" u="none">
                <a:solidFill>
                  <a:schemeClr val="dk1"/>
                </a:solidFill>
                <a:effectLst/>
                <a:uFillTx/>
                <a:latin typeface="ＭＳ Ｐゴシック"/>
                <a:ea typeface="ＭＳ Ｐゴシック"/>
              </a:rPr>
              <a:t>第 </a:t>
            </a:r>
            <a:r>
              <a:rPr b="0" lang="en-US" sz="2600" strike="noStrike" u="none">
                <a:solidFill>
                  <a:schemeClr val="dk1"/>
                </a:solidFill>
                <a:effectLst/>
                <a:uFillTx/>
                <a:latin typeface="ＭＳ Ｐゴシック"/>
                <a:ea typeface="ＭＳ Ｐゴシック"/>
              </a:rPr>
              <a:t>2 </a:t>
            </a:r>
            <a:r>
              <a:rPr b="0" lang="ja-JP" sz="2600" strike="noStrike" u="none">
                <a:solidFill>
                  <a:schemeClr val="dk1"/>
                </a:solidFill>
                <a:effectLst/>
                <a:uFillTx/>
                <a:latin typeface="ＭＳ Ｐゴシック"/>
                <a:ea typeface="ＭＳ Ｐゴシック"/>
              </a:rPr>
              <a:t>レベル</a:t>
            </a:r>
            <a:endParaRPr b="0" lang="en-US" sz="2600" strike="noStrike" u="none">
              <a:solidFill>
                <a:schemeClr val="dk1"/>
              </a:solidFill>
              <a:effectLst/>
              <a:uFillTx/>
              <a:latin typeface="ＭＳ Ｐゴシック"/>
            </a:endParaRPr>
          </a:p>
          <a:p>
            <a:pPr lvl="2" marL="914400" indent="-228600">
              <a:lnSpc>
                <a:spcPct val="100000"/>
              </a:lnSpc>
              <a:spcBef>
                <a:spcPts val="499"/>
              </a:spcBef>
              <a:buClr>
                <a:srgbClr val="feb80a"/>
              </a:buClr>
              <a:buSzPct val="75000"/>
              <a:buFont typeface="Wingdings" charset="2"/>
              <a:buChar char=""/>
            </a:pPr>
            <a:r>
              <a:rPr b="0" lang="ja-JP" sz="2300" strike="noStrike" u="none">
                <a:solidFill>
                  <a:schemeClr val="dk1"/>
                </a:solidFill>
                <a:effectLst/>
                <a:uFillTx/>
                <a:latin typeface="ＭＳ Ｐゴシック"/>
                <a:ea typeface="ＭＳ Ｐゴシック"/>
              </a:rPr>
              <a:t>第 </a:t>
            </a:r>
            <a:r>
              <a:rPr b="0" lang="en-US" sz="2300" strike="noStrike" u="none">
                <a:solidFill>
                  <a:schemeClr val="dk1"/>
                </a:solidFill>
                <a:effectLst/>
                <a:uFillTx/>
                <a:latin typeface="ＭＳ Ｐゴシック"/>
                <a:ea typeface="ＭＳ Ｐゴシック"/>
              </a:rPr>
              <a:t>3 </a:t>
            </a:r>
            <a:r>
              <a:rPr b="0" lang="ja-JP" sz="2300" strike="noStrike" u="none">
                <a:solidFill>
                  <a:schemeClr val="dk1"/>
                </a:solidFill>
                <a:effectLst/>
                <a:uFillTx/>
                <a:latin typeface="ＭＳ Ｐゴシック"/>
                <a:ea typeface="ＭＳ Ｐゴシック"/>
              </a:rPr>
              <a:t>レベル</a:t>
            </a:r>
            <a:endParaRPr b="0" lang="en-US" sz="2300" strike="noStrike" u="none">
              <a:solidFill>
                <a:schemeClr val="dk1"/>
              </a:solidFill>
              <a:effectLst/>
              <a:uFillTx/>
              <a:latin typeface="ＭＳ Ｐゴシック"/>
            </a:endParaRPr>
          </a:p>
          <a:p>
            <a:pPr lvl="3" marL="1371600" indent="-228600">
              <a:lnSpc>
                <a:spcPct val="100000"/>
              </a:lnSpc>
              <a:spcBef>
                <a:spcPts val="400"/>
              </a:spcBef>
              <a:buClr>
                <a:srgbClr val="c32d2e"/>
              </a:buClr>
              <a:buSzPct val="7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4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a:p>
            <a:pPr lvl="4" marL="1828800" indent="-228600">
              <a:lnSpc>
                <a:spcPct val="100000"/>
              </a:lnSpc>
              <a:spcBef>
                <a:spcPts val="400"/>
              </a:spcBef>
              <a:buClr>
                <a:srgbClr val="84aa33"/>
              </a:buClr>
              <a:buSzPct val="6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5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p:txBody>
      </p:sp>
      <p:sp>
        <p:nvSpPr>
          <p:cNvPr id="171" name="PlaceHolder 3"/>
          <p:cNvSpPr>
            <a:spLocks noGrp="1"/>
          </p:cNvSpPr>
          <p:nvPr>
            <p:ph type="dt" idx="59"/>
          </p:nvPr>
        </p:nvSpPr>
        <p:spPr>
          <a:xfrm>
            <a:off x="6603840" y="6248520"/>
            <a:ext cx="2889000" cy="364680"/>
          </a:xfrm>
          <a:prstGeom prst="rect">
            <a:avLst/>
          </a:prstGeom>
          <a:noFill/>
          <a:ln w="0">
            <a:noFill/>
          </a:ln>
        </p:spPr>
        <p:txBody>
          <a:bodyPr lIns="90000" rIns="90000" tIns="45000" bIns="45000" anchor="ctr">
            <a:noAutofit/>
          </a:bodyPr>
          <a:lstStyle>
            <a:lvl1pPr indent="0">
              <a:lnSpc>
                <a:spcPct val="100000"/>
              </a:lnSpc>
              <a:buNone/>
              <a:defRPr b="0" lang="en-US" sz="1400" strike="noStrike" u="none">
                <a:solidFill>
                  <a:srgbClr val="000000"/>
                </a:solidFill>
                <a:effectLst/>
                <a:uFillTx/>
                <a:latin typeface="ＭＳ Ｐゴシック"/>
                <a:ea typeface="ＭＳ Ｐゴシック"/>
              </a:defRPr>
            </a:lvl1pPr>
          </a:lstStyle>
          <a:p>
            <a:pPr indent="0">
              <a:lnSpc>
                <a:spcPct val="100000"/>
              </a:lnSpc>
              <a:buNone/>
            </a:pPr>
            <a:r>
              <a:rPr b="0" lang="en-US" sz="1400" strike="noStrike" u="none">
                <a:solidFill>
                  <a:srgbClr val="000000"/>
                </a:solidFill>
                <a:effectLst/>
                <a:uFillTx/>
                <a:latin typeface="ＭＳ Ｐゴシック"/>
                <a:ea typeface="ＭＳ Ｐゴシック"/>
              </a:rPr>
              <a:t>&lt;日付/時刻&gt;</a:t>
            </a:r>
            <a:endParaRPr b="0" lang="en-US" sz="1400" strike="noStrike" u="none">
              <a:solidFill>
                <a:srgbClr val="000000"/>
              </a:solidFill>
              <a:effectLst/>
              <a:uFillTx/>
              <a:latin typeface="游明朝"/>
            </a:endParaRPr>
          </a:p>
        </p:txBody>
      </p:sp>
      <p:sp>
        <p:nvSpPr>
          <p:cNvPr id="172" name="PlaceHolder 4"/>
          <p:cNvSpPr>
            <a:spLocks noGrp="1"/>
          </p:cNvSpPr>
          <p:nvPr>
            <p:ph type="ftr" idx="60"/>
          </p:nvPr>
        </p:nvSpPr>
        <p:spPr>
          <a:xfrm>
            <a:off x="660240" y="6248520"/>
            <a:ext cx="5871960" cy="364680"/>
          </a:xfrm>
          <a:prstGeom prst="rect">
            <a:avLst/>
          </a:prstGeom>
          <a:noFill/>
          <a:ln w="0">
            <a:noFill/>
          </a:ln>
        </p:spPr>
        <p:txBody>
          <a:bodyPr numCol="1" spcCol="0" lIns="91440" rIns="91440" tIns="45720" bIns="45720" anchor="ctr">
            <a:noAutofit/>
          </a:bodyPr>
          <a:lstStyle>
            <a:lvl1pPr indent="0" algn="ctr">
              <a:buNone/>
              <a:defRPr b="0" lang="en-US" sz="1400" strike="noStrike" u="none">
                <a:solidFill>
                  <a:srgbClr val="000000"/>
                </a:solidFill>
                <a:effectLst/>
                <a:uFillTx/>
                <a:latin typeface="游明朝"/>
              </a:defRPr>
            </a:lvl1pPr>
          </a:lstStyle>
          <a:p>
            <a:pPr indent="0" algn="ctr">
              <a:buNone/>
            </a:pPr>
            <a:r>
              <a:rPr b="0" lang="en-US" sz="1400" strike="noStrike" u="none">
                <a:solidFill>
                  <a:srgbClr val="000000"/>
                </a:solidFill>
                <a:effectLst/>
                <a:uFillTx/>
                <a:latin typeface="游明朝"/>
              </a:rPr>
              <a:t>&lt;フッター&gt;</a:t>
            </a:r>
            <a:endParaRPr b="0" lang="en-US" sz="1400" strike="noStrike" u="none">
              <a:solidFill>
                <a:srgbClr val="000000"/>
              </a:solidFill>
              <a:effectLst/>
              <a:uFillTx/>
              <a:latin typeface="游明朝"/>
            </a:endParaRPr>
          </a:p>
        </p:txBody>
      </p:sp>
      <p:sp>
        <p:nvSpPr>
          <p:cNvPr id="173" name="PlaceHolder 5"/>
          <p:cNvSpPr>
            <a:spLocks noGrp="1"/>
          </p:cNvSpPr>
          <p:nvPr>
            <p:ph type="sldNum" idx="61"/>
          </p:nvPr>
        </p:nvSpPr>
        <p:spPr>
          <a:xfrm>
            <a:off x="9328320" y="6597720"/>
            <a:ext cx="577440" cy="244080"/>
          </a:xfrm>
          <a:prstGeom prst="rect">
            <a:avLst/>
          </a:prstGeom>
          <a:noFill/>
          <a:ln w="0">
            <a:noFill/>
          </a:ln>
        </p:spPr>
        <p:txBody>
          <a:bodyPr lIns="90000" rIns="90000" tIns="45000" bIns="45000" anchor="ctr">
            <a:noAutofit/>
          </a:bodyPr>
          <a:lstStyle>
            <a:lvl1pPr indent="0" algn="ctr">
              <a:lnSpc>
                <a:spcPct val="100000"/>
              </a:lnSpc>
              <a:buNone/>
              <a:defRPr b="1" lang="en-US" sz="1200" strike="noStrike" u="none">
                <a:solidFill>
                  <a:srgbClr val="000000"/>
                </a:solidFill>
                <a:effectLst/>
                <a:uFillTx/>
                <a:latin typeface="ＭＳ Ｐゴシック"/>
                <a:ea typeface="ＭＳ Ｐゴシック"/>
              </a:defRPr>
            </a:lvl1pPr>
          </a:lstStyle>
          <a:p>
            <a:pPr indent="0" algn="ctr">
              <a:lnSpc>
                <a:spcPct val="100000"/>
              </a:lnSpc>
              <a:buNone/>
            </a:pPr>
            <a:fld id="{69723FF4-4D70-4A8E-9F01-12853E6FD95B}" type="slidenum">
              <a:rPr b="1" lang="en-US" sz="1200" strike="noStrike" u="none">
                <a:solidFill>
                  <a:srgbClr val="000000"/>
                </a:solidFill>
                <a:effectLst/>
                <a:uFillTx/>
                <a:latin typeface="ＭＳ Ｐゴシック"/>
                <a:ea typeface="ＭＳ Ｐゴシック"/>
              </a:rPr>
              <a:t>&lt;番号&gt;</a:t>
            </a:fld>
            <a:endParaRPr b="0" lang="en-US" sz="1200" strike="noStrike" u="none">
              <a:solidFill>
                <a:srgbClr val="000000"/>
              </a:solidFill>
              <a:effectLst/>
              <a:uFillTx/>
              <a:latin typeface="游明朝"/>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標準 7">
    <p:bg>
      <p:bgPr>
        <a:blipFill rotWithShape="0">
          <a:blip r:embed="rId2"/>
          <a:tile tx="0" ty="0" sx="100000" sy="100000" algn="tl"/>
        </a:blipFill>
      </p:bgPr>
    </p:bg>
    <p:spTree>
      <p:nvGrpSpPr>
        <p:cNvPr id="1" name=""/>
        <p:cNvGrpSpPr/>
        <p:nvPr/>
      </p:nvGrpSpPr>
      <p:grpSpPr>
        <a:xfrm>
          <a:off x="0" y="0"/>
          <a:ext cx="0" cy="0"/>
          <a:chOff x="0" y="0"/>
          <a:chExt cx="0" cy="0"/>
        </a:xfrm>
      </p:grpSpPr>
      <p:sp>
        <p:nvSpPr>
          <p:cNvPr id="174" name="Rectangle 6" hidden="1"/>
          <p:cNvSpPr/>
          <p:nvPr/>
        </p:nvSpPr>
        <p:spPr>
          <a:xfrm>
            <a:off x="0" y="1235160"/>
            <a:ext cx="9905760" cy="31860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175" name="Rectangle 7" hidden="1"/>
          <p:cNvSpPr/>
          <p:nvPr/>
        </p:nvSpPr>
        <p:spPr>
          <a:xfrm>
            <a:off x="0" y="1279440"/>
            <a:ext cx="577440" cy="2282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176" name="Rectangle 8" hidden="1"/>
          <p:cNvSpPr/>
          <p:nvPr/>
        </p:nvSpPr>
        <p:spPr>
          <a:xfrm>
            <a:off x="639720" y="1279440"/>
            <a:ext cx="9266040" cy="22824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177" name="Rectangle 6"/>
          <p:cNvSpPr/>
          <p:nvPr/>
        </p:nvSpPr>
        <p:spPr>
          <a:xfrm>
            <a:off x="0" y="5970600"/>
            <a:ext cx="9905760" cy="88704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ＭＳ Ｐゴシック"/>
              <a:ea typeface="ＭＳ Ｐゴシック"/>
            </a:endParaRPr>
          </a:p>
        </p:txBody>
      </p:sp>
      <p:sp>
        <p:nvSpPr>
          <p:cNvPr id="178" name="Rectangle 9"/>
          <p:cNvSpPr/>
          <p:nvPr/>
        </p:nvSpPr>
        <p:spPr>
          <a:xfrm>
            <a:off x="-9360" y="6053040"/>
            <a:ext cx="2436480" cy="7124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179" name="Rectangle 10"/>
          <p:cNvSpPr/>
          <p:nvPr/>
        </p:nvSpPr>
        <p:spPr>
          <a:xfrm>
            <a:off x="2556000" y="6043680"/>
            <a:ext cx="7349760" cy="71388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ＭＳ Ｐゴシック"/>
              <a:ea typeface="ＭＳ Ｐゴシック"/>
            </a:endParaRPr>
          </a:p>
        </p:txBody>
      </p:sp>
      <p:sp>
        <p:nvSpPr>
          <p:cNvPr id="180" name="PlaceHolder 1"/>
          <p:cNvSpPr>
            <a:spLocks noGrp="1"/>
          </p:cNvSpPr>
          <p:nvPr>
            <p:ph type="title"/>
          </p:nvPr>
        </p:nvSpPr>
        <p:spPr>
          <a:xfrm>
            <a:off x="2558880" y="4038480"/>
            <a:ext cx="7016400" cy="1828440"/>
          </a:xfrm>
          <a:prstGeom prst="rect">
            <a:avLst/>
          </a:prstGeom>
          <a:noFill/>
          <a:ln w="9360">
            <a:noFill/>
          </a:ln>
        </p:spPr>
        <p:txBody>
          <a:bodyPr numCol="1" spcCol="0" lIns="91440" rIns="91440" tIns="45720" bIns="45720" anchor="b">
            <a:noAutofit/>
          </a:bodyPr>
          <a:p>
            <a:pPr indent="0">
              <a:lnSpc>
                <a:spcPct val="100000"/>
              </a:lnSpc>
              <a:buNone/>
            </a:pPr>
            <a:r>
              <a:rPr b="0" lang="ja-JP" sz="3600" strike="noStrike" u="none" cap="all">
                <a:solidFill>
                  <a:schemeClr val="dk1"/>
                </a:solidFill>
                <a:effectLst/>
                <a:uFillTx/>
                <a:latin typeface="ＭＳ Ｐゴシック"/>
                <a:ea typeface="ＭＳ Ｐゴシック"/>
              </a:rPr>
              <a:t>マスター タイトルの書式設定</a:t>
            </a:r>
            <a:endParaRPr b="0" lang="en-US" sz="3600" strike="noStrike" u="none">
              <a:solidFill>
                <a:schemeClr val="dk1"/>
              </a:solidFill>
              <a:effectLst/>
              <a:uFillTx/>
              <a:latin typeface="Tw Cen MT"/>
            </a:endParaRPr>
          </a:p>
        </p:txBody>
      </p:sp>
      <p:sp>
        <p:nvSpPr>
          <p:cNvPr id="181" name="PlaceHolder 2"/>
          <p:cNvSpPr>
            <a:spLocks noGrp="1"/>
          </p:cNvSpPr>
          <p:nvPr>
            <p:ph type="dt" idx="62"/>
          </p:nvPr>
        </p:nvSpPr>
        <p:spPr>
          <a:xfrm>
            <a:off x="82440" y="6068880"/>
            <a:ext cx="2228400" cy="685440"/>
          </a:xfrm>
          <a:prstGeom prst="rect">
            <a:avLst/>
          </a:prstGeom>
          <a:noFill/>
          <a:ln w="0">
            <a:noFill/>
          </a:ln>
        </p:spPr>
        <p:txBody>
          <a:bodyPr lIns="90000" rIns="90000" tIns="45000" bIns="45000" anchor="ctr">
            <a:noAutofit/>
          </a:bodyPr>
          <a:lstStyle>
            <a:lvl1pPr indent="0" algn="ctr">
              <a:lnSpc>
                <a:spcPct val="100000"/>
              </a:lnSpc>
              <a:buNone/>
              <a:defRPr b="0" lang="en-US" sz="2000" strike="noStrike" u="none">
                <a:solidFill>
                  <a:srgbClr val="ffffff"/>
                </a:solidFill>
                <a:effectLst/>
                <a:uFillTx/>
                <a:latin typeface="ＭＳ Ｐゴシック"/>
                <a:ea typeface="ＭＳ Ｐゴシック"/>
              </a:defRPr>
            </a:lvl1pPr>
          </a:lstStyle>
          <a:p>
            <a:pPr indent="0" algn="ctr">
              <a:lnSpc>
                <a:spcPct val="100000"/>
              </a:lnSpc>
              <a:buNone/>
            </a:pPr>
            <a:r>
              <a:rPr b="0" lang="en-US" sz="2000" strike="noStrike" u="none">
                <a:solidFill>
                  <a:srgbClr val="ffffff"/>
                </a:solidFill>
                <a:effectLst/>
                <a:uFillTx/>
                <a:latin typeface="ＭＳ Ｐゴシック"/>
                <a:ea typeface="ＭＳ Ｐゴシック"/>
              </a:rPr>
              <a:t>&lt;日付/時刻&gt;</a:t>
            </a:r>
            <a:endParaRPr b="0" lang="en-US" sz="2000" strike="noStrike" u="none">
              <a:solidFill>
                <a:srgbClr val="000000"/>
              </a:solidFill>
              <a:effectLst/>
              <a:uFillTx/>
              <a:latin typeface="游明朝"/>
            </a:endParaRPr>
          </a:p>
        </p:txBody>
      </p:sp>
      <p:sp>
        <p:nvSpPr>
          <p:cNvPr id="182" name="PlaceHolder 3"/>
          <p:cNvSpPr>
            <a:spLocks noGrp="1"/>
          </p:cNvSpPr>
          <p:nvPr>
            <p:ph type="ftr" idx="63"/>
          </p:nvPr>
        </p:nvSpPr>
        <p:spPr>
          <a:xfrm>
            <a:off x="2259000" y="236520"/>
            <a:ext cx="6356160" cy="364680"/>
          </a:xfrm>
          <a:prstGeom prst="rect">
            <a:avLst/>
          </a:prstGeom>
          <a:noFill/>
          <a:ln w="0">
            <a:noFill/>
          </a:ln>
        </p:spPr>
        <p:txBody>
          <a:bodyPr numCol="1" spcCol="0" lIns="91440" rIns="91440" tIns="45720" bIns="45720" anchor="ctr">
            <a:noAutofit/>
          </a:bodyPr>
          <a:lstStyle>
            <a:lvl1pPr indent="0" algn="ctr">
              <a:buNone/>
              <a:defRPr b="0" lang="en-US" sz="1400" strike="noStrike" u="none">
                <a:solidFill>
                  <a:srgbClr val="000000"/>
                </a:solidFill>
                <a:effectLst/>
                <a:uFillTx/>
                <a:latin typeface="游明朝"/>
              </a:defRPr>
            </a:lvl1pPr>
          </a:lstStyle>
          <a:p>
            <a:pPr indent="0" algn="ctr">
              <a:buNone/>
            </a:pPr>
            <a:r>
              <a:rPr b="0" lang="en-US" sz="1400" strike="noStrike" u="none">
                <a:solidFill>
                  <a:srgbClr val="000000"/>
                </a:solidFill>
                <a:effectLst/>
                <a:uFillTx/>
                <a:latin typeface="游明朝"/>
              </a:rPr>
              <a:t>&lt;フッター&gt;</a:t>
            </a:r>
            <a:endParaRPr b="0" lang="en-US" sz="1400" strike="noStrike" u="none">
              <a:solidFill>
                <a:srgbClr val="000000"/>
              </a:solidFill>
              <a:effectLst/>
              <a:uFillTx/>
              <a:latin typeface="游明朝"/>
            </a:endParaRPr>
          </a:p>
        </p:txBody>
      </p:sp>
      <p:sp>
        <p:nvSpPr>
          <p:cNvPr id="183" name="PlaceHolder 4"/>
          <p:cNvSpPr>
            <a:spLocks noGrp="1"/>
          </p:cNvSpPr>
          <p:nvPr>
            <p:ph type="sldNum" idx="64"/>
          </p:nvPr>
        </p:nvSpPr>
        <p:spPr>
          <a:xfrm>
            <a:off x="8913960" y="6210360"/>
            <a:ext cx="907560" cy="380520"/>
          </a:xfrm>
          <a:prstGeom prst="rect">
            <a:avLst/>
          </a:prstGeom>
          <a:noFill/>
          <a:ln w="0">
            <a:noFill/>
          </a:ln>
        </p:spPr>
        <p:txBody>
          <a:bodyPr lIns="90000" rIns="90000" tIns="45000" bIns="45000" anchor="ctr">
            <a:noAutofit/>
          </a:bodyPr>
          <a:lstStyle>
            <a:lvl1pPr indent="0" algn="ctr">
              <a:lnSpc>
                <a:spcPct val="100000"/>
              </a:lnSpc>
              <a:buNone/>
              <a:defRPr b="1" lang="en-US" sz="1400" strike="noStrike" u="none">
                <a:solidFill>
                  <a:srgbClr val="000000"/>
                </a:solidFill>
                <a:effectLst/>
                <a:uFillTx/>
                <a:latin typeface="ＭＳ Ｐゴシック"/>
                <a:ea typeface="ＭＳ Ｐゴシック"/>
              </a:defRPr>
            </a:lvl1pPr>
          </a:lstStyle>
          <a:p>
            <a:pPr indent="0" algn="ctr">
              <a:lnSpc>
                <a:spcPct val="100000"/>
              </a:lnSpc>
              <a:buNone/>
            </a:pPr>
            <a:fld id="{955406FE-3B3F-46A1-9099-A51036A14F9F}" type="slidenum">
              <a:rPr b="1" lang="en-US" sz="1400" strike="noStrike" u="none">
                <a:solidFill>
                  <a:srgbClr val="000000"/>
                </a:solidFill>
                <a:effectLst/>
                <a:uFillTx/>
                <a:latin typeface="ＭＳ Ｐゴシック"/>
                <a:ea typeface="ＭＳ Ｐゴシック"/>
              </a:rPr>
              <a:t>&lt;番号&gt;</a:t>
            </a:fld>
            <a:endParaRPr b="0" lang="en-US" sz="1400" strike="noStrike" u="none">
              <a:solidFill>
                <a:srgbClr val="000000"/>
              </a:solidFill>
              <a:effectLst/>
              <a:uFillTx/>
              <a:latin typeface="游明朝"/>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標準 8">
    <p:bg>
      <p:bgPr>
        <a:blipFill rotWithShape="0">
          <a:blip r:embed="rId2"/>
          <a:tile tx="0" ty="0" sx="100000" sy="100000" algn="tl"/>
        </a:blipFill>
      </p:bgPr>
    </p:bg>
    <p:spTree>
      <p:nvGrpSpPr>
        <p:cNvPr id="1" name=""/>
        <p:cNvGrpSpPr/>
        <p:nvPr/>
      </p:nvGrpSpPr>
      <p:grpSpPr>
        <a:xfrm>
          <a:off x="0" y="0"/>
          <a:ext cx="0" cy="0"/>
          <a:chOff x="0" y="0"/>
          <a:chExt cx="0" cy="0"/>
        </a:xfrm>
      </p:grpSpPr>
      <p:sp>
        <p:nvSpPr>
          <p:cNvPr id="184" name="Rectangle 6" hidden="1"/>
          <p:cNvSpPr/>
          <p:nvPr/>
        </p:nvSpPr>
        <p:spPr>
          <a:xfrm>
            <a:off x="0" y="1235160"/>
            <a:ext cx="9905760" cy="31860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185" name="Rectangle 7" hidden="1"/>
          <p:cNvSpPr/>
          <p:nvPr/>
        </p:nvSpPr>
        <p:spPr>
          <a:xfrm>
            <a:off x="0" y="1279440"/>
            <a:ext cx="577440" cy="2282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186" name="Rectangle 8" hidden="1"/>
          <p:cNvSpPr/>
          <p:nvPr/>
        </p:nvSpPr>
        <p:spPr>
          <a:xfrm>
            <a:off x="639720" y="1279440"/>
            <a:ext cx="9266040" cy="22824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187" name="Rectangle 6"/>
          <p:cNvSpPr/>
          <p:nvPr/>
        </p:nvSpPr>
        <p:spPr>
          <a:xfrm>
            <a:off x="6603840" y="0"/>
            <a:ext cx="347400" cy="6857640"/>
          </a:xfrm>
          <a:prstGeom prst="rect">
            <a:avLst/>
          </a:prstGeom>
          <a:solidFill>
            <a:srgbClr val="ffffff"/>
          </a:solidFill>
          <a:ln>
            <a:noFill/>
          </a:ln>
        </p:spPr>
        <p:style>
          <a:lnRef idx="2">
            <a:schemeClr val="accent1"/>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188" name="Rectangle 7"/>
          <p:cNvSpPr/>
          <p:nvPr/>
        </p:nvSpPr>
        <p:spPr>
          <a:xfrm>
            <a:off x="6653160" y="609480"/>
            <a:ext cx="247320" cy="6248160"/>
          </a:xfrm>
          <a:prstGeom prst="rect">
            <a:avLst/>
          </a:prstGeom>
          <a:solidFill>
            <a:schemeClr val="accent1"/>
          </a:solidFill>
          <a:ln>
            <a:noFill/>
          </a:ln>
        </p:spPr>
        <p:style>
          <a:lnRef idx="2">
            <a:schemeClr val="accent1"/>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189" name="Rectangle 8"/>
          <p:cNvSpPr/>
          <p:nvPr/>
        </p:nvSpPr>
        <p:spPr>
          <a:xfrm>
            <a:off x="6653160" y="0"/>
            <a:ext cx="247320" cy="533160"/>
          </a:xfrm>
          <a:prstGeom prst="rect">
            <a:avLst/>
          </a:prstGeom>
          <a:solidFill>
            <a:schemeClr val="accent2"/>
          </a:solidFill>
          <a:ln>
            <a:noFill/>
          </a:ln>
        </p:spPr>
        <p:style>
          <a:lnRef idx="2">
            <a:schemeClr val="accent1"/>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190" name="PlaceHolder 1"/>
          <p:cNvSpPr>
            <a:spLocks noGrp="1"/>
          </p:cNvSpPr>
          <p:nvPr>
            <p:ph type="title"/>
          </p:nvPr>
        </p:nvSpPr>
        <p:spPr>
          <a:xfrm>
            <a:off x="7099200" y="609480"/>
            <a:ext cx="2228400" cy="5516280"/>
          </a:xfrm>
          <a:prstGeom prst="rect">
            <a:avLst/>
          </a:prstGeom>
          <a:noFill/>
          <a:ln w="9360">
            <a:noFill/>
          </a:ln>
        </p:spPr>
        <p:txBody>
          <a:bodyPr numCol="1" spcCol="0" lIns="91440" rIns="91440" tIns="45720" bIns="45720" anchor="ctr" vert="eaVert">
            <a:noAutofit/>
          </a:bodyPr>
          <a:p>
            <a:pPr indent="0">
              <a:lnSpc>
                <a:spcPct val="100000"/>
              </a:lnSpc>
              <a:buNone/>
            </a:pPr>
            <a:r>
              <a:rPr b="0" lang="ja-JP" sz="3600" strike="noStrike" u="none">
                <a:solidFill>
                  <a:schemeClr val="dk1"/>
                </a:solidFill>
                <a:effectLst/>
                <a:uFillTx/>
                <a:latin typeface="ＭＳ Ｐゴシック"/>
                <a:ea typeface="ＭＳ Ｐゴシック"/>
              </a:rPr>
              <a:t>マスター タイトルの書式設定</a:t>
            </a:r>
            <a:endParaRPr b="0" lang="en-US" sz="3600" strike="noStrike" u="none">
              <a:solidFill>
                <a:schemeClr val="dk1"/>
              </a:solidFill>
              <a:effectLst/>
              <a:uFillTx/>
              <a:latin typeface="Tw Cen MT"/>
            </a:endParaRPr>
          </a:p>
        </p:txBody>
      </p:sp>
      <p:sp>
        <p:nvSpPr>
          <p:cNvPr id="191" name="PlaceHolder 2"/>
          <p:cNvSpPr>
            <a:spLocks noGrp="1"/>
          </p:cNvSpPr>
          <p:nvPr>
            <p:ph type="body"/>
          </p:nvPr>
        </p:nvSpPr>
        <p:spPr>
          <a:xfrm>
            <a:off x="495360" y="609480"/>
            <a:ext cx="6025680" cy="5516280"/>
          </a:xfrm>
          <a:prstGeom prst="rect">
            <a:avLst/>
          </a:prstGeom>
          <a:noFill/>
          <a:ln w="9360">
            <a:noFill/>
          </a:ln>
        </p:spPr>
        <p:txBody>
          <a:bodyPr numCol="1" spcCol="0" lIns="91440" rIns="91440" tIns="45720" bIns="45720" anchor="t" vert="eaVert">
            <a:noAutofit/>
          </a:bodyPr>
          <a:p>
            <a:pPr marL="318960" indent="-318960">
              <a:lnSpc>
                <a:spcPct val="100000"/>
              </a:lnSpc>
              <a:spcBef>
                <a:spcPts val="700"/>
              </a:spcBef>
              <a:buClr>
                <a:srgbClr val="feb80a"/>
              </a:buClr>
              <a:buSzPct val="60000"/>
              <a:buFont typeface="Wingdings" charset="2"/>
              <a:buChar char=""/>
            </a:pPr>
            <a:r>
              <a:rPr b="0" lang="ja-JP" sz="2900" strike="noStrike" u="none">
                <a:solidFill>
                  <a:schemeClr val="dk1"/>
                </a:solidFill>
                <a:effectLst/>
                <a:uFillTx/>
                <a:latin typeface="ＭＳ Ｐゴシック"/>
                <a:ea typeface="ＭＳ Ｐゴシック"/>
              </a:rPr>
              <a:t>マスター テキストの書式設定</a:t>
            </a:r>
            <a:endParaRPr b="0" lang="en-US" sz="2900" strike="noStrike" u="none">
              <a:solidFill>
                <a:schemeClr val="dk1"/>
              </a:solidFill>
              <a:effectLst/>
              <a:uFillTx/>
              <a:latin typeface="ＭＳ Ｐゴシック"/>
            </a:endParaRPr>
          </a:p>
          <a:p>
            <a:pPr lvl="1" marL="639720" indent="-272880">
              <a:lnSpc>
                <a:spcPct val="100000"/>
              </a:lnSpc>
              <a:spcBef>
                <a:spcPts val="550"/>
              </a:spcBef>
              <a:buClr>
                <a:srgbClr val="3891a7"/>
              </a:buClr>
              <a:buSzPct val="70000"/>
              <a:buFont typeface="Wingdings 2" charset="2"/>
              <a:buChar char=""/>
            </a:pPr>
            <a:r>
              <a:rPr b="0" lang="ja-JP" sz="2600" strike="noStrike" u="none">
                <a:solidFill>
                  <a:schemeClr val="dk1"/>
                </a:solidFill>
                <a:effectLst/>
                <a:uFillTx/>
                <a:latin typeface="ＭＳ Ｐゴシック"/>
                <a:ea typeface="ＭＳ Ｐゴシック"/>
              </a:rPr>
              <a:t>第 </a:t>
            </a:r>
            <a:r>
              <a:rPr b="0" lang="en-US" sz="2600" strike="noStrike" u="none">
                <a:solidFill>
                  <a:schemeClr val="dk1"/>
                </a:solidFill>
                <a:effectLst/>
                <a:uFillTx/>
                <a:latin typeface="ＭＳ Ｐゴシック"/>
                <a:ea typeface="ＭＳ Ｐゴシック"/>
              </a:rPr>
              <a:t>2 </a:t>
            </a:r>
            <a:r>
              <a:rPr b="0" lang="ja-JP" sz="2600" strike="noStrike" u="none">
                <a:solidFill>
                  <a:schemeClr val="dk1"/>
                </a:solidFill>
                <a:effectLst/>
                <a:uFillTx/>
                <a:latin typeface="ＭＳ Ｐゴシック"/>
                <a:ea typeface="ＭＳ Ｐゴシック"/>
              </a:rPr>
              <a:t>レベル</a:t>
            </a:r>
            <a:endParaRPr b="0" lang="en-US" sz="2600" strike="noStrike" u="none">
              <a:solidFill>
                <a:schemeClr val="dk1"/>
              </a:solidFill>
              <a:effectLst/>
              <a:uFillTx/>
              <a:latin typeface="ＭＳ Ｐゴシック"/>
            </a:endParaRPr>
          </a:p>
          <a:p>
            <a:pPr lvl="2" marL="914400" indent="-228600">
              <a:lnSpc>
                <a:spcPct val="100000"/>
              </a:lnSpc>
              <a:spcBef>
                <a:spcPts val="499"/>
              </a:spcBef>
              <a:buClr>
                <a:srgbClr val="feb80a"/>
              </a:buClr>
              <a:buSzPct val="75000"/>
              <a:buFont typeface="Wingdings" charset="2"/>
              <a:buChar char=""/>
            </a:pPr>
            <a:r>
              <a:rPr b="0" lang="ja-JP" sz="2300" strike="noStrike" u="none">
                <a:solidFill>
                  <a:schemeClr val="dk1"/>
                </a:solidFill>
                <a:effectLst/>
                <a:uFillTx/>
                <a:latin typeface="ＭＳ Ｐゴシック"/>
                <a:ea typeface="ＭＳ Ｐゴシック"/>
              </a:rPr>
              <a:t>第 </a:t>
            </a:r>
            <a:r>
              <a:rPr b="0" lang="en-US" sz="2300" strike="noStrike" u="none">
                <a:solidFill>
                  <a:schemeClr val="dk1"/>
                </a:solidFill>
                <a:effectLst/>
                <a:uFillTx/>
                <a:latin typeface="ＭＳ Ｐゴシック"/>
                <a:ea typeface="ＭＳ Ｐゴシック"/>
              </a:rPr>
              <a:t>3 </a:t>
            </a:r>
            <a:r>
              <a:rPr b="0" lang="ja-JP" sz="2300" strike="noStrike" u="none">
                <a:solidFill>
                  <a:schemeClr val="dk1"/>
                </a:solidFill>
                <a:effectLst/>
                <a:uFillTx/>
                <a:latin typeface="ＭＳ Ｐゴシック"/>
                <a:ea typeface="ＭＳ Ｐゴシック"/>
              </a:rPr>
              <a:t>レベル</a:t>
            </a:r>
            <a:endParaRPr b="0" lang="en-US" sz="2300" strike="noStrike" u="none">
              <a:solidFill>
                <a:schemeClr val="dk1"/>
              </a:solidFill>
              <a:effectLst/>
              <a:uFillTx/>
              <a:latin typeface="ＭＳ Ｐゴシック"/>
            </a:endParaRPr>
          </a:p>
          <a:p>
            <a:pPr lvl="3" marL="1371600" indent="-228600">
              <a:lnSpc>
                <a:spcPct val="100000"/>
              </a:lnSpc>
              <a:spcBef>
                <a:spcPts val="400"/>
              </a:spcBef>
              <a:buClr>
                <a:srgbClr val="c32d2e"/>
              </a:buClr>
              <a:buSzPct val="7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4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a:p>
            <a:pPr lvl="4" marL="1828800" indent="-228600">
              <a:lnSpc>
                <a:spcPct val="100000"/>
              </a:lnSpc>
              <a:spcBef>
                <a:spcPts val="400"/>
              </a:spcBef>
              <a:buClr>
                <a:srgbClr val="84aa33"/>
              </a:buClr>
              <a:buSzPct val="6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5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p:txBody>
      </p:sp>
      <p:sp>
        <p:nvSpPr>
          <p:cNvPr id="192" name="PlaceHolder 3"/>
          <p:cNvSpPr>
            <a:spLocks noGrp="1"/>
          </p:cNvSpPr>
          <p:nvPr>
            <p:ph type="dt" idx="65"/>
          </p:nvPr>
        </p:nvSpPr>
        <p:spPr>
          <a:xfrm>
            <a:off x="7099200" y="6248520"/>
            <a:ext cx="2393640" cy="364680"/>
          </a:xfrm>
          <a:prstGeom prst="rect">
            <a:avLst/>
          </a:prstGeom>
          <a:noFill/>
          <a:ln w="0">
            <a:noFill/>
          </a:ln>
        </p:spPr>
        <p:txBody>
          <a:bodyPr lIns="90000" rIns="90000" tIns="45000" bIns="45000" anchor="ctr">
            <a:noAutofit/>
          </a:bodyPr>
          <a:lstStyle>
            <a:lvl1pPr indent="0">
              <a:lnSpc>
                <a:spcPct val="100000"/>
              </a:lnSpc>
              <a:buNone/>
              <a:defRPr b="0" lang="en-US" sz="1400" strike="noStrike" u="none">
                <a:solidFill>
                  <a:srgbClr val="000000"/>
                </a:solidFill>
                <a:effectLst/>
                <a:uFillTx/>
                <a:latin typeface="ＭＳ Ｐゴシック"/>
                <a:ea typeface="ＭＳ Ｐゴシック"/>
              </a:defRPr>
            </a:lvl1pPr>
          </a:lstStyle>
          <a:p>
            <a:pPr indent="0">
              <a:lnSpc>
                <a:spcPct val="100000"/>
              </a:lnSpc>
              <a:buNone/>
            </a:pPr>
            <a:r>
              <a:rPr b="0" lang="en-US" sz="1400" strike="noStrike" u="none">
                <a:solidFill>
                  <a:srgbClr val="000000"/>
                </a:solidFill>
                <a:effectLst/>
                <a:uFillTx/>
                <a:latin typeface="ＭＳ Ｐゴシック"/>
                <a:ea typeface="ＭＳ Ｐゴシック"/>
              </a:rPr>
              <a:t>&lt;日付/時刻&gt;</a:t>
            </a:r>
            <a:endParaRPr b="0" lang="en-US" sz="1400" strike="noStrike" u="none">
              <a:solidFill>
                <a:srgbClr val="000000"/>
              </a:solidFill>
              <a:effectLst/>
              <a:uFillTx/>
              <a:latin typeface="游明朝"/>
            </a:endParaRPr>
          </a:p>
        </p:txBody>
      </p:sp>
      <p:sp>
        <p:nvSpPr>
          <p:cNvPr id="193" name="PlaceHolder 4"/>
          <p:cNvSpPr>
            <a:spLocks noGrp="1"/>
          </p:cNvSpPr>
          <p:nvPr>
            <p:ph type="ftr" idx="66"/>
          </p:nvPr>
        </p:nvSpPr>
        <p:spPr>
          <a:xfrm>
            <a:off x="495360" y="6248520"/>
            <a:ext cx="6036840" cy="364680"/>
          </a:xfrm>
          <a:prstGeom prst="rect">
            <a:avLst/>
          </a:prstGeom>
          <a:noFill/>
          <a:ln w="0">
            <a:noFill/>
          </a:ln>
        </p:spPr>
        <p:txBody>
          <a:bodyPr numCol="1" spcCol="0" lIns="91440" rIns="91440" tIns="45720" bIns="45720" anchor="ctr">
            <a:noAutofit/>
          </a:bodyPr>
          <a:lstStyle>
            <a:lvl1pPr indent="0" algn="ctr">
              <a:buNone/>
              <a:defRPr b="0" lang="en-US" sz="1400" strike="noStrike" u="none">
                <a:solidFill>
                  <a:srgbClr val="000000"/>
                </a:solidFill>
                <a:effectLst/>
                <a:uFillTx/>
                <a:latin typeface="游明朝"/>
              </a:defRPr>
            </a:lvl1pPr>
          </a:lstStyle>
          <a:p>
            <a:pPr indent="0" algn="ctr">
              <a:buNone/>
            </a:pPr>
            <a:r>
              <a:rPr b="0" lang="en-US" sz="1400" strike="noStrike" u="none">
                <a:solidFill>
                  <a:srgbClr val="000000"/>
                </a:solidFill>
                <a:effectLst/>
                <a:uFillTx/>
                <a:latin typeface="游明朝"/>
              </a:rPr>
              <a:t>&lt;フッター&gt;</a:t>
            </a:r>
            <a:endParaRPr b="0" lang="en-US" sz="1400" strike="noStrike" u="none">
              <a:solidFill>
                <a:srgbClr val="000000"/>
              </a:solidFill>
              <a:effectLst/>
              <a:uFillTx/>
              <a:latin typeface="游明朝"/>
            </a:endParaRPr>
          </a:p>
        </p:txBody>
      </p:sp>
      <p:sp>
        <p:nvSpPr>
          <p:cNvPr id="194" name="PlaceHolder 5"/>
          <p:cNvSpPr>
            <a:spLocks noGrp="1"/>
          </p:cNvSpPr>
          <p:nvPr>
            <p:ph type="sldNum" idx="67"/>
          </p:nvPr>
        </p:nvSpPr>
        <p:spPr>
          <a:xfrm rot="5400000">
            <a:off x="6511680" y="133920"/>
            <a:ext cx="533160" cy="264600"/>
          </a:xfrm>
          <a:prstGeom prst="rect">
            <a:avLst/>
          </a:prstGeom>
          <a:noFill/>
          <a:ln w="0">
            <a:noFill/>
          </a:ln>
        </p:spPr>
        <p:txBody>
          <a:bodyPr lIns="90000" rIns="90000" tIns="45000" bIns="45000" anchor="ctr">
            <a:noAutofit/>
          </a:bodyPr>
          <a:lstStyle>
            <a:lvl1pPr indent="0" algn="ctr">
              <a:lnSpc>
                <a:spcPct val="100000"/>
              </a:lnSpc>
              <a:buNone/>
              <a:defRPr b="1" lang="en-US" sz="1200" strike="noStrike" u="none">
                <a:solidFill>
                  <a:srgbClr val="000000"/>
                </a:solidFill>
                <a:effectLst/>
                <a:uFillTx/>
                <a:latin typeface="ＭＳ Ｐゴシック"/>
                <a:ea typeface="ＭＳ Ｐゴシック"/>
              </a:defRPr>
            </a:lvl1pPr>
          </a:lstStyle>
          <a:p>
            <a:pPr indent="0" algn="ctr">
              <a:lnSpc>
                <a:spcPct val="100000"/>
              </a:lnSpc>
              <a:buNone/>
            </a:pPr>
            <a:fld id="{2634020A-90AC-47F6-9175-5F720B2905BC}" type="slidenum">
              <a:rPr b="1" lang="en-US" sz="1200" strike="noStrike" u="none">
                <a:solidFill>
                  <a:srgbClr val="000000"/>
                </a:solidFill>
                <a:effectLst/>
                <a:uFillTx/>
                <a:latin typeface="ＭＳ Ｐゴシック"/>
                <a:ea typeface="ＭＳ Ｐゴシック"/>
              </a:rPr>
              <a:t>&lt;番号&gt;</a:t>
            </a:fld>
            <a:endParaRPr b="0" lang="en-US" sz="1200" strike="noStrike" u="none">
              <a:solidFill>
                <a:srgbClr val="000000"/>
              </a:solidFill>
              <a:effectLst/>
              <a:uFillTx/>
              <a:latin typeface="游明朝"/>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標準 9">
    <p:bg>
      <p:bgPr>
        <a:blipFill rotWithShape="0">
          <a:blip r:embed="rId2"/>
          <a:tile tx="0" ty="0" sx="100000" sy="100000" algn="tl"/>
        </a:blipFill>
      </p:bgPr>
    </p:bg>
    <p:spTree>
      <p:nvGrpSpPr>
        <p:cNvPr id="1" name=""/>
        <p:cNvGrpSpPr/>
        <p:nvPr/>
      </p:nvGrpSpPr>
      <p:grpSpPr>
        <a:xfrm>
          <a:off x="0" y="0"/>
          <a:ext cx="0" cy="0"/>
          <a:chOff x="0" y="0"/>
          <a:chExt cx="0" cy="0"/>
        </a:xfrm>
      </p:grpSpPr>
      <p:sp>
        <p:nvSpPr>
          <p:cNvPr id="195" name="Rectangle 6"/>
          <p:cNvSpPr/>
          <p:nvPr/>
        </p:nvSpPr>
        <p:spPr>
          <a:xfrm>
            <a:off x="0" y="1235160"/>
            <a:ext cx="9905760" cy="31860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196" name="Rectangle 7"/>
          <p:cNvSpPr/>
          <p:nvPr/>
        </p:nvSpPr>
        <p:spPr>
          <a:xfrm>
            <a:off x="0" y="1279440"/>
            <a:ext cx="577440" cy="2282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197" name="Rectangle 8"/>
          <p:cNvSpPr/>
          <p:nvPr/>
        </p:nvSpPr>
        <p:spPr>
          <a:xfrm>
            <a:off x="639720" y="1279440"/>
            <a:ext cx="9266040" cy="22824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198" name="PlaceHolder 1"/>
          <p:cNvSpPr>
            <a:spLocks noGrp="1"/>
          </p:cNvSpPr>
          <p:nvPr>
            <p:ph type="dt" idx="68"/>
          </p:nvPr>
        </p:nvSpPr>
        <p:spPr>
          <a:xfrm>
            <a:off x="6603840" y="6248520"/>
            <a:ext cx="2889000" cy="364680"/>
          </a:xfrm>
          <a:prstGeom prst="rect">
            <a:avLst/>
          </a:prstGeom>
          <a:noFill/>
          <a:ln w="0">
            <a:noFill/>
          </a:ln>
        </p:spPr>
        <p:txBody>
          <a:bodyPr lIns="90000" rIns="90000" tIns="45000" bIns="45000" anchor="ctr">
            <a:noAutofit/>
          </a:bodyPr>
          <a:lstStyle>
            <a:lvl1pPr indent="0">
              <a:lnSpc>
                <a:spcPct val="100000"/>
              </a:lnSpc>
              <a:buNone/>
              <a:defRPr b="0" lang="en-US" sz="1400" strike="noStrike" u="none">
                <a:solidFill>
                  <a:srgbClr val="000000"/>
                </a:solidFill>
                <a:effectLst/>
                <a:uFillTx/>
                <a:latin typeface="ＭＳ Ｐゴシック"/>
                <a:ea typeface="ＭＳ Ｐゴシック"/>
              </a:defRPr>
            </a:lvl1pPr>
          </a:lstStyle>
          <a:p>
            <a:pPr indent="0">
              <a:lnSpc>
                <a:spcPct val="100000"/>
              </a:lnSpc>
              <a:buNone/>
            </a:pPr>
            <a:r>
              <a:rPr b="0" lang="en-US" sz="1400" strike="noStrike" u="none">
                <a:solidFill>
                  <a:srgbClr val="000000"/>
                </a:solidFill>
                <a:effectLst/>
                <a:uFillTx/>
                <a:latin typeface="ＭＳ Ｐゴシック"/>
                <a:ea typeface="ＭＳ Ｐゴシック"/>
              </a:rPr>
              <a:t>&lt;日付/時刻&gt;</a:t>
            </a:r>
            <a:endParaRPr b="0" lang="en-US" sz="1400" strike="noStrike" u="none">
              <a:solidFill>
                <a:srgbClr val="000000"/>
              </a:solidFill>
              <a:effectLst/>
              <a:uFillTx/>
              <a:latin typeface="游明朝"/>
            </a:endParaRPr>
          </a:p>
        </p:txBody>
      </p:sp>
      <p:sp>
        <p:nvSpPr>
          <p:cNvPr id="199" name="PlaceHolder 2"/>
          <p:cNvSpPr>
            <a:spLocks noGrp="1"/>
          </p:cNvSpPr>
          <p:nvPr>
            <p:ph type="ftr" idx="69"/>
          </p:nvPr>
        </p:nvSpPr>
        <p:spPr>
          <a:xfrm>
            <a:off x="660240" y="6248520"/>
            <a:ext cx="5871960" cy="364680"/>
          </a:xfrm>
          <a:prstGeom prst="rect">
            <a:avLst/>
          </a:prstGeom>
          <a:noFill/>
          <a:ln w="0">
            <a:noFill/>
          </a:ln>
        </p:spPr>
        <p:txBody>
          <a:bodyPr numCol="1" spcCol="0" lIns="91440" rIns="91440" tIns="45720" bIns="45720" anchor="ctr">
            <a:noAutofit/>
          </a:bodyPr>
          <a:lstStyle>
            <a:lvl1pPr indent="0" algn="ctr">
              <a:buNone/>
              <a:defRPr b="0" lang="en-US" sz="1400" strike="noStrike" u="none">
                <a:solidFill>
                  <a:srgbClr val="000000"/>
                </a:solidFill>
                <a:effectLst/>
                <a:uFillTx/>
                <a:latin typeface="游明朝"/>
              </a:defRPr>
            </a:lvl1pPr>
          </a:lstStyle>
          <a:p>
            <a:pPr indent="0" algn="ctr">
              <a:buNone/>
            </a:pPr>
            <a:r>
              <a:rPr b="0" lang="en-US" sz="1400" strike="noStrike" u="none">
                <a:solidFill>
                  <a:srgbClr val="000000"/>
                </a:solidFill>
                <a:effectLst/>
                <a:uFillTx/>
                <a:latin typeface="游明朝"/>
              </a:rPr>
              <a:t>&lt;フッター&gt;</a:t>
            </a:r>
            <a:endParaRPr b="0" lang="en-US" sz="1400" strike="noStrike" u="none">
              <a:solidFill>
                <a:srgbClr val="000000"/>
              </a:solidFill>
              <a:effectLst/>
              <a:uFillTx/>
              <a:latin typeface="游明朝"/>
            </a:endParaRPr>
          </a:p>
        </p:txBody>
      </p:sp>
      <p:sp>
        <p:nvSpPr>
          <p:cNvPr id="200" name="PlaceHolder 3"/>
          <p:cNvSpPr>
            <a:spLocks noGrp="1"/>
          </p:cNvSpPr>
          <p:nvPr>
            <p:ph type="sldNum" idx="70"/>
          </p:nvPr>
        </p:nvSpPr>
        <p:spPr>
          <a:xfrm>
            <a:off x="9328320" y="6597720"/>
            <a:ext cx="577440" cy="244080"/>
          </a:xfrm>
          <a:prstGeom prst="rect">
            <a:avLst/>
          </a:prstGeom>
          <a:noFill/>
          <a:ln w="0">
            <a:noFill/>
          </a:ln>
        </p:spPr>
        <p:txBody>
          <a:bodyPr lIns="90000" rIns="90000" tIns="45000" bIns="45000" anchor="ctr">
            <a:noAutofit/>
          </a:bodyPr>
          <a:lstStyle>
            <a:lvl1pPr indent="0" algn="ctr">
              <a:lnSpc>
                <a:spcPct val="100000"/>
              </a:lnSpc>
              <a:buNone/>
              <a:defRPr b="1" lang="en-US" sz="1200" strike="noStrike" u="none">
                <a:solidFill>
                  <a:srgbClr val="000000"/>
                </a:solidFill>
                <a:effectLst/>
                <a:uFillTx/>
                <a:latin typeface="ＭＳ Ｐゴシック"/>
                <a:ea typeface="ＭＳ Ｐゴシック"/>
              </a:defRPr>
            </a:lvl1pPr>
          </a:lstStyle>
          <a:p>
            <a:pPr indent="0" algn="ctr">
              <a:lnSpc>
                <a:spcPct val="100000"/>
              </a:lnSpc>
              <a:buNone/>
            </a:pPr>
            <a:fld id="{9DC477FD-E75B-4F03-B803-5E2FC38D1F95}" type="slidenum">
              <a:rPr b="1" lang="en-US" sz="1200" strike="noStrike" u="none">
                <a:solidFill>
                  <a:srgbClr val="000000"/>
                </a:solidFill>
                <a:effectLst/>
                <a:uFillTx/>
                <a:latin typeface="ＭＳ Ｐゴシック"/>
                <a:ea typeface="ＭＳ Ｐゴシック"/>
              </a:rPr>
              <a:t>&lt;番号&gt;</a:t>
            </a:fld>
            <a:endParaRPr b="0" lang="en-US" sz="1200" strike="noStrike" u="none">
              <a:solidFill>
                <a:srgbClr val="000000"/>
              </a:solidFill>
              <a:effectLst/>
              <a:uFillTx/>
              <a:latin typeface="游明朝"/>
            </a:endParaRPr>
          </a:p>
        </p:txBody>
      </p:sp>
      <p:sp>
        <p:nvSpPr>
          <p:cNvPr id="201" name="PlaceHolder 4"/>
          <p:cNvSpPr>
            <a:spLocks noGrp="1"/>
          </p:cNvSpPr>
          <p:nvPr>
            <p:ph type="title"/>
          </p:nvPr>
        </p:nvSpPr>
        <p:spPr>
          <a:xfrm>
            <a:off x="495000" y="273600"/>
            <a:ext cx="8915040" cy="1144800"/>
          </a:xfrm>
          <a:prstGeom prst="rect">
            <a:avLst/>
          </a:prstGeom>
          <a:noFill/>
          <a:ln w="0">
            <a:noFill/>
          </a:ln>
        </p:spPr>
        <p:txBody>
          <a:bodyPr lIns="0" rIns="0" tIns="0" bIns="0" anchor="ctr">
            <a:noAutofit/>
          </a:bodyPr>
          <a:p>
            <a:pPr indent="0">
              <a:buNone/>
            </a:pPr>
            <a:r>
              <a:rPr b="0" lang="ja-JP" sz="3600" strike="noStrike" u="none">
                <a:solidFill>
                  <a:schemeClr val="dk1"/>
                </a:solidFill>
                <a:effectLst/>
                <a:uFillTx/>
                <a:latin typeface="Tw Cen MT"/>
              </a:rPr>
              <a:t>クリックしてタイトルテキストを編集</a:t>
            </a:r>
            <a:endParaRPr b="0" lang="en-US" sz="3600" strike="noStrike" u="none">
              <a:solidFill>
                <a:schemeClr val="dk1"/>
              </a:solidFill>
              <a:effectLst/>
              <a:uFillTx/>
              <a:latin typeface="Tw Cen MT"/>
            </a:endParaRPr>
          </a:p>
        </p:txBody>
      </p:sp>
      <p:sp>
        <p:nvSpPr>
          <p:cNvPr id="202" name="PlaceHolder 5"/>
          <p:cNvSpPr>
            <a:spLocks noGrp="1"/>
          </p:cNvSpPr>
          <p:nvPr>
            <p:ph type="body"/>
          </p:nvPr>
        </p:nvSpPr>
        <p:spPr>
          <a:xfrm>
            <a:off x="495000" y="1604520"/>
            <a:ext cx="89150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ja-JP" sz="2900" strike="noStrike" u="none">
                <a:solidFill>
                  <a:schemeClr val="dk1"/>
                </a:solidFill>
                <a:effectLst/>
                <a:uFillTx/>
                <a:latin typeface="ＭＳ Ｐゴシック"/>
              </a:rPr>
              <a:t>クリックしてアウトラインのテキストを編集</a:t>
            </a:r>
            <a:endParaRPr b="0" lang="en-US" sz="2900" strike="noStrike" u="none">
              <a:solidFill>
                <a:schemeClr val="dk1"/>
              </a:solidFill>
              <a:effectLst/>
              <a:uFillTx/>
              <a:latin typeface="ＭＳ Ｐゴシック"/>
            </a:endParaRPr>
          </a:p>
          <a:p>
            <a:pPr lvl="1" marL="864000" indent="-324000">
              <a:spcBef>
                <a:spcPts val="1134"/>
              </a:spcBef>
              <a:buClr>
                <a:srgbClr val="000000"/>
              </a:buClr>
              <a:buSzPct val="75000"/>
              <a:buFont typeface="Symbol" charset="2"/>
              <a:buChar char=""/>
            </a:pPr>
            <a:r>
              <a:rPr b="0" lang="ja-JP" sz="2300" strike="noStrike" u="none">
                <a:solidFill>
                  <a:schemeClr val="dk1"/>
                </a:solidFill>
                <a:effectLst/>
                <a:uFillTx/>
                <a:latin typeface="ＭＳ Ｐゴシック"/>
              </a:rPr>
              <a:t>第</a:t>
            </a:r>
            <a:r>
              <a:rPr b="0" lang="en-US" sz="2300" strike="noStrike" u="none">
                <a:solidFill>
                  <a:schemeClr val="dk1"/>
                </a:solidFill>
                <a:effectLst/>
                <a:uFillTx/>
                <a:latin typeface="ＭＳ Ｐゴシック"/>
              </a:rPr>
              <a:t>2</a:t>
            </a:r>
            <a:r>
              <a:rPr b="0" lang="ja-JP" sz="2300" strike="noStrike" u="none">
                <a:solidFill>
                  <a:schemeClr val="dk1"/>
                </a:solidFill>
                <a:effectLst/>
                <a:uFillTx/>
                <a:latin typeface="ＭＳ Ｐゴシック"/>
              </a:rPr>
              <a:t>レベル アウトライン</a:t>
            </a:r>
            <a:endParaRPr b="0" lang="en-US" sz="2300" strike="noStrike" u="none">
              <a:solidFill>
                <a:schemeClr val="dk1"/>
              </a:solidFill>
              <a:effectLst/>
              <a:uFillTx/>
              <a:latin typeface="ＭＳ Ｐゴシック"/>
            </a:endParaRPr>
          </a:p>
          <a:p>
            <a:pPr lvl="2" marL="1296000" indent="-288000">
              <a:spcBef>
                <a:spcPts val="850"/>
              </a:spcBef>
              <a:buClr>
                <a:srgbClr val="000000"/>
              </a:buClr>
              <a:buSzPct val="45000"/>
              <a:buFont typeface="Wingdings" charset="2"/>
              <a:buChar char=""/>
            </a:pPr>
            <a:r>
              <a:rPr b="0" lang="ja-JP" sz="2000" strike="noStrike" u="none">
                <a:solidFill>
                  <a:schemeClr val="dk1"/>
                </a:solidFill>
                <a:effectLst/>
                <a:uFillTx/>
                <a:latin typeface="ＭＳ Ｐゴシック"/>
              </a:rPr>
              <a:t>第</a:t>
            </a:r>
            <a:r>
              <a:rPr b="0" lang="en-US" sz="2000" strike="noStrike" u="none">
                <a:solidFill>
                  <a:schemeClr val="dk1"/>
                </a:solidFill>
                <a:effectLst/>
                <a:uFillTx/>
                <a:latin typeface="ＭＳ Ｐゴシック"/>
              </a:rPr>
              <a:t>3</a:t>
            </a:r>
            <a:r>
              <a:rPr b="0" lang="ja-JP" sz="2000" strike="noStrike" u="none">
                <a:solidFill>
                  <a:schemeClr val="dk1"/>
                </a:solidFill>
                <a:effectLst/>
                <a:uFillTx/>
                <a:latin typeface="ＭＳ Ｐゴシック"/>
              </a:rPr>
              <a:t>レベル アウトライン</a:t>
            </a:r>
            <a:endParaRPr b="0" lang="en-US" sz="2000" strike="noStrike" u="none">
              <a:solidFill>
                <a:schemeClr val="dk1"/>
              </a:solidFill>
              <a:effectLst/>
              <a:uFillTx/>
              <a:latin typeface="ＭＳ Ｐゴシック"/>
            </a:endParaRPr>
          </a:p>
          <a:p>
            <a:pPr lvl="3" marL="1728000" indent="-216000">
              <a:spcBef>
                <a:spcPts val="567"/>
              </a:spcBef>
              <a:buClr>
                <a:srgbClr val="000000"/>
              </a:buClr>
              <a:buSzPct val="75000"/>
              <a:buFont typeface="Symbol" charset="2"/>
              <a:buChar char=""/>
            </a:pPr>
            <a:r>
              <a:rPr b="0" lang="ja-JP" sz="2000" strike="noStrike" u="none">
                <a:solidFill>
                  <a:schemeClr val="dk1"/>
                </a:solidFill>
                <a:effectLst/>
                <a:uFillTx/>
                <a:latin typeface="ＭＳ Ｐゴシック"/>
              </a:rPr>
              <a:t>第</a:t>
            </a:r>
            <a:r>
              <a:rPr b="0" lang="en-US" sz="2000" strike="noStrike" u="none">
                <a:solidFill>
                  <a:schemeClr val="dk1"/>
                </a:solidFill>
                <a:effectLst/>
                <a:uFillTx/>
                <a:latin typeface="ＭＳ Ｐゴシック"/>
              </a:rPr>
              <a:t>4</a:t>
            </a:r>
            <a:r>
              <a:rPr b="0" lang="ja-JP" sz="2000" strike="noStrike" u="none">
                <a:solidFill>
                  <a:schemeClr val="dk1"/>
                </a:solidFill>
                <a:effectLst/>
                <a:uFillTx/>
                <a:latin typeface="ＭＳ Ｐゴシック"/>
              </a:rPr>
              <a:t>レベル アウトライン</a:t>
            </a:r>
            <a:endParaRPr b="0" lang="en-US" sz="2000" strike="noStrike" u="none">
              <a:solidFill>
                <a:schemeClr val="dk1"/>
              </a:solidFill>
              <a:effectLst/>
              <a:uFillTx/>
              <a:latin typeface="ＭＳ Ｐゴシック"/>
            </a:endParaRPr>
          </a:p>
          <a:p>
            <a:pPr lvl="4" marL="2160000" indent="-216000">
              <a:spcBef>
                <a:spcPts val="283"/>
              </a:spcBef>
              <a:buClr>
                <a:srgbClr val="000000"/>
              </a:buClr>
              <a:buSzPct val="45000"/>
              <a:buFont typeface="Wingdings" charset="2"/>
              <a:buChar char=""/>
            </a:pPr>
            <a:r>
              <a:rPr b="0" lang="ja-JP" sz="2000" strike="noStrike" u="none">
                <a:solidFill>
                  <a:schemeClr val="dk1"/>
                </a:solidFill>
                <a:effectLst/>
                <a:uFillTx/>
                <a:latin typeface="ＭＳ Ｐゴシック"/>
              </a:rPr>
              <a:t>第</a:t>
            </a:r>
            <a:r>
              <a:rPr b="0" lang="en-US" sz="2000" strike="noStrike" u="none">
                <a:solidFill>
                  <a:schemeClr val="dk1"/>
                </a:solidFill>
                <a:effectLst/>
                <a:uFillTx/>
                <a:latin typeface="ＭＳ Ｐゴシック"/>
              </a:rPr>
              <a:t>5</a:t>
            </a:r>
            <a:r>
              <a:rPr b="0" lang="ja-JP" sz="2000" strike="noStrike" u="none">
                <a:solidFill>
                  <a:schemeClr val="dk1"/>
                </a:solidFill>
                <a:effectLst/>
                <a:uFillTx/>
                <a:latin typeface="ＭＳ Ｐゴシック"/>
              </a:rPr>
              <a:t>レベル アウトライン</a:t>
            </a:r>
            <a:endParaRPr b="0" lang="en-US" sz="2000" strike="noStrike" u="none">
              <a:solidFill>
                <a:schemeClr val="dk1"/>
              </a:solidFill>
              <a:effectLst/>
              <a:uFillTx/>
              <a:latin typeface="ＭＳ Ｐゴシック"/>
            </a:endParaRPr>
          </a:p>
          <a:p>
            <a:pPr lvl="5" marL="2592000" indent="-216000">
              <a:spcBef>
                <a:spcPts val="283"/>
              </a:spcBef>
              <a:buClr>
                <a:srgbClr val="000000"/>
              </a:buClr>
              <a:buSzPct val="45000"/>
              <a:buFont typeface="Wingdings" charset="2"/>
              <a:buChar char=""/>
            </a:pPr>
            <a:r>
              <a:rPr b="0" lang="ja-JP" sz="2000" strike="noStrike" u="none">
                <a:solidFill>
                  <a:schemeClr val="dk1"/>
                </a:solidFill>
                <a:effectLst/>
                <a:uFillTx/>
                <a:latin typeface="ＭＳ Ｐゴシック"/>
              </a:rPr>
              <a:t>第</a:t>
            </a:r>
            <a:r>
              <a:rPr b="0" lang="en-US" sz="2000" strike="noStrike" u="none">
                <a:solidFill>
                  <a:schemeClr val="dk1"/>
                </a:solidFill>
                <a:effectLst/>
                <a:uFillTx/>
                <a:latin typeface="ＭＳ Ｐゴシック"/>
              </a:rPr>
              <a:t>6</a:t>
            </a:r>
            <a:r>
              <a:rPr b="0" lang="ja-JP" sz="2000" strike="noStrike" u="none">
                <a:solidFill>
                  <a:schemeClr val="dk1"/>
                </a:solidFill>
                <a:effectLst/>
                <a:uFillTx/>
                <a:latin typeface="ＭＳ Ｐゴシック"/>
              </a:rPr>
              <a:t>レベル アウトライン</a:t>
            </a:r>
            <a:endParaRPr b="0" lang="en-US" sz="2000" strike="noStrike" u="none">
              <a:solidFill>
                <a:schemeClr val="dk1"/>
              </a:solidFill>
              <a:effectLst/>
              <a:uFillTx/>
              <a:latin typeface="ＭＳ Ｐゴシック"/>
            </a:endParaRPr>
          </a:p>
          <a:p>
            <a:pPr lvl="6" marL="3024000" indent="-216000">
              <a:spcBef>
                <a:spcPts val="283"/>
              </a:spcBef>
              <a:buClr>
                <a:srgbClr val="000000"/>
              </a:buClr>
              <a:buSzPct val="45000"/>
              <a:buFont typeface="Wingdings" charset="2"/>
              <a:buChar char=""/>
            </a:pPr>
            <a:r>
              <a:rPr b="0" lang="ja-JP" sz="2000" strike="noStrike" u="none">
                <a:solidFill>
                  <a:schemeClr val="dk1"/>
                </a:solidFill>
                <a:effectLst/>
                <a:uFillTx/>
                <a:latin typeface="ＭＳ Ｐゴシック"/>
              </a:rPr>
              <a:t>第</a:t>
            </a:r>
            <a:r>
              <a:rPr b="0" lang="en-US" sz="2000" strike="noStrike" u="none">
                <a:solidFill>
                  <a:schemeClr val="dk1"/>
                </a:solidFill>
                <a:effectLst/>
                <a:uFillTx/>
                <a:latin typeface="ＭＳ Ｐゴシック"/>
              </a:rPr>
              <a:t>7</a:t>
            </a:r>
            <a:r>
              <a:rPr b="0" lang="ja-JP" sz="2000" strike="noStrike" u="none">
                <a:solidFill>
                  <a:schemeClr val="dk1"/>
                </a:solidFill>
                <a:effectLst/>
                <a:uFillTx/>
                <a:latin typeface="ＭＳ Ｐゴシック"/>
              </a:rPr>
              <a:t>レベル アウトライン</a:t>
            </a:r>
            <a:endParaRPr b="0" lang="en-US" sz="2000" strike="noStrike" u="none">
              <a:solidFill>
                <a:schemeClr val="dk1"/>
              </a:solidFill>
              <a:effectLst/>
              <a:uFillTx/>
              <a:latin typeface="ＭＳ Ｐゴシック"/>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bl" preserve="1">
  <p:cSld name="標準 10">
    <p:bg>
      <p:bgPr>
        <a:blipFill rotWithShape="0">
          <a:blip r:embed="rId2"/>
          <a:tile tx="0" ty="0" sx="100000" sy="100000" algn="tl"/>
        </a:blipFill>
      </p:bgPr>
    </p:bg>
    <p:spTree>
      <p:nvGrpSpPr>
        <p:cNvPr id="1" name=""/>
        <p:cNvGrpSpPr/>
        <p:nvPr/>
      </p:nvGrpSpPr>
      <p:grpSpPr>
        <a:xfrm>
          <a:off x="0" y="0"/>
          <a:ext cx="0" cy="0"/>
          <a:chOff x="0" y="0"/>
          <a:chExt cx="0" cy="0"/>
        </a:xfrm>
      </p:grpSpPr>
      <p:sp>
        <p:nvSpPr>
          <p:cNvPr id="203" name="Rectangle 6"/>
          <p:cNvSpPr/>
          <p:nvPr/>
        </p:nvSpPr>
        <p:spPr>
          <a:xfrm>
            <a:off x="0" y="1235160"/>
            <a:ext cx="9905760" cy="31860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204" name="Rectangle 7"/>
          <p:cNvSpPr/>
          <p:nvPr/>
        </p:nvSpPr>
        <p:spPr>
          <a:xfrm>
            <a:off x="0" y="1279440"/>
            <a:ext cx="577440" cy="2282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205" name="Rectangle 8"/>
          <p:cNvSpPr/>
          <p:nvPr/>
        </p:nvSpPr>
        <p:spPr>
          <a:xfrm>
            <a:off x="639720" y="1279440"/>
            <a:ext cx="9266040" cy="22824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206" name="PlaceHolder 1"/>
          <p:cNvSpPr>
            <a:spLocks noGrp="1"/>
          </p:cNvSpPr>
          <p:nvPr>
            <p:ph type="title"/>
          </p:nvPr>
        </p:nvSpPr>
        <p:spPr>
          <a:xfrm>
            <a:off x="495360" y="274680"/>
            <a:ext cx="8915040" cy="1142640"/>
          </a:xfrm>
          <a:prstGeom prst="rect">
            <a:avLst/>
          </a:prstGeom>
          <a:noFill/>
          <a:ln w="9360">
            <a:noFill/>
          </a:ln>
        </p:spPr>
        <p:txBody>
          <a:bodyPr numCol="1" spcCol="0" lIns="91440" rIns="91440" tIns="45720" bIns="45720" anchor="ctr">
            <a:noAutofit/>
          </a:bodyPr>
          <a:p>
            <a:pPr indent="0">
              <a:lnSpc>
                <a:spcPct val="100000"/>
              </a:lnSpc>
              <a:buNone/>
            </a:pPr>
            <a:r>
              <a:rPr b="0" lang="ja-JP" sz="3600" strike="noStrike" u="none">
                <a:solidFill>
                  <a:schemeClr val="dk1"/>
                </a:solidFill>
                <a:effectLst/>
                <a:uFillTx/>
                <a:latin typeface="ＭＳ Ｐゴシック"/>
                <a:ea typeface="ＭＳ Ｐゴシック"/>
              </a:rPr>
              <a:t>マスタ タイトルの書式設定</a:t>
            </a:r>
            <a:endParaRPr b="0" lang="en-US" sz="3600" strike="noStrike" u="none">
              <a:solidFill>
                <a:schemeClr val="dk1"/>
              </a:solidFill>
              <a:effectLst/>
              <a:uFillTx/>
              <a:latin typeface="Tw Cen MT"/>
            </a:endParaRPr>
          </a:p>
        </p:txBody>
      </p:sp>
      <p:sp>
        <p:nvSpPr>
          <p:cNvPr id="207" name="PlaceHolder 2"/>
          <p:cNvSpPr>
            <a:spLocks noGrp="1"/>
          </p:cNvSpPr>
          <p:nvPr>
            <p:ph type="body"/>
          </p:nvPr>
        </p:nvSpPr>
        <p:spPr>
          <a:xfrm>
            <a:off x="495360" y="1600200"/>
            <a:ext cx="8915040" cy="452556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ja-JP" sz="1800" strike="noStrike" u="none">
                <a:solidFill>
                  <a:schemeClr val="dk1"/>
                </a:solidFill>
                <a:effectLst/>
                <a:uFillTx/>
                <a:latin typeface="ＭＳ Ｐゴシック"/>
              </a:rPr>
              <a:t>クリックしてアウトラインのテキストを編集</a:t>
            </a:r>
            <a:endParaRPr b="0" lang="en-US" sz="1800" strike="noStrike" u="none">
              <a:solidFill>
                <a:schemeClr val="dk1"/>
              </a:solidFill>
              <a:effectLst/>
              <a:uFillTx/>
              <a:latin typeface="ＭＳ Ｐゴシック"/>
            </a:endParaRPr>
          </a:p>
          <a:p>
            <a:pPr lvl="1" marL="864000" indent="-324000">
              <a:spcBef>
                <a:spcPts val="1134"/>
              </a:spcBef>
              <a:buClr>
                <a:srgbClr val="000000"/>
              </a:buClr>
              <a:buSzPct val="75000"/>
              <a:buFont typeface="Symbol" charset="2"/>
              <a:buChar char=""/>
            </a:pPr>
            <a:r>
              <a:rPr b="0" lang="ja-JP" sz="1800" strike="noStrike" u="none">
                <a:solidFill>
                  <a:schemeClr val="dk1"/>
                </a:solidFill>
                <a:effectLst/>
                <a:uFillTx/>
                <a:latin typeface="ＭＳ Ｐゴシック"/>
              </a:rPr>
              <a:t>第</a:t>
            </a:r>
            <a:r>
              <a:rPr b="0" lang="en-US" sz="1800" strike="noStrike" u="none">
                <a:solidFill>
                  <a:schemeClr val="dk1"/>
                </a:solidFill>
                <a:effectLst/>
                <a:uFillTx/>
                <a:latin typeface="ＭＳ Ｐゴシック"/>
              </a:rPr>
              <a:t>2</a:t>
            </a:r>
            <a:r>
              <a:rPr b="0" lang="ja-JP" sz="1800" strike="noStrike" u="none">
                <a:solidFill>
                  <a:schemeClr val="dk1"/>
                </a:solidFill>
                <a:effectLst/>
                <a:uFillTx/>
                <a:latin typeface="ＭＳ Ｐゴシック"/>
              </a:rPr>
              <a:t>レベル アウトライン</a:t>
            </a:r>
            <a:endParaRPr b="0" lang="en-US" sz="1800" strike="noStrike" u="none">
              <a:solidFill>
                <a:schemeClr val="dk1"/>
              </a:solidFill>
              <a:effectLst/>
              <a:uFillTx/>
              <a:latin typeface="ＭＳ Ｐゴシック"/>
            </a:endParaRPr>
          </a:p>
          <a:p>
            <a:pPr lvl="2" marL="1296000" indent="-288000">
              <a:spcBef>
                <a:spcPts val="850"/>
              </a:spcBef>
              <a:buClr>
                <a:srgbClr val="000000"/>
              </a:buClr>
              <a:buSzPct val="45000"/>
              <a:buFont typeface="Wingdings" charset="2"/>
              <a:buChar char=""/>
            </a:pPr>
            <a:r>
              <a:rPr b="0" lang="ja-JP" sz="1800" strike="noStrike" u="none">
                <a:solidFill>
                  <a:schemeClr val="dk1"/>
                </a:solidFill>
                <a:effectLst/>
                <a:uFillTx/>
                <a:latin typeface="ＭＳ Ｐゴシック"/>
              </a:rPr>
              <a:t>第</a:t>
            </a:r>
            <a:r>
              <a:rPr b="0" lang="en-US" sz="1800" strike="noStrike" u="none">
                <a:solidFill>
                  <a:schemeClr val="dk1"/>
                </a:solidFill>
                <a:effectLst/>
                <a:uFillTx/>
                <a:latin typeface="ＭＳ Ｐゴシック"/>
              </a:rPr>
              <a:t>3</a:t>
            </a:r>
            <a:r>
              <a:rPr b="0" lang="ja-JP" sz="1800" strike="noStrike" u="none">
                <a:solidFill>
                  <a:schemeClr val="dk1"/>
                </a:solidFill>
                <a:effectLst/>
                <a:uFillTx/>
                <a:latin typeface="ＭＳ Ｐゴシック"/>
              </a:rPr>
              <a:t>レベル アウトライン</a:t>
            </a:r>
            <a:endParaRPr b="0" lang="en-US" sz="1800" strike="noStrike" u="none">
              <a:solidFill>
                <a:schemeClr val="dk1"/>
              </a:solidFill>
              <a:effectLst/>
              <a:uFillTx/>
              <a:latin typeface="ＭＳ Ｐゴシック"/>
            </a:endParaRPr>
          </a:p>
          <a:p>
            <a:pPr lvl="3" marL="1728000" indent="-216000">
              <a:spcBef>
                <a:spcPts val="567"/>
              </a:spcBef>
              <a:buClr>
                <a:srgbClr val="000000"/>
              </a:buClr>
              <a:buSzPct val="75000"/>
              <a:buFont typeface="Symbol" charset="2"/>
              <a:buChar char=""/>
            </a:pPr>
            <a:r>
              <a:rPr b="0" lang="ja-JP" sz="1800" strike="noStrike" u="none">
                <a:solidFill>
                  <a:schemeClr val="dk1"/>
                </a:solidFill>
                <a:effectLst/>
                <a:uFillTx/>
                <a:latin typeface="ＭＳ Ｐゴシック"/>
              </a:rPr>
              <a:t>第</a:t>
            </a:r>
            <a:r>
              <a:rPr b="0" lang="en-US" sz="1800" strike="noStrike" u="none">
                <a:solidFill>
                  <a:schemeClr val="dk1"/>
                </a:solidFill>
                <a:effectLst/>
                <a:uFillTx/>
                <a:latin typeface="ＭＳ Ｐゴシック"/>
              </a:rPr>
              <a:t>4</a:t>
            </a:r>
            <a:r>
              <a:rPr b="0" lang="ja-JP" sz="1800" strike="noStrike" u="none">
                <a:solidFill>
                  <a:schemeClr val="dk1"/>
                </a:solidFill>
                <a:effectLst/>
                <a:uFillTx/>
                <a:latin typeface="ＭＳ Ｐゴシック"/>
              </a:rPr>
              <a:t>レベル アウトライン</a:t>
            </a:r>
            <a:endParaRPr b="0" lang="en-US" sz="1800" strike="noStrike" u="none">
              <a:solidFill>
                <a:schemeClr val="dk1"/>
              </a:solidFill>
              <a:effectLst/>
              <a:uFillTx/>
              <a:latin typeface="ＭＳ Ｐゴシック"/>
            </a:endParaRPr>
          </a:p>
          <a:p>
            <a:pPr lvl="4" marL="2160000" indent="-216000">
              <a:spcBef>
                <a:spcPts val="283"/>
              </a:spcBef>
              <a:buClr>
                <a:srgbClr val="000000"/>
              </a:buClr>
              <a:buSzPct val="45000"/>
              <a:buFont typeface="Wingdings" charset="2"/>
              <a:buChar char=""/>
            </a:pPr>
            <a:r>
              <a:rPr b="0" lang="ja-JP" sz="1800" strike="noStrike" u="none">
                <a:solidFill>
                  <a:schemeClr val="dk1"/>
                </a:solidFill>
                <a:effectLst/>
                <a:uFillTx/>
                <a:latin typeface="ＭＳ Ｐゴシック"/>
              </a:rPr>
              <a:t>第</a:t>
            </a:r>
            <a:r>
              <a:rPr b="0" lang="en-US" sz="1800" strike="noStrike" u="none">
                <a:solidFill>
                  <a:schemeClr val="dk1"/>
                </a:solidFill>
                <a:effectLst/>
                <a:uFillTx/>
                <a:latin typeface="ＭＳ Ｐゴシック"/>
              </a:rPr>
              <a:t>5</a:t>
            </a:r>
            <a:r>
              <a:rPr b="0" lang="ja-JP" sz="1800" strike="noStrike" u="none">
                <a:solidFill>
                  <a:schemeClr val="dk1"/>
                </a:solidFill>
                <a:effectLst/>
                <a:uFillTx/>
                <a:latin typeface="ＭＳ Ｐゴシック"/>
              </a:rPr>
              <a:t>レベル アウトライン</a:t>
            </a:r>
            <a:endParaRPr b="0" lang="en-US" sz="1800" strike="noStrike" u="none">
              <a:solidFill>
                <a:schemeClr val="dk1"/>
              </a:solidFill>
              <a:effectLst/>
              <a:uFillTx/>
              <a:latin typeface="ＭＳ Ｐゴシック"/>
            </a:endParaRPr>
          </a:p>
          <a:p>
            <a:pPr lvl="5" marL="2592000" indent="-216000">
              <a:spcBef>
                <a:spcPts val="283"/>
              </a:spcBef>
              <a:buClr>
                <a:srgbClr val="000000"/>
              </a:buClr>
              <a:buSzPct val="45000"/>
              <a:buFont typeface="Wingdings" charset="2"/>
              <a:buChar char=""/>
            </a:pPr>
            <a:r>
              <a:rPr b="0" lang="ja-JP" sz="1800" strike="noStrike" u="none">
                <a:solidFill>
                  <a:schemeClr val="dk1"/>
                </a:solidFill>
                <a:effectLst/>
                <a:uFillTx/>
                <a:latin typeface="ＭＳ Ｐゴシック"/>
              </a:rPr>
              <a:t>第</a:t>
            </a:r>
            <a:r>
              <a:rPr b="0" lang="en-US" sz="1800" strike="noStrike" u="none">
                <a:solidFill>
                  <a:schemeClr val="dk1"/>
                </a:solidFill>
                <a:effectLst/>
                <a:uFillTx/>
                <a:latin typeface="ＭＳ Ｐゴシック"/>
              </a:rPr>
              <a:t>6</a:t>
            </a:r>
            <a:r>
              <a:rPr b="0" lang="ja-JP" sz="1800" strike="noStrike" u="none">
                <a:solidFill>
                  <a:schemeClr val="dk1"/>
                </a:solidFill>
                <a:effectLst/>
                <a:uFillTx/>
                <a:latin typeface="ＭＳ Ｐゴシック"/>
              </a:rPr>
              <a:t>レベル アウトライン</a:t>
            </a:r>
            <a:endParaRPr b="0" lang="en-US" sz="1800" strike="noStrike" u="none">
              <a:solidFill>
                <a:schemeClr val="dk1"/>
              </a:solidFill>
              <a:effectLst/>
              <a:uFillTx/>
              <a:latin typeface="ＭＳ Ｐゴシック"/>
            </a:endParaRPr>
          </a:p>
          <a:p>
            <a:pPr lvl="6" marL="3024000" indent="-216000">
              <a:spcBef>
                <a:spcPts val="283"/>
              </a:spcBef>
              <a:buClr>
                <a:srgbClr val="000000"/>
              </a:buClr>
              <a:buSzPct val="45000"/>
              <a:buFont typeface="Wingdings" charset="2"/>
              <a:buChar char=""/>
            </a:pPr>
            <a:r>
              <a:rPr b="0" lang="ja-JP" sz="1800" strike="noStrike" u="none">
                <a:solidFill>
                  <a:schemeClr val="dk1"/>
                </a:solidFill>
                <a:effectLst/>
                <a:uFillTx/>
                <a:latin typeface="ＭＳ Ｐゴシック"/>
              </a:rPr>
              <a:t>第</a:t>
            </a:r>
            <a:r>
              <a:rPr b="0" lang="en-US" sz="1800" strike="noStrike" u="none">
                <a:solidFill>
                  <a:schemeClr val="dk1"/>
                </a:solidFill>
                <a:effectLst/>
                <a:uFillTx/>
                <a:latin typeface="ＭＳ Ｐゴシック"/>
              </a:rPr>
              <a:t>7</a:t>
            </a:r>
            <a:r>
              <a:rPr b="0" lang="ja-JP" sz="1800" strike="noStrike" u="none">
                <a:solidFill>
                  <a:schemeClr val="dk1"/>
                </a:solidFill>
                <a:effectLst/>
                <a:uFillTx/>
                <a:latin typeface="ＭＳ Ｐゴシック"/>
              </a:rPr>
              <a:t>レベル アウトライン</a:t>
            </a:r>
            <a:endParaRPr b="0" lang="en-US" sz="1800" strike="noStrike" u="none">
              <a:solidFill>
                <a:schemeClr val="dk1"/>
              </a:solidFill>
              <a:effectLst/>
              <a:uFillTx/>
              <a:latin typeface="ＭＳ Ｐゴシック"/>
            </a:endParaRPr>
          </a:p>
        </p:txBody>
      </p:sp>
      <p:sp>
        <p:nvSpPr>
          <p:cNvPr id="208" name="PlaceHolder 3"/>
          <p:cNvSpPr>
            <a:spLocks noGrp="1"/>
          </p:cNvSpPr>
          <p:nvPr>
            <p:ph type="dt" idx="71"/>
          </p:nvPr>
        </p:nvSpPr>
        <p:spPr>
          <a:xfrm>
            <a:off x="495360" y="6245280"/>
            <a:ext cx="2311200" cy="475920"/>
          </a:xfrm>
          <a:prstGeom prst="rect">
            <a:avLst/>
          </a:prstGeom>
          <a:noFill/>
          <a:ln w="0">
            <a:noFill/>
          </a:ln>
        </p:spPr>
        <p:txBody>
          <a:bodyPr lIns="90000" rIns="90000" tIns="45000" bIns="45000" anchor="ctr">
            <a:noAutofit/>
          </a:bodyPr>
          <a:lstStyle>
            <a:lvl1pPr indent="0">
              <a:lnSpc>
                <a:spcPct val="100000"/>
              </a:lnSpc>
              <a:buNone/>
              <a:defRPr b="0" lang="en-US" sz="1400" strike="noStrike" u="none">
                <a:solidFill>
                  <a:srgbClr val="000000"/>
                </a:solidFill>
                <a:effectLst/>
                <a:uFillTx/>
                <a:latin typeface="ＭＳ Ｐゴシック"/>
                <a:ea typeface="ＭＳ Ｐゴシック"/>
              </a:defRPr>
            </a:lvl1pPr>
          </a:lstStyle>
          <a:p>
            <a:pPr indent="0">
              <a:lnSpc>
                <a:spcPct val="100000"/>
              </a:lnSpc>
              <a:buNone/>
            </a:pPr>
            <a:r>
              <a:rPr b="0" lang="en-US" sz="1400" strike="noStrike" u="none">
                <a:solidFill>
                  <a:srgbClr val="000000"/>
                </a:solidFill>
                <a:effectLst/>
                <a:uFillTx/>
                <a:latin typeface="ＭＳ Ｐゴシック"/>
                <a:ea typeface="ＭＳ Ｐゴシック"/>
              </a:rPr>
              <a:t>&lt;日付/時刻&gt;</a:t>
            </a:r>
            <a:endParaRPr b="0" lang="en-US" sz="1400" strike="noStrike" u="none">
              <a:solidFill>
                <a:srgbClr val="000000"/>
              </a:solidFill>
              <a:effectLst/>
              <a:uFillTx/>
              <a:latin typeface="游明朝"/>
            </a:endParaRPr>
          </a:p>
        </p:txBody>
      </p:sp>
      <p:sp>
        <p:nvSpPr>
          <p:cNvPr id="209" name="PlaceHolder 4"/>
          <p:cNvSpPr>
            <a:spLocks noGrp="1"/>
          </p:cNvSpPr>
          <p:nvPr>
            <p:ph type="ftr" idx="72"/>
          </p:nvPr>
        </p:nvSpPr>
        <p:spPr>
          <a:xfrm>
            <a:off x="3384720" y="6245280"/>
            <a:ext cx="3136680" cy="475920"/>
          </a:xfrm>
          <a:prstGeom prst="rect">
            <a:avLst/>
          </a:prstGeom>
          <a:noFill/>
          <a:ln w="0">
            <a:noFill/>
          </a:ln>
        </p:spPr>
        <p:txBody>
          <a:bodyPr numCol="1" spcCol="0" lIns="91440" rIns="91440" tIns="45720" bIns="45720" anchor="ctr">
            <a:noAutofit/>
          </a:bodyPr>
          <a:lstStyle>
            <a:lvl1pPr indent="0" algn="ctr">
              <a:buNone/>
              <a:defRPr b="0" lang="en-US" sz="1400" strike="noStrike" u="none">
                <a:solidFill>
                  <a:srgbClr val="000000"/>
                </a:solidFill>
                <a:effectLst/>
                <a:uFillTx/>
                <a:latin typeface="游明朝"/>
              </a:defRPr>
            </a:lvl1pPr>
          </a:lstStyle>
          <a:p>
            <a:pPr indent="0" algn="ctr">
              <a:buNone/>
            </a:pPr>
            <a:r>
              <a:rPr b="0" lang="en-US" sz="1400" strike="noStrike" u="none">
                <a:solidFill>
                  <a:srgbClr val="000000"/>
                </a:solidFill>
                <a:effectLst/>
                <a:uFillTx/>
                <a:latin typeface="游明朝"/>
              </a:rPr>
              <a:t>&lt;フッター&gt;</a:t>
            </a:r>
            <a:endParaRPr b="0" lang="en-US" sz="1400" strike="noStrike" u="none">
              <a:solidFill>
                <a:srgbClr val="000000"/>
              </a:solidFill>
              <a:effectLst/>
              <a:uFillTx/>
              <a:latin typeface="游明朝"/>
            </a:endParaRPr>
          </a:p>
        </p:txBody>
      </p:sp>
      <p:sp>
        <p:nvSpPr>
          <p:cNvPr id="210" name="PlaceHolder 5"/>
          <p:cNvSpPr>
            <a:spLocks noGrp="1"/>
          </p:cNvSpPr>
          <p:nvPr>
            <p:ph type="sldNum" idx="73"/>
          </p:nvPr>
        </p:nvSpPr>
        <p:spPr>
          <a:xfrm>
            <a:off x="7099200" y="6245280"/>
            <a:ext cx="2311200" cy="475920"/>
          </a:xfrm>
          <a:prstGeom prst="rect">
            <a:avLst/>
          </a:prstGeom>
          <a:noFill/>
          <a:ln w="0">
            <a:noFill/>
          </a:ln>
        </p:spPr>
        <p:txBody>
          <a:bodyPr lIns="90000" rIns="90000" tIns="45000" bIns="45000" anchor="ctr">
            <a:noAutofit/>
          </a:bodyPr>
          <a:lstStyle>
            <a:lvl1pPr indent="0" algn="ctr">
              <a:lnSpc>
                <a:spcPct val="100000"/>
              </a:lnSpc>
              <a:buNone/>
              <a:defRPr b="1" lang="en-US" sz="1200" strike="noStrike" u="none">
                <a:solidFill>
                  <a:srgbClr val="000000"/>
                </a:solidFill>
                <a:effectLst/>
                <a:uFillTx/>
                <a:latin typeface="ＭＳ Ｐゴシック"/>
                <a:ea typeface="ＭＳ Ｐゴシック"/>
              </a:defRPr>
            </a:lvl1pPr>
          </a:lstStyle>
          <a:p>
            <a:pPr indent="0" algn="ctr">
              <a:lnSpc>
                <a:spcPct val="100000"/>
              </a:lnSpc>
              <a:buNone/>
            </a:pPr>
            <a:fld id="{B2E3EE16-CAAF-43EF-987D-67CA4F48668D}" type="slidenum">
              <a:rPr b="1" lang="en-US" sz="1200" strike="noStrike" u="none">
                <a:solidFill>
                  <a:srgbClr val="000000"/>
                </a:solidFill>
                <a:effectLst/>
                <a:uFillTx/>
                <a:latin typeface="ＭＳ Ｐゴシック"/>
                <a:ea typeface="ＭＳ Ｐゴシック"/>
              </a:rPr>
              <a:t>&lt;番号&gt;</a:t>
            </a:fld>
            <a:endParaRPr b="0" lang="en-US" sz="1200" strike="noStrike" u="none">
              <a:solidFill>
                <a:srgbClr val="000000"/>
              </a:solidFill>
              <a:effectLst/>
              <a:uFillTx/>
              <a:latin typeface="游明朝"/>
            </a:endParaRP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標準 11">
    <p:bg>
      <p:bgPr>
        <a:blipFill rotWithShape="0">
          <a:blip r:embed="rId2"/>
          <a:tile tx="0" ty="0" sx="100000" sy="100000" algn="tl"/>
        </a:blipFill>
      </p:bgPr>
    </p:bg>
    <p:spTree>
      <p:nvGrpSpPr>
        <p:cNvPr id="1" name=""/>
        <p:cNvGrpSpPr/>
        <p:nvPr/>
      </p:nvGrpSpPr>
      <p:grpSpPr>
        <a:xfrm>
          <a:off x="0" y="0"/>
          <a:ext cx="0" cy="0"/>
          <a:chOff x="0" y="0"/>
          <a:chExt cx="0" cy="0"/>
        </a:xfrm>
      </p:grpSpPr>
      <p:sp>
        <p:nvSpPr>
          <p:cNvPr id="211" name="Rectangle 6"/>
          <p:cNvSpPr/>
          <p:nvPr/>
        </p:nvSpPr>
        <p:spPr>
          <a:xfrm>
            <a:off x="0" y="1235160"/>
            <a:ext cx="9905760" cy="31860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212" name="Rectangle 7"/>
          <p:cNvSpPr/>
          <p:nvPr/>
        </p:nvSpPr>
        <p:spPr>
          <a:xfrm>
            <a:off x="0" y="1279440"/>
            <a:ext cx="577440" cy="2282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213" name="Rectangle 8"/>
          <p:cNvSpPr/>
          <p:nvPr/>
        </p:nvSpPr>
        <p:spPr>
          <a:xfrm>
            <a:off x="639720" y="1279440"/>
            <a:ext cx="9266040" cy="22824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214" name="PlaceHolder 1"/>
          <p:cNvSpPr>
            <a:spLocks noGrp="1"/>
          </p:cNvSpPr>
          <p:nvPr>
            <p:ph type="title"/>
          </p:nvPr>
        </p:nvSpPr>
        <p:spPr>
          <a:xfrm>
            <a:off x="663840" y="228600"/>
            <a:ext cx="8832600" cy="990360"/>
          </a:xfrm>
          <a:prstGeom prst="rect">
            <a:avLst/>
          </a:prstGeom>
          <a:noFill/>
          <a:ln w="9360">
            <a:noFill/>
          </a:ln>
        </p:spPr>
        <p:txBody>
          <a:bodyPr numCol="1" spcCol="0" lIns="91440" rIns="91440" tIns="45720" bIns="45720" anchor="ctr">
            <a:noAutofit/>
          </a:bodyPr>
          <a:p>
            <a:pPr indent="0">
              <a:lnSpc>
                <a:spcPct val="100000"/>
              </a:lnSpc>
              <a:buNone/>
            </a:pPr>
            <a:r>
              <a:rPr b="0" lang="ja-JP" sz="3600" strike="noStrike" u="none">
                <a:solidFill>
                  <a:schemeClr val="dk1"/>
                </a:solidFill>
                <a:effectLst/>
                <a:uFillTx/>
                <a:latin typeface="ＭＳ Ｐゴシック"/>
                <a:ea typeface="ＭＳ Ｐゴシック"/>
              </a:rPr>
              <a:t>マスター タイトルの書式設定</a:t>
            </a:r>
            <a:endParaRPr b="0" lang="en-US" sz="3600" strike="noStrike" u="none">
              <a:solidFill>
                <a:schemeClr val="dk1"/>
              </a:solidFill>
              <a:effectLst/>
              <a:uFillTx/>
              <a:latin typeface="Tw Cen MT"/>
            </a:endParaRPr>
          </a:p>
        </p:txBody>
      </p:sp>
      <p:sp>
        <p:nvSpPr>
          <p:cNvPr id="215" name="PlaceHolder 2"/>
          <p:cNvSpPr>
            <a:spLocks noGrp="1"/>
          </p:cNvSpPr>
          <p:nvPr>
            <p:ph type="body"/>
          </p:nvPr>
        </p:nvSpPr>
        <p:spPr>
          <a:xfrm>
            <a:off x="663840" y="1600200"/>
            <a:ext cx="8832600" cy="4495320"/>
          </a:xfrm>
          <a:prstGeom prst="rect">
            <a:avLst/>
          </a:prstGeom>
          <a:noFill/>
          <a:ln w="9360">
            <a:noFill/>
          </a:ln>
        </p:spPr>
        <p:txBody>
          <a:bodyPr numCol="1" spcCol="0" lIns="91440" rIns="91440" tIns="45720" bIns="45720" anchor="t">
            <a:noAutofit/>
          </a:bodyPr>
          <a:p>
            <a:pPr marL="318960" indent="-318960">
              <a:lnSpc>
                <a:spcPct val="100000"/>
              </a:lnSpc>
              <a:spcBef>
                <a:spcPts val="700"/>
              </a:spcBef>
              <a:buClr>
                <a:srgbClr val="feb80a"/>
              </a:buClr>
              <a:buSzPct val="60000"/>
              <a:buFont typeface="Wingdings" charset="2"/>
              <a:buChar char=""/>
            </a:pPr>
            <a:r>
              <a:rPr b="0" lang="ja-JP" sz="2900" strike="noStrike" u="none">
                <a:solidFill>
                  <a:schemeClr val="dk1"/>
                </a:solidFill>
                <a:effectLst/>
                <a:uFillTx/>
                <a:latin typeface="ＭＳ Ｐゴシック"/>
                <a:ea typeface="ＭＳ Ｐゴシック"/>
              </a:rPr>
              <a:t>マスター テキストの書式設定</a:t>
            </a:r>
            <a:endParaRPr b="0" lang="en-US" sz="2900" strike="noStrike" u="none">
              <a:solidFill>
                <a:schemeClr val="dk1"/>
              </a:solidFill>
              <a:effectLst/>
              <a:uFillTx/>
              <a:latin typeface="ＭＳ Ｐゴシック"/>
            </a:endParaRPr>
          </a:p>
          <a:p>
            <a:pPr lvl="1" marL="639720" indent="-272880">
              <a:lnSpc>
                <a:spcPct val="100000"/>
              </a:lnSpc>
              <a:spcBef>
                <a:spcPts val="550"/>
              </a:spcBef>
              <a:buClr>
                <a:srgbClr val="3891a7"/>
              </a:buClr>
              <a:buSzPct val="70000"/>
              <a:buFont typeface="Wingdings 2" charset="2"/>
              <a:buChar char=""/>
            </a:pPr>
            <a:r>
              <a:rPr b="0" lang="ja-JP" sz="2600" strike="noStrike" u="none">
                <a:solidFill>
                  <a:schemeClr val="dk1"/>
                </a:solidFill>
                <a:effectLst/>
                <a:uFillTx/>
                <a:latin typeface="ＭＳ Ｐゴシック"/>
                <a:ea typeface="ＭＳ Ｐゴシック"/>
              </a:rPr>
              <a:t>第 </a:t>
            </a:r>
            <a:r>
              <a:rPr b="0" lang="en-US" sz="2600" strike="noStrike" u="none">
                <a:solidFill>
                  <a:schemeClr val="dk1"/>
                </a:solidFill>
                <a:effectLst/>
                <a:uFillTx/>
                <a:latin typeface="ＭＳ Ｐゴシック"/>
                <a:ea typeface="ＭＳ Ｐゴシック"/>
              </a:rPr>
              <a:t>2 </a:t>
            </a:r>
            <a:r>
              <a:rPr b="0" lang="ja-JP" sz="2600" strike="noStrike" u="none">
                <a:solidFill>
                  <a:schemeClr val="dk1"/>
                </a:solidFill>
                <a:effectLst/>
                <a:uFillTx/>
                <a:latin typeface="ＭＳ Ｐゴシック"/>
                <a:ea typeface="ＭＳ Ｐゴシック"/>
              </a:rPr>
              <a:t>レベル</a:t>
            </a:r>
            <a:endParaRPr b="0" lang="en-US" sz="2600" strike="noStrike" u="none">
              <a:solidFill>
                <a:schemeClr val="dk1"/>
              </a:solidFill>
              <a:effectLst/>
              <a:uFillTx/>
              <a:latin typeface="ＭＳ Ｐゴシック"/>
            </a:endParaRPr>
          </a:p>
          <a:p>
            <a:pPr lvl="2" marL="914400" indent="-228600">
              <a:lnSpc>
                <a:spcPct val="100000"/>
              </a:lnSpc>
              <a:spcBef>
                <a:spcPts val="499"/>
              </a:spcBef>
              <a:buClr>
                <a:srgbClr val="feb80a"/>
              </a:buClr>
              <a:buSzPct val="75000"/>
              <a:buFont typeface="Wingdings" charset="2"/>
              <a:buChar char=""/>
            </a:pPr>
            <a:r>
              <a:rPr b="0" lang="ja-JP" sz="2300" strike="noStrike" u="none">
                <a:solidFill>
                  <a:schemeClr val="dk1"/>
                </a:solidFill>
                <a:effectLst/>
                <a:uFillTx/>
                <a:latin typeface="ＭＳ Ｐゴシック"/>
                <a:ea typeface="ＭＳ Ｐゴシック"/>
              </a:rPr>
              <a:t>第 </a:t>
            </a:r>
            <a:r>
              <a:rPr b="0" lang="en-US" sz="2300" strike="noStrike" u="none">
                <a:solidFill>
                  <a:schemeClr val="dk1"/>
                </a:solidFill>
                <a:effectLst/>
                <a:uFillTx/>
                <a:latin typeface="ＭＳ Ｐゴシック"/>
                <a:ea typeface="ＭＳ Ｐゴシック"/>
              </a:rPr>
              <a:t>3 </a:t>
            </a:r>
            <a:r>
              <a:rPr b="0" lang="ja-JP" sz="2300" strike="noStrike" u="none">
                <a:solidFill>
                  <a:schemeClr val="dk1"/>
                </a:solidFill>
                <a:effectLst/>
                <a:uFillTx/>
                <a:latin typeface="ＭＳ Ｐゴシック"/>
                <a:ea typeface="ＭＳ Ｐゴシック"/>
              </a:rPr>
              <a:t>レベル</a:t>
            </a:r>
            <a:endParaRPr b="0" lang="en-US" sz="2300" strike="noStrike" u="none">
              <a:solidFill>
                <a:schemeClr val="dk1"/>
              </a:solidFill>
              <a:effectLst/>
              <a:uFillTx/>
              <a:latin typeface="ＭＳ Ｐゴシック"/>
            </a:endParaRPr>
          </a:p>
          <a:p>
            <a:pPr lvl="3" marL="1371600" indent="-228600">
              <a:lnSpc>
                <a:spcPct val="100000"/>
              </a:lnSpc>
              <a:spcBef>
                <a:spcPts val="400"/>
              </a:spcBef>
              <a:buClr>
                <a:srgbClr val="c32d2e"/>
              </a:buClr>
              <a:buSzPct val="7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4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a:p>
            <a:pPr lvl="4" marL="1828800" indent="-228600">
              <a:lnSpc>
                <a:spcPct val="100000"/>
              </a:lnSpc>
              <a:spcBef>
                <a:spcPts val="400"/>
              </a:spcBef>
              <a:buClr>
                <a:srgbClr val="84aa33"/>
              </a:buClr>
              <a:buSzPct val="6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5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p:txBody>
      </p:sp>
      <p:sp>
        <p:nvSpPr>
          <p:cNvPr id="216" name="PlaceHolder 3"/>
          <p:cNvSpPr>
            <a:spLocks noGrp="1"/>
          </p:cNvSpPr>
          <p:nvPr>
            <p:ph type="dt" idx="74"/>
          </p:nvPr>
        </p:nvSpPr>
        <p:spPr>
          <a:xfrm>
            <a:off x="6603840" y="6248520"/>
            <a:ext cx="2889000" cy="364680"/>
          </a:xfrm>
          <a:prstGeom prst="rect">
            <a:avLst/>
          </a:prstGeom>
          <a:noFill/>
          <a:ln w="0">
            <a:noFill/>
          </a:ln>
        </p:spPr>
        <p:txBody>
          <a:bodyPr lIns="90000" rIns="90000" tIns="45000" bIns="45000" anchor="ctr">
            <a:noAutofit/>
          </a:bodyPr>
          <a:lstStyle>
            <a:lvl1pPr indent="0">
              <a:lnSpc>
                <a:spcPct val="100000"/>
              </a:lnSpc>
              <a:buNone/>
              <a:defRPr b="0" lang="en-US" sz="1400" strike="noStrike" u="none">
                <a:solidFill>
                  <a:srgbClr val="000000"/>
                </a:solidFill>
                <a:effectLst/>
                <a:uFillTx/>
                <a:latin typeface="ＭＳ Ｐゴシック"/>
                <a:ea typeface="ＭＳ Ｐゴシック"/>
              </a:defRPr>
            </a:lvl1pPr>
          </a:lstStyle>
          <a:p>
            <a:pPr indent="0">
              <a:lnSpc>
                <a:spcPct val="100000"/>
              </a:lnSpc>
              <a:buNone/>
            </a:pPr>
            <a:r>
              <a:rPr b="0" lang="en-US" sz="1400" strike="noStrike" u="none">
                <a:solidFill>
                  <a:srgbClr val="000000"/>
                </a:solidFill>
                <a:effectLst/>
                <a:uFillTx/>
                <a:latin typeface="ＭＳ Ｐゴシック"/>
                <a:ea typeface="ＭＳ Ｐゴシック"/>
              </a:rPr>
              <a:t>&lt;日付/時刻&gt;</a:t>
            </a:r>
            <a:endParaRPr b="0" lang="en-US" sz="1400" strike="noStrike" u="none">
              <a:solidFill>
                <a:srgbClr val="000000"/>
              </a:solidFill>
              <a:effectLst/>
              <a:uFillTx/>
              <a:latin typeface="游明朝"/>
            </a:endParaRPr>
          </a:p>
        </p:txBody>
      </p:sp>
      <p:sp>
        <p:nvSpPr>
          <p:cNvPr id="217" name="PlaceHolder 4"/>
          <p:cNvSpPr>
            <a:spLocks noGrp="1"/>
          </p:cNvSpPr>
          <p:nvPr>
            <p:ph type="ftr" idx="75"/>
          </p:nvPr>
        </p:nvSpPr>
        <p:spPr>
          <a:xfrm>
            <a:off x="660240" y="6248520"/>
            <a:ext cx="5871960" cy="364680"/>
          </a:xfrm>
          <a:prstGeom prst="rect">
            <a:avLst/>
          </a:prstGeom>
          <a:noFill/>
          <a:ln w="0">
            <a:noFill/>
          </a:ln>
        </p:spPr>
        <p:txBody>
          <a:bodyPr numCol="1" spcCol="0" lIns="91440" rIns="91440" tIns="45720" bIns="45720" anchor="ctr">
            <a:noAutofit/>
          </a:bodyPr>
          <a:lstStyle>
            <a:lvl1pPr indent="0" algn="ctr">
              <a:buNone/>
              <a:defRPr b="0" lang="en-US" sz="1400" strike="noStrike" u="none">
                <a:solidFill>
                  <a:srgbClr val="000000"/>
                </a:solidFill>
                <a:effectLst/>
                <a:uFillTx/>
                <a:latin typeface="游明朝"/>
              </a:defRPr>
            </a:lvl1pPr>
          </a:lstStyle>
          <a:p>
            <a:pPr indent="0" algn="ctr">
              <a:buNone/>
            </a:pPr>
            <a:r>
              <a:rPr b="0" lang="en-US" sz="1400" strike="noStrike" u="none">
                <a:solidFill>
                  <a:srgbClr val="000000"/>
                </a:solidFill>
                <a:effectLst/>
                <a:uFillTx/>
                <a:latin typeface="游明朝"/>
              </a:rPr>
              <a:t>&lt;フッター&gt;</a:t>
            </a:r>
            <a:endParaRPr b="0" lang="en-US" sz="1400" strike="noStrike" u="none">
              <a:solidFill>
                <a:srgbClr val="000000"/>
              </a:solidFill>
              <a:effectLst/>
              <a:uFillTx/>
              <a:latin typeface="游明朝"/>
            </a:endParaRPr>
          </a:p>
        </p:txBody>
      </p:sp>
      <p:sp>
        <p:nvSpPr>
          <p:cNvPr id="218" name="PlaceHolder 5"/>
          <p:cNvSpPr>
            <a:spLocks noGrp="1"/>
          </p:cNvSpPr>
          <p:nvPr>
            <p:ph type="sldNum" idx="76"/>
          </p:nvPr>
        </p:nvSpPr>
        <p:spPr>
          <a:xfrm>
            <a:off x="9328320" y="6597720"/>
            <a:ext cx="577440" cy="244080"/>
          </a:xfrm>
          <a:prstGeom prst="rect">
            <a:avLst/>
          </a:prstGeom>
          <a:noFill/>
          <a:ln w="0">
            <a:noFill/>
          </a:ln>
        </p:spPr>
        <p:txBody>
          <a:bodyPr lIns="90000" rIns="90000" tIns="45000" bIns="45000" anchor="ctr">
            <a:noAutofit/>
          </a:bodyPr>
          <a:lstStyle>
            <a:lvl1pPr indent="0" algn="ctr">
              <a:lnSpc>
                <a:spcPct val="100000"/>
              </a:lnSpc>
              <a:buNone/>
              <a:defRPr b="1" lang="en-US" sz="1400" strike="noStrike" u="none">
                <a:solidFill>
                  <a:srgbClr val="000000"/>
                </a:solidFill>
                <a:effectLst/>
                <a:uFillTx/>
                <a:latin typeface="ＭＳ Ｐゴシック"/>
                <a:ea typeface="ＭＳ Ｐゴシック"/>
              </a:defRPr>
            </a:lvl1pPr>
          </a:lstStyle>
          <a:p>
            <a:pPr indent="0" algn="ctr">
              <a:lnSpc>
                <a:spcPct val="100000"/>
              </a:lnSpc>
              <a:buNone/>
            </a:pPr>
            <a:fld id="{8CCEF821-3F8A-41C0-96FF-1AEC17182196}" type="slidenum">
              <a:rPr b="1" lang="en-US" sz="1400" strike="noStrike" u="none">
                <a:solidFill>
                  <a:srgbClr val="000000"/>
                </a:solidFill>
                <a:effectLst/>
                <a:uFillTx/>
                <a:latin typeface="ＭＳ Ｐゴシック"/>
                <a:ea typeface="ＭＳ Ｐゴシック"/>
              </a:rPr>
              <a:t>&lt;番号&gt;</a:t>
            </a:fld>
            <a:endParaRPr b="0" lang="en-US" sz="1400" strike="noStrike" u="none">
              <a:solidFill>
                <a:srgbClr val="000000"/>
              </a:solidFill>
              <a:effectLst/>
              <a:uFillTx/>
              <a:latin typeface="游明朝"/>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標準 12">
    <p:bg>
      <p:bgPr>
        <a:blipFill rotWithShape="0">
          <a:blip r:embed="rId2"/>
          <a:tile tx="0" ty="0" sx="100000" sy="100000" algn="tl"/>
        </a:blipFill>
      </p:bgPr>
    </p:bg>
    <p:spTree>
      <p:nvGrpSpPr>
        <p:cNvPr id="1" name=""/>
        <p:cNvGrpSpPr/>
        <p:nvPr/>
      </p:nvGrpSpPr>
      <p:grpSpPr>
        <a:xfrm>
          <a:off x="0" y="0"/>
          <a:ext cx="0" cy="0"/>
          <a:chOff x="0" y="0"/>
          <a:chExt cx="0" cy="0"/>
        </a:xfrm>
      </p:grpSpPr>
      <p:sp>
        <p:nvSpPr>
          <p:cNvPr id="219" name="Rectangle 6" hidden="1"/>
          <p:cNvSpPr/>
          <p:nvPr/>
        </p:nvSpPr>
        <p:spPr>
          <a:xfrm>
            <a:off x="0" y="1235160"/>
            <a:ext cx="9905760" cy="31860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220" name="Rectangle 7" hidden="1"/>
          <p:cNvSpPr/>
          <p:nvPr/>
        </p:nvSpPr>
        <p:spPr>
          <a:xfrm>
            <a:off x="0" y="1279440"/>
            <a:ext cx="577440" cy="2282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221" name="Rectangle 8" hidden="1"/>
          <p:cNvSpPr/>
          <p:nvPr/>
        </p:nvSpPr>
        <p:spPr>
          <a:xfrm>
            <a:off x="639720" y="1279440"/>
            <a:ext cx="9266040" cy="22824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222" name="Rectangle 6"/>
          <p:cNvSpPr/>
          <p:nvPr/>
        </p:nvSpPr>
        <p:spPr>
          <a:xfrm>
            <a:off x="0" y="1523880"/>
            <a:ext cx="9905760" cy="114264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ＭＳ Ｐゴシック"/>
              <a:ea typeface="ＭＳ Ｐゴシック"/>
            </a:endParaRPr>
          </a:p>
        </p:txBody>
      </p:sp>
      <p:sp>
        <p:nvSpPr>
          <p:cNvPr id="223" name="Rectangle 7"/>
          <p:cNvSpPr/>
          <p:nvPr/>
        </p:nvSpPr>
        <p:spPr>
          <a:xfrm>
            <a:off x="0" y="1600200"/>
            <a:ext cx="1402920" cy="99036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224" name="Rectangle 8"/>
          <p:cNvSpPr/>
          <p:nvPr/>
        </p:nvSpPr>
        <p:spPr>
          <a:xfrm>
            <a:off x="1486080" y="1600200"/>
            <a:ext cx="8419680" cy="99036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225" name="PlaceHolder 1"/>
          <p:cNvSpPr>
            <a:spLocks noGrp="1"/>
          </p:cNvSpPr>
          <p:nvPr>
            <p:ph type="body"/>
          </p:nvPr>
        </p:nvSpPr>
        <p:spPr>
          <a:xfrm>
            <a:off x="1486080" y="2743200"/>
            <a:ext cx="7716240" cy="1672920"/>
          </a:xfrm>
          <a:prstGeom prst="rect">
            <a:avLst/>
          </a:prstGeom>
          <a:noFill/>
          <a:ln w="9360">
            <a:noFill/>
          </a:ln>
        </p:spPr>
        <p:txBody>
          <a:bodyPr numCol="1" spcCol="0" lIns="91440" rIns="91440" tIns="45720" bIns="45720" anchor="t">
            <a:noAutofit/>
          </a:bodyPr>
          <a:p>
            <a:pPr marL="318960" indent="-318960">
              <a:lnSpc>
                <a:spcPct val="100000"/>
              </a:lnSpc>
              <a:spcBef>
                <a:spcPts val="700"/>
              </a:spcBef>
              <a:buNone/>
              <a:tabLst>
                <a:tab algn="l" pos="0"/>
              </a:tabLst>
            </a:pPr>
            <a:r>
              <a:rPr b="0" lang="ja-JP" sz="2800" strike="noStrike" u="none">
                <a:solidFill>
                  <a:schemeClr val="dk1"/>
                </a:solidFill>
                <a:effectLst/>
                <a:uFillTx/>
                <a:latin typeface="ＭＳ Ｐゴシック"/>
                <a:ea typeface="ＭＳ Ｐゴシック"/>
              </a:rPr>
              <a:t>マスター テキストの書式設定</a:t>
            </a:r>
            <a:endParaRPr b="0" lang="en-US" sz="2800" strike="noStrike" u="none">
              <a:solidFill>
                <a:schemeClr val="dk1"/>
              </a:solidFill>
              <a:effectLst/>
              <a:uFillTx/>
              <a:latin typeface="ＭＳ Ｐゴシック"/>
            </a:endParaRPr>
          </a:p>
        </p:txBody>
      </p:sp>
      <p:sp>
        <p:nvSpPr>
          <p:cNvPr id="226" name="PlaceHolder 2"/>
          <p:cNvSpPr>
            <a:spLocks noGrp="1"/>
          </p:cNvSpPr>
          <p:nvPr>
            <p:ph type="title"/>
          </p:nvPr>
        </p:nvSpPr>
        <p:spPr>
          <a:xfrm>
            <a:off x="1486080" y="1600200"/>
            <a:ext cx="8254800" cy="990360"/>
          </a:xfrm>
          <a:prstGeom prst="rect">
            <a:avLst/>
          </a:prstGeom>
          <a:noFill/>
          <a:ln w="9360">
            <a:noFill/>
          </a:ln>
        </p:spPr>
        <p:txBody>
          <a:bodyPr numCol="1" spcCol="0" lIns="91440" rIns="91440" tIns="45720" bIns="45720" anchor="ctr">
            <a:noAutofit/>
          </a:bodyPr>
          <a:p>
            <a:pPr indent="0">
              <a:lnSpc>
                <a:spcPct val="100000"/>
              </a:lnSpc>
              <a:buNone/>
            </a:pPr>
            <a:r>
              <a:rPr b="0" lang="ja-JP" sz="4400" strike="noStrike" u="none">
                <a:solidFill>
                  <a:srgbClr val="ffffff"/>
                </a:solidFill>
                <a:effectLst/>
                <a:uFillTx/>
                <a:latin typeface="ＭＳ Ｐゴシック"/>
                <a:ea typeface="ＭＳ Ｐゴシック"/>
              </a:rPr>
              <a:t>マスター タイトルの書式設定</a:t>
            </a:r>
            <a:endParaRPr b="0" lang="en-US" sz="4400" strike="noStrike" u="none">
              <a:solidFill>
                <a:schemeClr val="dk1"/>
              </a:solidFill>
              <a:effectLst/>
              <a:uFillTx/>
              <a:latin typeface="Tw Cen MT"/>
            </a:endParaRPr>
          </a:p>
        </p:txBody>
      </p:sp>
      <p:sp>
        <p:nvSpPr>
          <p:cNvPr id="227" name="PlaceHolder 3"/>
          <p:cNvSpPr>
            <a:spLocks noGrp="1"/>
          </p:cNvSpPr>
          <p:nvPr>
            <p:ph type="dt" idx="77"/>
          </p:nvPr>
        </p:nvSpPr>
        <p:spPr>
          <a:xfrm>
            <a:off x="6603840" y="6248520"/>
            <a:ext cx="2889000" cy="364680"/>
          </a:xfrm>
          <a:prstGeom prst="rect">
            <a:avLst/>
          </a:prstGeom>
          <a:noFill/>
          <a:ln w="0">
            <a:noFill/>
          </a:ln>
        </p:spPr>
        <p:txBody>
          <a:bodyPr lIns="90000" rIns="90000" tIns="45000" bIns="45000" anchor="ctr">
            <a:noAutofit/>
          </a:bodyPr>
          <a:lstStyle>
            <a:lvl1pPr indent="0">
              <a:lnSpc>
                <a:spcPct val="100000"/>
              </a:lnSpc>
              <a:buNone/>
              <a:defRPr b="0" lang="en-US" sz="1400" strike="noStrike" u="none">
                <a:solidFill>
                  <a:srgbClr val="000000"/>
                </a:solidFill>
                <a:effectLst/>
                <a:uFillTx/>
                <a:latin typeface="ＭＳ Ｐゴシック"/>
                <a:ea typeface="ＭＳ Ｐゴシック"/>
              </a:defRPr>
            </a:lvl1pPr>
          </a:lstStyle>
          <a:p>
            <a:pPr indent="0">
              <a:lnSpc>
                <a:spcPct val="100000"/>
              </a:lnSpc>
              <a:buNone/>
            </a:pPr>
            <a:r>
              <a:rPr b="0" lang="en-US" sz="1400" strike="noStrike" u="none">
                <a:solidFill>
                  <a:srgbClr val="000000"/>
                </a:solidFill>
                <a:effectLst/>
                <a:uFillTx/>
                <a:latin typeface="ＭＳ Ｐゴシック"/>
                <a:ea typeface="ＭＳ Ｐゴシック"/>
              </a:rPr>
              <a:t>&lt;日付/時刻&gt;</a:t>
            </a:r>
            <a:endParaRPr b="0" lang="en-US" sz="1400" strike="noStrike" u="none">
              <a:solidFill>
                <a:srgbClr val="000000"/>
              </a:solidFill>
              <a:effectLst/>
              <a:uFillTx/>
              <a:latin typeface="游明朝"/>
            </a:endParaRPr>
          </a:p>
        </p:txBody>
      </p:sp>
      <p:sp>
        <p:nvSpPr>
          <p:cNvPr id="228" name="PlaceHolder 4"/>
          <p:cNvSpPr>
            <a:spLocks noGrp="1"/>
          </p:cNvSpPr>
          <p:nvPr>
            <p:ph type="sldNum" idx="78"/>
          </p:nvPr>
        </p:nvSpPr>
        <p:spPr>
          <a:xfrm>
            <a:off x="0" y="1752480"/>
            <a:ext cx="1402920" cy="701280"/>
          </a:xfrm>
          <a:prstGeom prst="rect">
            <a:avLst/>
          </a:prstGeom>
          <a:noFill/>
          <a:ln w="0">
            <a:noFill/>
          </a:ln>
        </p:spPr>
        <p:txBody>
          <a:bodyPr lIns="90000" rIns="90000" tIns="45000" bIns="45000" anchor="ctr">
            <a:noAutofit/>
          </a:bodyPr>
          <a:lstStyle>
            <a:lvl1pPr indent="0" algn="ctr">
              <a:lnSpc>
                <a:spcPct val="100000"/>
              </a:lnSpc>
              <a:buNone/>
              <a:defRPr b="1" lang="en-US" sz="2400" strike="noStrike" u="none">
                <a:solidFill>
                  <a:srgbClr val="ffffff"/>
                </a:solidFill>
                <a:effectLst/>
                <a:uFillTx/>
                <a:latin typeface="ＭＳ Ｐゴシック"/>
                <a:ea typeface="ＭＳ Ｐゴシック"/>
              </a:defRPr>
            </a:lvl1pPr>
          </a:lstStyle>
          <a:p>
            <a:pPr indent="0" algn="ctr">
              <a:lnSpc>
                <a:spcPct val="100000"/>
              </a:lnSpc>
              <a:buNone/>
            </a:pPr>
            <a:fld id="{1389EB88-84DD-4E41-BE3A-6FAB1EBB4FE5}" type="slidenum">
              <a:rPr b="1" lang="en-US" sz="2400" strike="noStrike" u="none">
                <a:solidFill>
                  <a:srgbClr val="ffffff"/>
                </a:solidFill>
                <a:effectLst/>
                <a:uFillTx/>
                <a:latin typeface="ＭＳ Ｐゴシック"/>
                <a:ea typeface="ＭＳ Ｐゴシック"/>
              </a:rPr>
              <a:t>&lt;番号&gt;</a:t>
            </a:fld>
            <a:endParaRPr b="0" lang="en-US" sz="2400" strike="noStrike" u="none">
              <a:solidFill>
                <a:srgbClr val="000000"/>
              </a:solidFill>
              <a:effectLst/>
              <a:uFillTx/>
              <a:latin typeface="游明朝"/>
            </a:endParaRPr>
          </a:p>
        </p:txBody>
      </p:sp>
      <p:sp>
        <p:nvSpPr>
          <p:cNvPr id="229" name="PlaceHolder 5"/>
          <p:cNvSpPr>
            <a:spLocks noGrp="1"/>
          </p:cNvSpPr>
          <p:nvPr>
            <p:ph type="ftr" idx="79"/>
          </p:nvPr>
        </p:nvSpPr>
        <p:spPr>
          <a:xfrm>
            <a:off x="660240" y="6248520"/>
            <a:ext cx="5871960" cy="364680"/>
          </a:xfrm>
          <a:prstGeom prst="rect">
            <a:avLst/>
          </a:prstGeom>
          <a:noFill/>
          <a:ln w="0">
            <a:noFill/>
          </a:ln>
        </p:spPr>
        <p:txBody>
          <a:bodyPr numCol="1" spcCol="0" lIns="91440" rIns="91440" tIns="45720" bIns="45720" anchor="ctr">
            <a:noAutofit/>
          </a:bodyPr>
          <a:lstStyle>
            <a:lvl1pPr indent="0" algn="ctr">
              <a:buNone/>
              <a:defRPr b="0" lang="en-US" sz="1400" strike="noStrike" u="none">
                <a:solidFill>
                  <a:srgbClr val="000000"/>
                </a:solidFill>
                <a:effectLst/>
                <a:uFillTx/>
                <a:latin typeface="游明朝"/>
              </a:defRPr>
            </a:lvl1pPr>
          </a:lstStyle>
          <a:p>
            <a:pPr indent="0" algn="ctr">
              <a:buNone/>
            </a:pPr>
            <a:r>
              <a:rPr b="0" lang="en-US" sz="1400" strike="noStrike" u="none">
                <a:solidFill>
                  <a:srgbClr val="000000"/>
                </a:solidFill>
                <a:effectLst/>
                <a:uFillTx/>
                <a:latin typeface="游明朝"/>
              </a:rPr>
              <a:t>&lt;フッター&gt;</a:t>
            </a:r>
            <a:endParaRPr b="0" lang="en-US" sz="1400" strike="noStrike" u="none">
              <a:solidFill>
                <a:srgbClr val="000000"/>
              </a:solidFill>
              <a:effectLst/>
              <a:uFillTx/>
              <a:latin typeface="游明朝"/>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標準 13">
    <p:bg>
      <p:bgPr>
        <a:blipFill rotWithShape="0">
          <a:blip r:embed="rId2"/>
          <a:tile tx="0" ty="0" sx="100000" sy="100000" algn="tl"/>
        </a:blipFill>
      </p:bgPr>
    </p:bg>
    <p:spTree>
      <p:nvGrpSpPr>
        <p:cNvPr id="1" name=""/>
        <p:cNvGrpSpPr/>
        <p:nvPr/>
      </p:nvGrpSpPr>
      <p:grpSpPr>
        <a:xfrm>
          <a:off x="0" y="0"/>
          <a:ext cx="0" cy="0"/>
          <a:chOff x="0" y="0"/>
          <a:chExt cx="0" cy="0"/>
        </a:xfrm>
      </p:grpSpPr>
      <p:sp>
        <p:nvSpPr>
          <p:cNvPr id="230" name="Rectangle 6"/>
          <p:cNvSpPr/>
          <p:nvPr/>
        </p:nvSpPr>
        <p:spPr>
          <a:xfrm>
            <a:off x="0" y="1235160"/>
            <a:ext cx="9905760" cy="31860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231" name="Rectangle 7"/>
          <p:cNvSpPr/>
          <p:nvPr/>
        </p:nvSpPr>
        <p:spPr>
          <a:xfrm>
            <a:off x="0" y="1279440"/>
            <a:ext cx="577440" cy="2282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232" name="Rectangle 8"/>
          <p:cNvSpPr/>
          <p:nvPr/>
        </p:nvSpPr>
        <p:spPr>
          <a:xfrm>
            <a:off x="639720" y="1279440"/>
            <a:ext cx="9266040" cy="22824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233" name="PlaceHolder 1"/>
          <p:cNvSpPr>
            <a:spLocks noGrp="1"/>
          </p:cNvSpPr>
          <p:nvPr>
            <p:ph type="title"/>
          </p:nvPr>
        </p:nvSpPr>
        <p:spPr>
          <a:xfrm>
            <a:off x="660240" y="228600"/>
            <a:ext cx="8640360" cy="863280"/>
          </a:xfrm>
          <a:prstGeom prst="rect">
            <a:avLst/>
          </a:prstGeom>
          <a:noFill/>
          <a:ln w="9360">
            <a:noFill/>
          </a:ln>
        </p:spPr>
        <p:txBody>
          <a:bodyPr numCol="1" spcCol="0" lIns="91440" rIns="91440" tIns="45720" bIns="45720" anchor="ctr">
            <a:noAutofit/>
          </a:bodyPr>
          <a:p>
            <a:pPr indent="0">
              <a:lnSpc>
                <a:spcPct val="100000"/>
              </a:lnSpc>
              <a:buNone/>
            </a:pPr>
            <a:r>
              <a:rPr b="0" lang="ja-JP" sz="3600" strike="noStrike" u="none">
                <a:solidFill>
                  <a:schemeClr val="dk1"/>
                </a:solidFill>
                <a:effectLst/>
                <a:uFillTx/>
                <a:latin typeface="ＭＳ Ｐゴシック"/>
                <a:ea typeface="ＭＳ Ｐゴシック"/>
              </a:rPr>
              <a:t>マスター タイトルの書式設定</a:t>
            </a:r>
            <a:endParaRPr b="0" lang="en-US" sz="3600" strike="noStrike" u="none">
              <a:solidFill>
                <a:schemeClr val="dk1"/>
              </a:solidFill>
              <a:effectLst/>
              <a:uFillTx/>
              <a:latin typeface="Tw Cen MT"/>
            </a:endParaRPr>
          </a:p>
        </p:txBody>
      </p:sp>
      <p:sp>
        <p:nvSpPr>
          <p:cNvPr id="234" name="PlaceHolder 2"/>
          <p:cNvSpPr>
            <a:spLocks noGrp="1"/>
          </p:cNvSpPr>
          <p:nvPr>
            <p:ph type="body"/>
          </p:nvPr>
        </p:nvSpPr>
        <p:spPr>
          <a:xfrm>
            <a:off x="660240" y="1589400"/>
            <a:ext cx="4209840" cy="4571640"/>
          </a:xfrm>
          <a:prstGeom prst="rect">
            <a:avLst/>
          </a:prstGeom>
          <a:noFill/>
          <a:ln w="9360">
            <a:noFill/>
          </a:ln>
        </p:spPr>
        <p:txBody>
          <a:bodyPr numCol="1" spcCol="0" lIns="91440" rIns="91440" tIns="45720" bIns="45720" anchor="t">
            <a:noAutofit/>
          </a:bodyPr>
          <a:p>
            <a:pPr marL="318960" indent="-318960">
              <a:lnSpc>
                <a:spcPct val="100000"/>
              </a:lnSpc>
              <a:spcBef>
                <a:spcPts val="700"/>
              </a:spcBef>
              <a:buClr>
                <a:srgbClr val="feb80a"/>
              </a:buClr>
              <a:buSzPct val="60000"/>
              <a:buFont typeface="Wingdings" charset="2"/>
              <a:buChar char=""/>
            </a:pPr>
            <a:r>
              <a:rPr b="0" lang="ja-JP" sz="2900" strike="noStrike" u="none">
                <a:solidFill>
                  <a:schemeClr val="dk1"/>
                </a:solidFill>
                <a:effectLst/>
                <a:uFillTx/>
                <a:latin typeface="ＭＳ Ｐゴシック"/>
                <a:ea typeface="ＭＳ Ｐゴシック"/>
              </a:rPr>
              <a:t>マスター テキストの書式設定</a:t>
            </a:r>
            <a:endParaRPr b="0" lang="en-US" sz="2900" strike="noStrike" u="none">
              <a:solidFill>
                <a:schemeClr val="dk1"/>
              </a:solidFill>
              <a:effectLst/>
              <a:uFillTx/>
              <a:latin typeface="ＭＳ Ｐゴシック"/>
            </a:endParaRPr>
          </a:p>
          <a:p>
            <a:pPr lvl="1" marL="639720" indent="-272880">
              <a:lnSpc>
                <a:spcPct val="100000"/>
              </a:lnSpc>
              <a:spcBef>
                <a:spcPts val="550"/>
              </a:spcBef>
              <a:buClr>
                <a:srgbClr val="3891a7"/>
              </a:buClr>
              <a:buSzPct val="70000"/>
              <a:buFont typeface="Wingdings 2" charset="2"/>
              <a:buChar char=""/>
            </a:pPr>
            <a:r>
              <a:rPr b="0" lang="ja-JP" sz="2600" strike="noStrike" u="none">
                <a:solidFill>
                  <a:schemeClr val="dk1"/>
                </a:solidFill>
                <a:effectLst/>
                <a:uFillTx/>
                <a:latin typeface="ＭＳ Ｐゴシック"/>
                <a:ea typeface="ＭＳ Ｐゴシック"/>
              </a:rPr>
              <a:t>第 </a:t>
            </a:r>
            <a:r>
              <a:rPr b="0" lang="en-US" sz="2600" strike="noStrike" u="none">
                <a:solidFill>
                  <a:schemeClr val="dk1"/>
                </a:solidFill>
                <a:effectLst/>
                <a:uFillTx/>
                <a:latin typeface="ＭＳ Ｐゴシック"/>
                <a:ea typeface="ＭＳ Ｐゴシック"/>
              </a:rPr>
              <a:t>2 </a:t>
            </a:r>
            <a:r>
              <a:rPr b="0" lang="ja-JP" sz="2600" strike="noStrike" u="none">
                <a:solidFill>
                  <a:schemeClr val="dk1"/>
                </a:solidFill>
                <a:effectLst/>
                <a:uFillTx/>
                <a:latin typeface="ＭＳ Ｐゴシック"/>
                <a:ea typeface="ＭＳ Ｐゴシック"/>
              </a:rPr>
              <a:t>レベル</a:t>
            </a:r>
            <a:endParaRPr b="0" lang="en-US" sz="2600" strike="noStrike" u="none">
              <a:solidFill>
                <a:schemeClr val="dk1"/>
              </a:solidFill>
              <a:effectLst/>
              <a:uFillTx/>
              <a:latin typeface="ＭＳ Ｐゴシック"/>
            </a:endParaRPr>
          </a:p>
          <a:p>
            <a:pPr lvl="2" marL="914400" indent="-228600">
              <a:lnSpc>
                <a:spcPct val="100000"/>
              </a:lnSpc>
              <a:spcBef>
                <a:spcPts val="499"/>
              </a:spcBef>
              <a:buClr>
                <a:srgbClr val="feb80a"/>
              </a:buClr>
              <a:buSzPct val="75000"/>
              <a:buFont typeface="Wingdings" charset="2"/>
              <a:buChar char=""/>
            </a:pPr>
            <a:r>
              <a:rPr b="0" lang="ja-JP" sz="2300" strike="noStrike" u="none">
                <a:solidFill>
                  <a:schemeClr val="dk1"/>
                </a:solidFill>
                <a:effectLst/>
                <a:uFillTx/>
                <a:latin typeface="ＭＳ Ｐゴシック"/>
                <a:ea typeface="ＭＳ Ｐゴシック"/>
              </a:rPr>
              <a:t>第 </a:t>
            </a:r>
            <a:r>
              <a:rPr b="0" lang="en-US" sz="2300" strike="noStrike" u="none">
                <a:solidFill>
                  <a:schemeClr val="dk1"/>
                </a:solidFill>
                <a:effectLst/>
                <a:uFillTx/>
                <a:latin typeface="ＭＳ Ｐゴシック"/>
                <a:ea typeface="ＭＳ Ｐゴシック"/>
              </a:rPr>
              <a:t>3 </a:t>
            </a:r>
            <a:r>
              <a:rPr b="0" lang="ja-JP" sz="2300" strike="noStrike" u="none">
                <a:solidFill>
                  <a:schemeClr val="dk1"/>
                </a:solidFill>
                <a:effectLst/>
                <a:uFillTx/>
                <a:latin typeface="ＭＳ Ｐゴシック"/>
                <a:ea typeface="ＭＳ Ｐゴシック"/>
              </a:rPr>
              <a:t>レベル</a:t>
            </a:r>
            <a:endParaRPr b="0" lang="en-US" sz="2300" strike="noStrike" u="none">
              <a:solidFill>
                <a:schemeClr val="dk1"/>
              </a:solidFill>
              <a:effectLst/>
              <a:uFillTx/>
              <a:latin typeface="ＭＳ Ｐゴシック"/>
            </a:endParaRPr>
          </a:p>
          <a:p>
            <a:pPr lvl="3" marL="1371600" indent="-228600">
              <a:lnSpc>
                <a:spcPct val="100000"/>
              </a:lnSpc>
              <a:spcBef>
                <a:spcPts val="400"/>
              </a:spcBef>
              <a:buClr>
                <a:srgbClr val="c32d2e"/>
              </a:buClr>
              <a:buSzPct val="7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4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a:p>
            <a:pPr lvl="4" marL="1828800" indent="-228600">
              <a:lnSpc>
                <a:spcPct val="100000"/>
              </a:lnSpc>
              <a:spcBef>
                <a:spcPts val="400"/>
              </a:spcBef>
              <a:buClr>
                <a:srgbClr val="84aa33"/>
              </a:buClr>
              <a:buSzPct val="6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5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p:txBody>
      </p:sp>
      <p:sp>
        <p:nvSpPr>
          <p:cNvPr id="235" name="PlaceHolder 3"/>
          <p:cNvSpPr>
            <a:spLocks noGrp="1"/>
          </p:cNvSpPr>
          <p:nvPr>
            <p:ph type="body"/>
          </p:nvPr>
        </p:nvSpPr>
        <p:spPr>
          <a:xfrm>
            <a:off x="5248800" y="1589400"/>
            <a:ext cx="4209840" cy="4571640"/>
          </a:xfrm>
          <a:prstGeom prst="rect">
            <a:avLst/>
          </a:prstGeom>
          <a:noFill/>
          <a:ln w="9360">
            <a:noFill/>
          </a:ln>
        </p:spPr>
        <p:txBody>
          <a:bodyPr numCol="1" spcCol="0" lIns="91440" rIns="91440" tIns="45720" bIns="45720" anchor="t">
            <a:noAutofit/>
          </a:bodyPr>
          <a:p>
            <a:pPr marL="318960" indent="-318960">
              <a:lnSpc>
                <a:spcPct val="100000"/>
              </a:lnSpc>
              <a:spcBef>
                <a:spcPts val="700"/>
              </a:spcBef>
              <a:buClr>
                <a:srgbClr val="feb80a"/>
              </a:buClr>
              <a:buSzPct val="60000"/>
              <a:buFont typeface="Wingdings" charset="2"/>
              <a:buChar char=""/>
            </a:pPr>
            <a:r>
              <a:rPr b="0" lang="ja-JP" sz="2900" strike="noStrike" u="none">
                <a:solidFill>
                  <a:schemeClr val="dk1"/>
                </a:solidFill>
                <a:effectLst/>
                <a:uFillTx/>
                <a:latin typeface="ＭＳ Ｐゴシック"/>
                <a:ea typeface="ＭＳ Ｐゴシック"/>
              </a:rPr>
              <a:t>マスター テキストの書式設定</a:t>
            </a:r>
            <a:endParaRPr b="0" lang="en-US" sz="2900" strike="noStrike" u="none">
              <a:solidFill>
                <a:schemeClr val="dk1"/>
              </a:solidFill>
              <a:effectLst/>
              <a:uFillTx/>
              <a:latin typeface="ＭＳ Ｐゴシック"/>
            </a:endParaRPr>
          </a:p>
          <a:p>
            <a:pPr lvl="1" marL="639720" indent="-272880">
              <a:lnSpc>
                <a:spcPct val="100000"/>
              </a:lnSpc>
              <a:spcBef>
                <a:spcPts val="550"/>
              </a:spcBef>
              <a:buClr>
                <a:srgbClr val="3891a7"/>
              </a:buClr>
              <a:buSzPct val="70000"/>
              <a:buFont typeface="Wingdings 2" charset="2"/>
              <a:buChar char=""/>
            </a:pPr>
            <a:r>
              <a:rPr b="0" lang="ja-JP" sz="2600" strike="noStrike" u="none">
                <a:solidFill>
                  <a:schemeClr val="dk1"/>
                </a:solidFill>
                <a:effectLst/>
                <a:uFillTx/>
                <a:latin typeface="ＭＳ Ｐゴシック"/>
                <a:ea typeface="ＭＳ Ｐゴシック"/>
              </a:rPr>
              <a:t>第 </a:t>
            </a:r>
            <a:r>
              <a:rPr b="0" lang="en-US" sz="2600" strike="noStrike" u="none">
                <a:solidFill>
                  <a:schemeClr val="dk1"/>
                </a:solidFill>
                <a:effectLst/>
                <a:uFillTx/>
                <a:latin typeface="ＭＳ Ｐゴシック"/>
                <a:ea typeface="ＭＳ Ｐゴシック"/>
              </a:rPr>
              <a:t>2 </a:t>
            </a:r>
            <a:r>
              <a:rPr b="0" lang="ja-JP" sz="2600" strike="noStrike" u="none">
                <a:solidFill>
                  <a:schemeClr val="dk1"/>
                </a:solidFill>
                <a:effectLst/>
                <a:uFillTx/>
                <a:latin typeface="ＭＳ Ｐゴシック"/>
                <a:ea typeface="ＭＳ Ｐゴシック"/>
              </a:rPr>
              <a:t>レベル</a:t>
            </a:r>
            <a:endParaRPr b="0" lang="en-US" sz="2600" strike="noStrike" u="none">
              <a:solidFill>
                <a:schemeClr val="dk1"/>
              </a:solidFill>
              <a:effectLst/>
              <a:uFillTx/>
              <a:latin typeface="ＭＳ Ｐゴシック"/>
            </a:endParaRPr>
          </a:p>
          <a:p>
            <a:pPr lvl="2" marL="914400" indent="-228600">
              <a:lnSpc>
                <a:spcPct val="100000"/>
              </a:lnSpc>
              <a:spcBef>
                <a:spcPts val="499"/>
              </a:spcBef>
              <a:buClr>
                <a:srgbClr val="feb80a"/>
              </a:buClr>
              <a:buSzPct val="75000"/>
              <a:buFont typeface="Wingdings" charset="2"/>
              <a:buChar char=""/>
            </a:pPr>
            <a:r>
              <a:rPr b="0" lang="ja-JP" sz="2300" strike="noStrike" u="none">
                <a:solidFill>
                  <a:schemeClr val="dk1"/>
                </a:solidFill>
                <a:effectLst/>
                <a:uFillTx/>
                <a:latin typeface="ＭＳ Ｐゴシック"/>
                <a:ea typeface="ＭＳ Ｐゴシック"/>
              </a:rPr>
              <a:t>第 </a:t>
            </a:r>
            <a:r>
              <a:rPr b="0" lang="en-US" sz="2300" strike="noStrike" u="none">
                <a:solidFill>
                  <a:schemeClr val="dk1"/>
                </a:solidFill>
                <a:effectLst/>
                <a:uFillTx/>
                <a:latin typeface="ＭＳ Ｐゴシック"/>
                <a:ea typeface="ＭＳ Ｐゴシック"/>
              </a:rPr>
              <a:t>3 </a:t>
            </a:r>
            <a:r>
              <a:rPr b="0" lang="ja-JP" sz="2300" strike="noStrike" u="none">
                <a:solidFill>
                  <a:schemeClr val="dk1"/>
                </a:solidFill>
                <a:effectLst/>
                <a:uFillTx/>
                <a:latin typeface="ＭＳ Ｐゴシック"/>
                <a:ea typeface="ＭＳ Ｐゴシック"/>
              </a:rPr>
              <a:t>レベル</a:t>
            </a:r>
            <a:endParaRPr b="0" lang="en-US" sz="2300" strike="noStrike" u="none">
              <a:solidFill>
                <a:schemeClr val="dk1"/>
              </a:solidFill>
              <a:effectLst/>
              <a:uFillTx/>
              <a:latin typeface="ＭＳ Ｐゴシック"/>
            </a:endParaRPr>
          </a:p>
          <a:p>
            <a:pPr lvl="3" marL="1371600" indent="-228600">
              <a:lnSpc>
                <a:spcPct val="100000"/>
              </a:lnSpc>
              <a:spcBef>
                <a:spcPts val="400"/>
              </a:spcBef>
              <a:buClr>
                <a:srgbClr val="c32d2e"/>
              </a:buClr>
              <a:buSzPct val="7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4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a:p>
            <a:pPr lvl="4" marL="1828800" indent="-228600">
              <a:lnSpc>
                <a:spcPct val="100000"/>
              </a:lnSpc>
              <a:spcBef>
                <a:spcPts val="400"/>
              </a:spcBef>
              <a:buClr>
                <a:srgbClr val="84aa33"/>
              </a:buClr>
              <a:buSzPct val="6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5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p:txBody>
      </p:sp>
      <p:sp>
        <p:nvSpPr>
          <p:cNvPr id="236" name="PlaceHolder 4"/>
          <p:cNvSpPr>
            <a:spLocks noGrp="1"/>
          </p:cNvSpPr>
          <p:nvPr>
            <p:ph type="dt" idx="80"/>
          </p:nvPr>
        </p:nvSpPr>
        <p:spPr>
          <a:xfrm>
            <a:off x="6603840" y="6248520"/>
            <a:ext cx="2889000" cy="364680"/>
          </a:xfrm>
          <a:prstGeom prst="rect">
            <a:avLst/>
          </a:prstGeom>
          <a:noFill/>
          <a:ln w="0">
            <a:noFill/>
          </a:ln>
        </p:spPr>
        <p:txBody>
          <a:bodyPr lIns="90000" rIns="90000" tIns="45000" bIns="45000" anchor="ctr">
            <a:noAutofit/>
          </a:bodyPr>
          <a:lstStyle>
            <a:lvl1pPr indent="0">
              <a:lnSpc>
                <a:spcPct val="100000"/>
              </a:lnSpc>
              <a:buNone/>
              <a:defRPr b="0" lang="en-US" sz="1400" strike="noStrike" u="none">
                <a:solidFill>
                  <a:srgbClr val="000000"/>
                </a:solidFill>
                <a:effectLst/>
                <a:uFillTx/>
                <a:latin typeface="ＭＳ Ｐゴシック"/>
                <a:ea typeface="ＭＳ Ｐゴシック"/>
              </a:defRPr>
            </a:lvl1pPr>
          </a:lstStyle>
          <a:p>
            <a:pPr indent="0">
              <a:lnSpc>
                <a:spcPct val="100000"/>
              </a:lnSpc>
              <a:buNone/>
            </a:pPr>
            <a:r>
              <a:rPr b="0" lang="en-US" sz="1400" strike="noStrike" u="none">
                <a:solidFill>
                  <a:srgbClr val="000000"/>
                </a:solidFill>
                <a:effectLst/>
                <a:uFillTx/>
                <a:latin typeface="ＭＳ Ｐゴシック"/>
                <a:ea typeface="ＭＳ Ｐゴシック"/>
              </a:rPr>
              <a:t>&lt;日付/時刻&gt;</a:t>
            </a:r>
            <a:endParaRPr b="0" lang="en-US" sz="1400" strike="noStrike" u="none">
              <a:solidFill>
                <a:srgbClr val="000000"/>
              </a:solidFill>
              <a:effectLst/>
              <a:uFillTx/>
              <a:latin typeface="游明朝"/>
            </a:endParaRPr>
          </a:p>
        </p:txBody>
      </p:sp>
      <p:sp>
        <p:nvSpPr>
          <p:cNvPr id="237" name="PlaceHolder 5"/>
          <p:cNvSpPr>
            <a:spLocks noGrp="1"/>
          </p:cNvSpPr>
          <p:nvPr>
            <p:ph type="sldNum" idx="81"/>
          </p:nvPr>
        </p:nvSpPr>
        <p:spPr>
          <a:xfrm>
            <a:off x="9328320" y="6597720"/>
            <a:ext cx="577440" cy="244080"/>
          </a:xfrm>
          <a:prstGeom prst="rect">
            <a:avLst/>
          </a:prstGeom>
          <a:noFill/>
          <a:ln w="0">
            <a:noFill/>
          </a:ln>
        </p:spPr>
        <p:txBody>
          <a:bodyPr lIns="90000" rIns="90000" tIns="45000" bIns="45000" anchor="ctr">
            <a:noAutofit/>
          </a:bodyPr>
          <a:lstStyle>
            <a:lvl1pPr indent="0" algn="ctr">
              <a:lnSpc>
                <a:spcPct val="100000"/>
              </a:lnSpc>
              <a:buNone/>
              <a:defRPr b="1" lang="en-US" sz="1400" strike="noStrike" u="none">
                <a:solidFill>
                  <a:srgbClr val="000000"/>
                </a:solidFill>
                <a:effectLst/>
                <a:uFillTx/>
                <a:latin typeface="ＭＳ Ｐゴシック"/>
                <a:ea typeface="ＭＳ Ｐゴシック"/>
              </a:defRPr>
            </a:lvl1pPr>
          </a:lstStyle>
          <a:p>
            <a:pPr indent="0" algn="ctr">
              <a:lnSpc>
                <a:spcPct val="100000"/>
              </a:lnSpc>
              <a:buNone/>
            </a:pPr>
            <a:fld id="{3B0FA30B-E58E-43C6-A872-A31FDCA7F81F}" type="slidenum">
              <a:rPr b="1" lang="en-US" sz="1400" strike="noStrike" u="none">
                <a:solidFill>
                  <a:srgbClr val="000000"/>
                </a:solidFill>
                <a:effectLst/>
                <a:uFillTx/>
                <a:latin typeface="ＭＳ Ｐゴシック"/>
                <a:ea typeface="ＭＳ Ｐゴシック"/>
              </a:rPr>
              <a:t>&lt;番号&gt;</a:t>
            </a:fld>
            <a:endParaRPr b="0" lang="en-US" sz="1400" strike="noStrike" u="none">
              <a:solidFill>
                <a:srgbClr val="000000"/>
              </a:solidFill>
              <a:effectLst/>
              <a:uFillTx/>
              <a:latin typeface="游明朝"/>
            </a:endParaRPr>
          </a:p>
        </p:txBody>
      </p:sp>
      <p:sp>
        <p:nvSpPr>
          <p:cNvPr id="238" name="PlaceHolder 6"/>
          <p:cNvSpPr>
            <a:spLocks noGrp="1"/>
          </p:cNvSpPr>
          <p:nvPr>
            <p:ph type="ftr" idx="82"/>
          </p:nvPr>
        </p:nvSpPr>
        <p:spPr>
          <a:xfrm>
            <a:off x="660240" y="6248520"/>
            <a:ext cx="5871960" cy="364680"/>
          </a:xfrm>
          <a:prstGeom prst="rect">
            <a:avLst/>
          </a:prstGeom>
          <a:noFill/>
          <a:ln w="0">
            <a:noFill/>
          </a:ln>
        </p:spPr>
        <p:txBody>
          <a:bodyPr numCol="1" spcCol="0" lIns="91440" rIns="91440" tIns="45720" bIns="45720" anchor="ctr">
            <a:noAutofit/>
          </a:bodyPr>
          <a:lstStyle>
            <a:lvl1pPr indent="0" algn="ctr">
              <a:buNone/>
              <a:defRPr b="0" lang="en-US" sz="1400" strike="noStrike" u="none">
                <a:solidFill>
                  <a:srgbClr val="000000"/>
                </a:solidFill>
                <a:effectLst/>
                <a:uFillTx/>
                <a:latin typeface="游明朝"/>
              </a:defRPr>
            </a:lvl1pPr>
          </a:lstStyle>
          <a:p>
            <a:pPr indent="0" algn="ctr">
              <a:buNone/>
            </a:pPr>
            <a:r>
              <a:rPr b="0" lang="en-US" sz="1400" strike="noStrike" u="none">
                <a:solidFill>
                  <a:srgbClr val="000000"/>
                </a:solidFill>
                <a:effectLst/>
                <a:uFillTx/>
                <a:latin typeface="游明朝"/>
              </a:rPr>
              <a:t>&lt;フッター&gt;</a:t>
            </a:r>
            <a:endParaRPr b="0" lang="en-US" sz="1400" strike="noStrike" u="none">
              <a:solidFill>
                <a:srgbClr val="000000"/>
              </a:solidFill>
              <a:effectLst/>
              <a:uFillTx/>
              <a:latin typeface="游明朝"/>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標準 14">
    <p:bg>
      <p:bgPr>
        <a:blipFill rotWithShape="0">
          <a:blip r:embed="rId2"/>
          <a:tile tx="0" ty="0" sx="100000" sy="100000" algn="tl"/>
        </a:blipFill>
      </p:bgPr>
    </p:bg>
    <p:spTree>
      <p:nvGrpSpPr>
        <p:cNvPr id="1" name=""/>
        <p:cNvGrpSpPr/>
        <p:nvPr/>
      </p:nvGrpSpPr>
      <p:grpSpPr>
        <a:xfrm>
          <a:off x="0" y="0"/>
          <a:ext cx="0" cy="0"/>
          <a:chOff x="0" y="0"/>
          <a:chExt cx="0" cy="0"/>
        </a:xfrm>
      </p:grpSpPr>
      <p:sp>
        <p:nvSpPr>
          <p:cNvPr id="239" name="Rectangle 6"/>
          <p:cNvSpPr/>
          <p:nvPr/>
        </p:nvSpPr>
        <p:spPr>
          <a:xfrm>
            <a:off x="0" y="1235160"/>
            <a:ext cx="9905760" cy="31860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240" name="Rectangle 7"/>
          <p:cNvSpPr/>
          <p:nvPr/>
        </p:nvSpPr>
        <p:spPr>
          <a:xfrm>
            <a:off x="0" y="1279440"/>
            <a:ext cx="577440" cy="2282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241" name="Rectangle 8"/>
          <p:cNvSpPr/>
          <p:nvPr/>
        </p:nvSpPr>
        <p:spPr>
          <a:xfrm>
            <a:off x="639720" y="1279440"/>
            <a:ext cx="9266040" cy="22824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242" name="PlaceHolder 1"/>
          <p:cNvSpPr>
            <a:spLocks noGrp="1"/>
          </p:cNvSpPr>
          <p:nvPr>
            <p:ph type="title"/>
          </p:nvPr>
        </p:nvSpPr>
        <p:spPr>
          <a:xfrm>
            <a:off x="577800" y="272880"/>
            <a:ext cx="8832600" cy="869760"/>
          </a:xfrm>
          <a:prstGeom prst="rect">
            <a:avLst/>
          </a:prstGeom>
          <a:noFill/>
          <a:ln w="9360">
            <a:noFill/>
          </a:ln>
        </p:spPr>
        <p:txBody>
          <a:bodyPr numCol="1" spcCol="0" lIns="91440" rIns="91440" tIns="45720" bIns="45720" anchor="ctr">
            <a:noAutofit/>
          </a:bodyPr>
          <a:p>
            <a:pPr indent="0">
              <a:lnSpc>
                <a:spcPct val="100000"/>
              </a:lnSpc>
              <a:buNone/>
            </a:pPr>
            <a:r>
              <a:rPr b="0" lang="ja-JP" sz="3600" strike="noStrike" u="none">
                <a:solidFill>
                  <a:schemeClr val="dk1"/>
                </a:solidFill>
                <a:effectLst/>
                <a:uFillTx/>
                <a:latin typeface="ＭＳ Ｐゴシック"/>
                <a:ea typeface="ＭＳ Ｐゴシック"/>
              </a:rPr>
              <a:t>マスター タイトルの書式設定</a:t>
            </a:r>
            <a:endParaRPr b="0" lang="en-US" sz="3600" strike="noStrike" u="none">
              <a:solidFill>
                <a:schemeClr val="dk1"/>
              </a:solidFill>
              <a:effectLst/>
              <a:uFillTx/>
              <a:latin typeface="Tw Cen MT"/>
            </a:endParaRPr>
          </a:p>
        </p:txBody>
      </p:sp>
      <p:sp>
        <p:nvSpPr>
          <p:cNvPr id="243" name="PlaceHolder 2"/>
          <p:cNvSpPr>
            <a:spLocks noGrp="1"/>
          </p:cNvSpPr>
          <p:nvPr>
            <p:ph type="body"/>
          </p:nvPr>
        </p:nvSpPr>
        <p:spPr>
          <a:xfrm>
            <a:off x="660240" y="2438280"/>
            <a:ext cx="4209840" cy="3580920"/>
          </a:xfrm>
          <a:prstGeom prst="rect">
            <a:avLst/>
          </a:prstGeom>
          <a:noFill/>
          <a:ln w="9360">
            <a:noFill/>
          </a:ln>
        </p:spPr>
        <p:txBody>
          <a:bodyPr numCol="1" spcCol="0" lIns="91440" rIns="91440" tIns="45720" bIns="45720" anchor="t">
            <a:noAutofit/>
          </a:bodyPr>
          <a:p>
            <a:pPr marL="318960" indent="-318960">
              <a:lnSpc>
                <a:spcPct val="100000"/>
              </a:lnSpc>
              <a:spcBef>
                <a:spcPts val="700"/>
              </a:spcBef>
              <a:buClr>
                <a:srgbClr val="feb80a"/>
              </a:buClr>
              <a:buSzPct val="60000"/>
              <a:buFont typeface="Wingdings" charset="2"/>
              <a:buChar char=""/>
            </a:pPr>
            <a:r>
              <a:rPr b="0" lang="ja-JP" sz="2900" strike="noStrike" u="none">
                <a:solidFill>
                  <a:schemeClr val="dk1"/>
                </a:solidFill>
                <a:effectLst/>
                <a:uFillTx/>
                <a:latin typeface="ＭＳ Ｐゴシック"/>
                <a:ea typeface="ＭＳ Ｐゴシック"/>
              </a:rPr>
              <a:t>マスター テキストの書式設定</a:t>
            </a:r>
            <a:endParaRPr b="0" lang="en-US" sz="2900" strike="noStrike" u="none">
              <a:solidFill>
                <a:schemeClr val="dk1"/>
              </a:solidFill>
              <a:effectLst/>
              <a:uFillTx/>
              <a:latin typeface="ＭＳ Ｐゴシック"/>
            </a:endParaRPr>
          </a:p>
          <a:p>
            <a:pPr lvl="1" marL="639720" indent="-272880">
              <a:lnSpc>
                <a:spcPct val="100000"/>
              </a:lnSpc>
              <a:spcBef>
                <a:spcPts val="550"/>
              </a:spcBef>
              <a:buClr>
                <a:srgbClr val="3891a7"/>
              </a:buClr>
              <a:buSzPct val="70000"/>
              <a:buFont typeface="Wingdings 2" charset="2"/>
              <a:buChar char=""/>
            </a:pPr>
            <a:r>
              <a:rPr b="0" lang="ja-JP" sz="2600" strike="noStrike" u="none">
                <a:solidFill>
                  <a:schemeClr val="dk1"/>
                </a:solidFill>
                <a:effectLst/>
                <a:uFillTx/>
                <a:latin typeface="ＭＳ Ｐゴシック"/>
                <a:ea typeface="ＭＳ Ｐゴシック"/>
              </a:rPr>
              <a:t>第 </a:t>
            </a:r>
            <a:r>
              <a:rPr b="0" lang="en-US" sz="2600" strike="noStrike" u="none">
                <a:solidFill>
                  <a:schemeClr val="dk1"/>
                </a:solidFill>
                <a:effectLst/>
                <a:uFillTx/>
                <a:latin typeface="ＭＳ Ｐゴシック"/>
                <a:ea typeface="ＭＳ Ｐゴシック"/>
              </a:rPr>
              <a:t>2 </a:t>
            </a:r>
            <a:r>
              <a:rPr b="0" lang="ja-JP" sz="2600" strike="noStrike" u="none">
                <a:solidFill>
                  <a:schemeClr val="dk1"/>
                </a:solidFill>
                <a:effectLst/>
                <a:uFillTx/>
                <a:latin typeface="ＭＳ Ｐゴシック"/>
                <a:ea typeface="ＭＳ Ｐゴシック"/>
              </a:rPr>
              <a:t>レベル</a:t>
            </a:r>
            <a:endParaRPr b="0" lang="en-US" sz="2600" strike="noStrike" u="none">
              <a:solidFill>
                <a:schemeClr val="dk1"/>
              </a:solidFill>
              <a:effectLst/>
              <a:uFillTx/>
              <a:latin typeface="ＭＳ Ｐゴシック"/>
            </a:endParaRPr>
          </a:p>
          <a:p>
            <a:pPr lvl="2" marL="914400" indent="-228600">
              <a:lnSpc>
                <a:spcPct val="100000"/>
              </a:lnSpc>
              <a:spcBef>
                <a:spcPts val="499"/>
              </a:spcBef>
              <a:buClr>
                <a:srgbClr val="feb80a"/>
              </a:buClr>
              <a:buSzPct val="75000"/>
              <a:buFont typeface="Wingdings" charset="2"/>
              <a:buChar char=""/>
            </a:pPr>
            <a:r>
              <a:rPr b="0" lang="ja-JP" sz="2300" strike="noStrike" u="none">
                <a:solidFill>
                  <a:schemeClr val="dk1"/>
                </a:solidFill>
                <a:effectLst/>
                <a:uFillTx/>
                <a:latin typeface="ＭＳ Ｐゴシック"/>
                <a:ea typeface="ＭＳ Ｐゴシック"/>
              </a:rPr>
              <a:t>第 </a:t>
            </a:r>
            <a:r>
              <a:rPr b="0" lang="en-US" sz="2300" strike="noStrike" u="none">
                <a:solidFill>
                  <a:schemeClr val="dk1"/>
                </a:solidFill>
                <a:effectLst/>
                <a:uFillTx/>
                <a:latin typeface="ＭＳ Ｐゴシック"/>
                <a:ea typeface="ＭＳ Ｐゴシック"/>
              </a:rPr>
              <a:t>3 </a:t>
            </a:r>
            <a:r>
              <a:rPr b="0" lang="ja-JP" sz="2300" strike="noStrike" u="none">
                <a:solidFill>
                  <a:schemeClr val="dk1"/>
                </a:solidFill>
                <a:effectLst/>
                <a:uFillTx/>
                <a:latin typeface="ＭＳ Ｐゴシック"/>
                <a:ea typeface="ＭＳ Ｐゴシック"/>
              </a:rPr>
              <a:t>レベル</a:t>
            </a:r>
            <a:endParaRPr b="0" lang="en-US" sz="2300" strike="noStrike" u="none">
              <a:solidFill>
                <a:schemeClr val="dk1"/>
              </a:solidFill>
              <a:effectLst/>
              <a:uFillTx/>
              <a:latin typeface="ＭＳ Ｐゴシック"/>
            </a:endParaRPr>
          </a:p>
          <a:p>
            <a:pPr lvl="3" marL="1371600" indent="-228600">
              <a:lnSpc>
                <a:spcPct val="100000"/>
              </a:lnSpc>
              <a:spcBef>
                <a:spcPts val="400"/>
              </a:spcBef>
              <a:buClr>
                <a:srgbClr val="c32d2e"/>
              </a:buClr>
              <a:buSzPct val="7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4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a:p>
            <a:pPr lvl="4" marL="1828800" indent="-228600">
              <a:lnSpc>
                <a:spcPct val="100000"/>
              </a:lnSpc>
              <a:spcBef>
                <a:spcPts val="400"/>
              </a:spcBef>
              <a:buClr>
                <a:srgbClr val="84aa33"/>
              </a:buClr>
              <a:buSzPct val="6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5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p:txBody>
      </p:sp>
      <p:sp>
        <p:nvSpPr>
          <p:cNvPr id="244" name="PlaceHolder 3"/>
          <p:cNvSpPr>
            <a:spLocks noGrp="1"/>
          </p:cNvSpPr>
          <p:nvPr>
            <p:ph type="body"/>
          </p:nvPr>
        </p:nvSpPr>
        <p:spPr>
          <a:xfrm>
            <a:off x="5200560" y="2438280"/>
            <a:ext cx="4209840" cy="3580920"/>
          </a:xfrm>
          <a:prstGeom prst="rect">
            <a:avLst/>
          </a:prstGeom>
          <a:noFill/>
          <a:ln w="9360">
            <a:noFill/>
          </a:ln>
        </p:spPr>
        <p:txBody>
          <a:bodyPr numCol="1" spcCol="0" lIns="91440" rIns="91440" tIns="45720" bIns="45720" anchor="t">
            <a:noAutofit/>
          </a:bodyPr>
          <a:p>
            <a:pPr marL="318960" indent="-318960">
              <a:lnSpc>
                <a:spcPct val="100000"/>
              </a:lnSpc>
              <a:spcBef>
                <a:spcPts val="700"/>
              </a:spcBef>
              <a:buClr>
                <a:srgbClr val="feb80a"/>
              </a:buClr>
              <a:buSzPct val="60000"/>
              <a:buFont typeface="Wingdings" charset="2"/>
              <a:buChar char=""/>
            </a:pPr>
            <a:r>
              <a:rPr b="0" lang="ja-JP" sz="2900" strike="noStrike" u="none">
                <a:solidFill>
                  <a:schemeClr val="dk1"/>
                </a:solidFill>
                <a:effectLst/>
                <a:uFillTx/>
                <a:latin typeface="ＭＳ Ｐゴシック"/>
                <a:ea typeface="ＭＳ Ｐゴシック"/>
              </a:rPr>
              <a:t>マスター テキストの書式設定</a:t>
            </a:r>
            <a:endParaRPr b="0" lang="en-US" sz="2900" strike="noStrike" u="none">
              <a:solidFill>
                <a:schemeClr val="dk1"/>
              </a:solidFill>
              <a:effectLst/>
              <a:uFillTx/>
              <a:latin typeface="ＭＳ Ｐゴシック"/>
            </a:endParaRPr>
          </a:p>
          <a:p>
            <a:pPr lvl="1" marL="639720" indent="-272880">
              <a:lnSpc>
                <a:spcPct val="100000"/>
              </a:lnSpc>
              <a:spcBef>
                <a:spcPts val="550"/>
              </a:spcBef>
              <a:buClr>
                <a:srgbClr val="3891a7"/>
              </a:buClr>
              <a:buSzPct val="70000"/>
              <a:buFont typeface="Wingdings 2" charset="2"/>
              <a:buChar char=""/>
            </a:pPr>
            <a:r>
              <a:rPr b="0" lang="ja-JP" sz="2600" strike="noStrike" u="none">
                <a:solidFill>
                  <a:schemeClr val="dk1"/>
                </a:solidFill>
                <a:effectLst/>
                <a:uFillTx/>
                <a:latin typeface="ＭＳ Ｐゴシック"/>
                <a:ea typeface="ＭＳ Ｐゴシック"/>
              </a:rPr>
              <a:t>第 </a:t>
            </a:r>
            <a:r>
              <a:rPr b="0" lang="en-US" sz="2600" strike="noStrike" u="none">
                <a:solidFill>
                  <a:schemeClr val="dk1"/>
                </a:solidFill>
                <a:effectLst/>
                <a:uFillTx/>
                <a:latin typeface="ＭＳ Ｐゴシック"/>
                <a:ea typeface="ＭＳ Ｐゴシック"/>
              </a:rPr>
              <a:t>2 </a:t>
            </a:r>
            <a:r>
              <a:rPr b="0" lang="ja-JP" sz="2600" strike="noStrike" u="none">
                <a:solidFill>
                  <a:schemeClr val="dk1"/>
                </a:solidFill>
                <a:effectLst/>
                <a:uFillTx/>
                <a:latin typeface="ＭＳ Ｐゴシック"/>
                <a:ea typeface="ＭＳ Ｐゴシック"/>
              </a:rPr>
              <a:t>レベル</a:t>
            </a:r>
            <a:endParaRPr b="0" lang="en-US" sz="2600" strike="noStrike" u="none">
              <a:solidFill>
                <a:schemeClr val="dk1"/>
              </a:solidFill>
              <a:effectLst/>
              <a:uFillTx/>
              <a:latin typeface="ＭＳ Ｐゴシック"/>
            </a:endParaRPr>
          </a:p>
          <a:p>
            <a:pPr lvl="2" marL="914400" indent="-228600">
              <a:lnSpc>
                <a:spcPct val="100000"/>
              </a:lnSpc>
              <a:spcBef>
                <a:spcPts val="499"/>
              </a:spcBef>
              <a:buClr>
                <a:srgbClr val="feb80a"/>
              </a:buClr>
              <a:buSzPct val="75000"/>
              <a:buFont typeface="Wingdings" charset="2"/>
              <a:buChar char=""/>
            </a:pPr>
            <a:r>
              <a:rPr b="0" lang="ja-JP" sz="2300" strike="noStrike" u="none">
                <a:solidFill>
                  <a:schemeClr val="dk1"/>
                </a:solidFill>
                <a:effectLst/>
                <a:uFillTx/>
                <a:latin typeface="ＭＳ Ｐゴシック"/>
                <a:ea typeface="ＭＳ Ｐゴシック"/>
              </a:rPr>
              <a:t>第 </a:t>
            </a:r>
            <a:r>
              <a:rPr b="0" lang="en-US" sz="2300" strike="noStrike" u="none">
                <a:solidFill>
                  <a:schemeClr val="dk1"/>
                </a:solidFill>
                <a:effectLst/>
                <a:uFillTx/>
                <a:latin typeface="ＭＳ Ｐゴシック"/>
                <a:ea typeface="ＭＳ Ｐゴシック"/>
              </a:rPr>
              <a:t>3 </a:t>
            </a:r>
            <a:r>
              <a:rPr b="0" lang="ja-JP" sz="2300" strike="noStrike" u="none">
                <a:solidFill>
                  <a:schemeClr val="dk1"/>
                </a:solidFill>
                <a:effectLst/>
                <a:uFillTx/>
                <a:latin typeface="ＭＳ Ｐゴシック"/>
                <a:ea typeface="ＭＳ Ｐゴシック"/>
              </a:rPr>
              <a:t>レベル</a:t>
            </a:r>
            <a:endParaRPr b="0" lang="en-US" sz="2300" strike="noStrike" u="none">
              <a:solidFill>
                <a:schemeClr val="dk1"/>
              </a:solidFill>
              <a:effectLst/>
              <a:uFillTx/>
              <a:latin typeface="ＭＳ Ｐゴシック"/>
            </a:endParaRPr>
          </a:p>
          <a:p>
            <a:pPr lvl="3" marL="1371600" indent="-228600">
              <a:lnSpc>
                <a:spcPct val="100000"/>
              </a:lnSpc>
              <a:spcBef>
                <a:spcPts val="400"/>
              </a:spcBef>
              <a:buClr>
                <a:srgbClr val="c32d2e"/>
              </a:buClr>
              <a:buSzPct val="7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4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a:p>
            <a:pPr lvl="4" marL="1828800" indent="-228600">
              <a:lnSpc>
                <a:spcPct val="100000"/>
              </a:lnSpc>
              <a:spcBef>
                <a:spcPts val="400"/>
              </a:spcBef>
              <a:buClr>
                <a:srgbClr val="84aa33"/>
              </a:buClr>
              <a:buSzPct val="6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5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p:txBody>
      </p:sp>
      <p:sp>
        <p:nvSpPr>
          <p:cNvPr id="245" name="PlaceHolder 4"/>
          <p:cNvSpPr>
            <a:spLocks noGrp="1"/>
          </p:cNvSpPr>
          <p:nvPr>
            <p:ph type="body"/>
          </p:nvPr>
        </p:nvSpPr>
        <p:spPr>
          <a:xfrm>
            <a:off x="660240" y="1752480"/>
            <a:ext cx="4209840" cy="639720"/>
          </a:xfrm>
          <a:prstGeom prst="rect">
            <a:avLst/>
          </a:prstGeom>
          <a:solidFill>
            <a:schemeClr val="accent2"/>
          </a:solidFill>
          <a:ln w="9360">
            <a:noFill/>
          </a:ln>
        </p:spPr>
        <p:txBody>
          <a:bodyPr numCol="1" spcCol="0" lIns="91440" rIns="91440" tIns="45720" bIns="45720" anchor="ctr">
            <a:noAutofit/>
          </a:bodyPr>
          <a:p>
            <a:pPr indent="0">
              <a:lnSpc>
                <a:spcPct val="100000"/>
              </a:lnSpc>
              <a:spcBef>
                <a:spcPts val="700"/>
              </a:spcBef>
              <a:buNone/>
              <a:tabLst>
                <a:tab algn="l" pos="0"/>
              </a:tabLst>
            </a:pPr>
            <a:r>
              <a:rPr b="1" lang="ja-JP" sz="2000" strike="noStrike" u="none">
                <a:solidFill>
                  <a:srgbClr val="ffffff"/>
                </a:solidFill>
                <a:effectLst/>
                <a:uFillTx/>
                <a:latin typeface="ＭＳ Ｐゴシック"/>
                <a:ea typeface="ＭＳ Ｐゴシック"/>
              </a:rPr>
              <a:t>マスター テキストの書式設定</a:t>
            </a:r>
            <a:endParaRPr b="0" lang="en-US" sz="2000" strike="noStrike" u="none">
              <a:solidFill>
                <a:schemeClr val="dk1"/>
              </a:solidFill>
              <a:effectLst/>
              <a:uFillTx/>
              <a:latin typeface="ＭＳ Ｐゴシック"/>
            </a:endParaRPr>
          </a:p>
        </p:txBody>
      </p:sp>
      <p:sp>
        <p:nvSpPr>
          <p:cNvPr id="246" name="PlaceHolder 5"/>
          <p:cNvSpPr>
            <a:spLocks noGrp="1"/>
          </p:cNvSpPr>
          <p:nvPr>
            <p:ph type="body"/>
          </p:nvPr>
        </p:nvSpPr>
        <p:spPr>
          <a:xfrm>
            <a:off x="5200560" y="1752480"/>
            <a:ext cx="4209840" cy="639720"/>
          </a:xfrm>
          <a:prstGeom prst="rect">
            <a:avLst/>
          </a:prstGeom>
          <a:solidFill>
            <a:schemeClr val="accent4"/>
          </a:solidFill>
          <a:ln w="9360">
            <a:noFill/>
          </a:ln>
        </p:spPr>
        <p:txBody>
          <a:bodyPr numCol="1" spcCol="0" lIns="91440" rIns="91440" tIns="45720" bIns="45720" anchor="ctr">
            <a:noAutofit/>
          </a:bodyPr>
          <a:p>
            <a:pPr indent="0">
              <a:lnSpc>
                <a:spcPct val="100000"/>
              </a:lnSpc>
              <a:spcBef>
                <a:spcPts val="700"/>
              </a:spcBef>
              <a:buNone/>
              <a:tabLst>
                <a:tab algn="l" pos="0"/>
              </a:tabLst>
            </a:pPr>
            <a:r>
              <a:rPr b="1" lang="ja-JP" sz="2000" strike="noStrike" u="none">
                <a:solidFill>
                  <a:srgbClr val="ffffff"/>
                </a:solidFill>
                <a:effectLst/>
                <a:uFillTx/>
                <a:latin typeface="ＭＳ Ｐゴシック"/>
                <a:ea typeface="ＭＳ Ｐゴシック"/>
              </a:rPr>
              <a:t>マスター テキストの書式設定</a:t>
            </a:r>
            <a:endParaRPr b="0" lang="en-US" sz="2000" strike="noStrike" u="none">
              <a:solidFill>
                <a:schemeClr val="dk1"/>
              </a:solidFill>
              <a:effectLst/>
              <a:uFillTx/>
              <a:latin typeface="ＭＳ Ｐゴシック"/>
            </a:endParaRPr>
          </a:p>
        </p:txBody>
      </p:sp>
      <p:sp>
        <p:nvSpPr>
          <p:cNvPr id="247" name="PlaceHolder 6"/>
          <p:cNvSpPr>
            <a:spLocks noGrp="1"/>
          </p:cNvSpPr>
          <p:nvPr>
            <p:ph type="dt" idx="83"/>
          </p:nvPr>
        </p:nvSpPr>
        <p:spPr>
          <a:xfrm>
            <a:off x="6603840" y="6248520"/>
            <a:ext cx="2889000" cy="364680"/>
          </a:xfrm>
          <a:prstGeom prst="rect">
            <a:avLst/>
          </a:prstGeom>
          <a:noFill/>
          <a:ln w="0">
            <a:noFill/>
          </a:ln>
        </p:spPr>
        <p:txBody>
          <a:bodyPr lIns="90000" rIns="90000" tIns="45000" bIns="45000" anchor="ctr">
            <a:noAutofit/>
          </a:bodyPr>
          <a:lstStyle>
            <a:lvl1pPr indent="0">
              <a:lnSpc>
                <a:spcPct val="100000"/>
              </a:lnSpc>
              <a:buNone/>
              <a:defRPr b="0" lang="en-US" sz="1400" strike="noStrike" u="none">
                <a:solidFill>
                  <a:srgbClr val="000000"/>
                </a:solidFill>
                <a:effectLst/>
                <a:uFillTx/>
                <a:latin typeface="ＭＳ Ｐゴシック"/>
                <a:ea typeface="ＭＳ Ｐゴシック"/>
              </a:defRPr>
            </a:lvl1pPr>
          </a:lstStyle>
          <a:p>
            <a:pPr indent="0">
              <a:lnSpc>
                <a:spcPct val="100000"/>
              </a:lnSpc>
              <a:buNone/>
            </a:pPr>
            <a:r>
              <a:rPr b="0" lang="en-US" sz="1400" strike="noStrike" u="none">
                <a:solidFill>
                  <a:srgbClr val="000000"/>
                </a:solidFill>
                <a:effectLst/>
                <a:uFillTx/>
                <a:latin typeface="ＭＳ Ｐゴシック"/>
                <a:ea typeface="ＭＳ Ｐゴシック"/>
              </a:rPr>
              <a:t>&lt;日付/時刻&gt;</a:t>
            </a:r>
            <a:endParaRPr b="0" lang="en-US" sz="1400" strike="noStrike" u="none">
              <a:solidFill>
                <a:srgbClr val="000000"/>
              </a:solidFill>
              <a:effectLst/>
              <a:uFillTx/>
              <a:latin typeface="游明朝"/>
            </a:endParaRPr>
          </a:p>
        </p:txBody>
      </p:sp>
      <p:sp>
        <p:nvSpPr>
          <p:cNvPr id="248" name="PlaceHolder 7"/>
          <p:cNvSpPr>
            <a:spLocks noGrp="1"/>
          </p:cNvSpPr>
          <p:nvPr>
            <p:ph type="sldNum" idx="84"/>
          </p:nvPr>
        </p:nvSpPr>
        <p:spPr>
          <a:xfrm>
            <a:off x="9328320" y="6597720"/>
            <a:ext cx="577440" cy="244080"/>
          </a:xfrm>
          <a:prstGeom prst="rect">
            <a:avLst/>
          </a:prstGeom>
          <a:noFill/>
          <a:ln w="0">
            <a:noFill/>
          </a:ln>
        </p:spPr>
        <p:txBody>
          <a:bodyPr lIns="90000" rIns="90000" tIns="45000" bIns="45000" anchor="ctr">
            <a:noAutofit/>
          </a:bodyPr>
          <a:lstStyle>
            <a:lvl1pPr indent="0" algn="ctr">
              <a:lnSpc>
                <a:spcPct val="100000"/>
              </a:lnSpc>
              <a:buNone/>
              <a:defRPr b="1" lang="en-US" sz="1400" strike="noStrike" u="none">
                <a:solidFill>
                  <a:srgbClr val="000000"/>
                </a:solidFill>
                <a:effectLst/>
                <a:uFillTx/>
                <a:latin typeface="ＭＳ Ｐゴシック"/>
                <a:ea typeface="ＭＳ Ｐゴシック"/>
              </a:defRPr>
            </a:lvl1pPr>
          </a:lstStyle>
          <a:p>
            <a:pPr indent="0" algn="ctr">
              <a:lnSpc>
                <a:spcPct val="100000"/>
              </a:lnSpc>
              <a:buNone/>
            </a:pPr>
            <a:fld id="{A4C4702C-15DD-477F-AB97-3467F3845F95}" type="slidenum">
              <a:rPr b="1" lang="en-US" sz="1400" strike="noStrike" u="none">
                <a:solidFill>
                  <a:srgbClr val="000000"/>
                </a:solidFill>
                <a:effectLst/>
                <a:uFillTx/>
                <a:latin typeface="ＭＳ Ｐゴシック"/>
                <a:ea typeface="ＭＳ Ｐゴシック"/>
              </a:rPr>
              <a:t>&lt;番号&gt;</a:t>
            </a:fld>
            <a:endParaRPr b="0" lang="en-US" sz="1400" strike="noStrike" u="none">
              <a:solidFill>
                <a:srgbClr val="000000"/>
              </a:solidFill>
              <a:effectLst/>
              <a:uFillTx/>
              <a:latin typeface="游明朝"/>
            </a:endParaRPr>
          </a:p>
        </p:txBody>
      </p:sp>
      <p:sp>
        <p:nvSpPr>
          <p:cNvPr id="249" name="PlaceHolder 8"/>
          <p:cNvSpPr>
            <a:spLocks noGrp="1"/>
          </p:cNvSpPr>
          <p:nvPr>
            <p:ph type="ftr" idx="85"/>
          </p:nvPr>
        </p:nvSpPr>
        <p:spPr>
          <a:xfrm>
            <a:off x="660240" y="6248520"/>
            <a:ext cx="5871960" cy="364680"/>
          </a:xfrm>
          <a:prstGeom prst="rect">
            <a:avLst/>
          </a:prstGeom>
          <a:noFill/>
          <a:ln w="0">
            <a:noFill/>
          </a:ln>
        </p:spPr>
        <p:txBody>
          <a:bodyPr numCol="1" spcCol="0" lIns="91440" rIns="91440" tIns="45720" bIns="45720" anchor="ctr">
            <a:noAutofit/>
          </a:bodyPr>
          <a:lstStyle>
            <a:lvl1pPr indent="0" algn="ctr">
              <a:buNone/>
              <a:defRPr b="0" lang="en-US" sz="1400" strike="noStrike" u="none">
                <a:solidFill>
                  <a:srgbClr val="000000"/>
                </a:solidFill>
                <a:effectLst/>
                <a:uFillTx/>
                <a:latin typeface="游明朝"/>
              </a:defRPr>
            </a:lvl1pPr>
          </a:lstStyle>
          <a:p>
            <a:pPr indent="0" algn="ctr">
              <a:buNone/>
            </a:pPr>
            <a:r>
              <a:rPr b="0" lang="en-US" sz="1400" strike="noStrike" u="none">
                <a:solidFill>
                  <a:srgbClr val="000000"/>
                </a:solidFill>
                <a:effectLst/>
                <a:uFillTx/>
                <a:latin typeface="游明朝"/>
              </a:rPr>
              <a:t>&lt;フッター&gt;</a:t>
            </a:r>
            <a:endParaRPr b="0" lang="en-US" sz="1400" strike="noStrike" u="none">
              <a:solidFill>
                <a:srgbClr val="000000"/>
              </a:solidFill>
              <a:effectLst/>
              <a:uFillTx/>
              <a:latin typeface="游明朝"/>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標準 15">
    <p:bg>
      <p:bgPr>
        <a:blipFill rotWithShape="0">
          <a:blip r:embed="rId2"/>
          <a:tile tx="0" ty="0" sx="100000" sy="100000" algn="tl"/>
        </a:blipFill>
      </p:bgPr>
    </p:bg>
    <p:spTree>
      <p:nvGrpSpPr>
        <p:cNvPr id="1" name=""/>
        <p:cNvGrpSpPr/>
        <p:nvPr/>
      </p:nvGrpSpPr>
      <p:grpSpPr>
        <a:xfrm>
          <a:off x="0" y="0"/>
          <a:ext cx="0" cy="0"/>
          <a:chOff x="0" y="0"/>
          <a:chExt cx="0" cy="0"/>
        </a:xfrm>
      </p:grpSpPr>
      <p:sp>
        <p:nvSpPr>
          <p:cNvPr id="250" name="Rectangle 6"/>
          <p:cNvSpPr/>
          <p:nvPr/>
        </p:nvSpPr>
        <p:spPr>
          <a:xfrm>
            <a:off x="0" y="1235160"/>
            <a:ext cx="9905760" cy="31860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251" name="Rectangle 7"/>
          <p:cNvSpPr/>
          <p:nvPr/>
        </p:nvSpPr>
        <p:spPr>
          <a:xfrm>
            <a:off x="0" y="1279440"/>
            <a:ext cx="577440" cy="2282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252" name="Rectangle 8"/>
          <p:cNvSpPr/>
          <p:nvPr/>
        </p:nvSpPr>
        <p:spPr>
          <a:xfrm>
            <a:off x="639720" y="1279440"/>
            <a:ext cx="9266040" cy="22824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253" name="PlaceHolder 1"/>
          <p:cNvSpPr>
            <a:spLocks noGrp="1"/>
          </p:cNvSpPr>
          <p:nvPr>
            <p:ph type="title"/>
          </p:nvPr>
        </p:nvSpPr>
        <p:spPr>
          <a:xfrm>
            <a:off x="660240" y="228600"/>
            <a:ext cx="8640360" cy="863280"/>
          </a:xfrm>
          <a:prstGeom prst="rect">
            <a:avLst/>
          </a:prstGeom>
          <a:noFill/>
          <a:ln w="9360">
            <a:noFill/>
          </a:ln>
        </p:spPr>
        <p:txBody>
          <a:bodyPr numCol="1" spcCol="0" lIns="91440" rIns="91440" tIns="45720" bIns="45720" anchor="ctr">
            <a:noAutofit/>
          </a:bodyPr>
          <a:p>
            <a:pPr indent="0">
              <a:lnSpc>
                <a:spcPct val="100000"/>
              </a:lnSpc>
              <a:buNone/>
            </a:pPr>
            <a:r>
              <a:rPr b="0" lang="ja-JP" sz="3600" strike="noStrike" u="none">
                <a:solidFill>
                  <a:schemeClr val="dk1"/>
                </a:solidFill>
                <a:effectLst/>
                <a:uFillTx/>
                <a:latin typeface="ＭＳ Ｐゴシック"/>
                <a:ea typeface="ＭＳ Ｐゴシック"/>
              </a:rPr>
              <a:t>マスター タイトルの書式設定</a:t>
            </a:r>
            <a:endParaRPr b="0" lang="en-US" sz="3600" strike="noStrike" u="none">
              <a:solidFill>
                <a:schemeClr val="dk1"/>
              </a:solidFill>
              <a:effectLst/>
              <a:uFillTx/>
              <a:latin typeface="Tw Cen MT"/>
            </a:endParaRPr>
          </a:p>
        </p:txBody>
      </p:sp>
      <p:sp>
        <p:nvSpPr>
          <p:cNvPr id="254" name="PlaceHolder 2"/>
          <p:cNvSpPr>
            <a:spLocks noGrp="1"/>
          </p:cNvSpPr>
          <p:nvPr>
            <p:ph type="dt" idx="86"/>
          </p:nvPr>
        </p:nvSpPr>
        <p:spPr>
          <a:xfrm>
            <a:off x="6603840" y="6248520"/>
            <a:ext cx="2889000" cy="364680"/>
          </a:xfrm>
          <a:prstGeom prst="rect">
            <a:avLst/>
          </a:prstGeom>
          <a:noFill/>
          <a:ln w="0">
            <a:noFill/>
          </a:ln>
        </p:spPr>
        <p:txBody>
          <a:bodyPr lIns="90000" rIns="90000" tIns="45000" bIns="45000" anchor="ctr">
            <a:noAutofit/>
          </a:bodyPr>
          <a:lstStyle>
            <a:lvl1pPr indent="0">
              <a:lnSpc>
                <a:spcPct val="100000"/>
              </a:lnSpc>
              <a:buNone/>
              <a:defRPr b="0" lang="en-US" sz="1400" strike="noStrike" u="none">
                <a:solidFill>
                  <a:srgbClr val="000000"/>
                </a:solidFill>
                <a:effectLst/>
                <a:uFillTx/>
                <a:latin typeface="ＭＳ Ｐゴシック"/>
                <a:ea typeface="ＭＳ Ｐゴシック"/>
              </a:defRPr>
            </a:lvl1pPr>
          </a:lstStyle>
          <a:p>
            <a:pPr indent="0">
              <a:lnSpc>
                <a:spcPct val="100000"/>
              </a:lnSpc>
              <a:buNone/>
            </a:pPr>
            <a:r>
              <a:rPr b="0" lang="en-US" sz="1400" strike="noStrike" u="none">
                <a:solidFill>
                  <a:srgbClr val="000000"/>
                </a:solidFill>
                <a:effectLst/>
                <a:uFillTx/>
                <a:latin typeface="ＭＳ Ｐゴシック"/>
                <a:ea typeface="ＭＳ Ｐゴシック"/>
              </a:rPr>
              <a:t>&lt;日付/時刻&gt;</a:t>
            </a:r>
            <a:endParaRPr b="0" lang="en-US" sz="1400" strike="noStrike" u="none">
              <a:solidFill>
                <a:srgbClr val="000000"/>
              </a:solidFill>
              <a:effectLst/>
              <a:uFillTx/>
              <a:latin typeface="游明朝"/>
            </a:endParaRPr>
          </a:p>
        </p:txBody>
      </p:sp>
      <p:sp>
        <p:nvSpPr>
          <p:cNvPr id="255" name="PlaceHolder 3"/>
          <p:cNvSpPr>
            <a:spLocks noGrp="1"/>
          </p:cNvSpPr>
          <p:nvPr>
            <p:ph type="ftr" idx="87"/>
          </p:nvPr>
        </p:nvSpPr>
        <p:spPr>
          <a:xfrm>
            <a:off x="660240" y="6248520"/>
            <a:ext cx="5871960" cy="364680"/>
          </a:xfrm>
          <a:prstGeom prst="rect">
            <a:avLst/>
          </a:prstGeom>
          <a:noFill/>
          <a:ln w="0">
            <a:noFill/>
          </a:ln>
        </p:spPr>
        <p:txBody>
          <a:bodyPr numCol="1" spcCol="0" lIns="91440" rIns="91440" tIns="45720" bIns="45720" anchor="ctr">
            <a:noAutofit/>
          </a:bodyPr>
          <a:lstStyle>
            <a:lvl1pPr indent="0" algn="ctr">
              <a:buNone/>
              <a:defRPr b="0" lang="en-US" sz="1400" strike="noStrike" u="none">
                <a:solidFill>
                  <a:srgbClr val="000000"/>
                </a:solidFill>
                <a:effectLst/>
                <a:uFillTx/>
                <a:latin typeface="游明朝"/>
              </a:defRPr>
            </a:lvl1pPr>
          </a:lstStyle>
          <a:p>
            <a:pPr indent="0" algn="ctr">
              <a:buNone/>
            </a:pPr>
            <a:r>
              <a:rPr b="0" lang="en-US" sz="1400" strike="noStrike" u="none">
                <a:solidFill>
                  <a:srgbClr val="000000"/>
                </a:solidFill>
                <a:effectLst/>
                <a:uFillTx/>
                <a:latin typeface="游明朝"/>
              </a:rPr>
              <a:t>&lt;フッター&gt;</a:t>
            </a:r>
            <a:endParaRPr b="0" lang="en-US" sz="1400" strike="noStrike" u="none">
              <a:solidFill>
                <a:srgbClr val="000000"/>
              </a:solidFill>
              <a:effectLst/>
              <a:uFillTx/>
              <a:latin typeface="游明朝"/>
            </a:endParaRPr>
          </a:p>
        </p:txBody>
      </p:sp>
      <p:sp>
        <p:nvSpPr>
          <p:cNvPr id="256" name="PlaceHolder 4"/>
          <p:cNvSpPr>
            <a:spLocks noGrp="1"/>
          </p:cNvSpPr>
          <p:nvPr>
            <p:ph type="sldNum" idx="88"/>
          </p:nvPr>
        </p:nvSpPr>
        <p:spPr>
          <a:xfrm>
            <a:off x="9328320" y="6597720"/>
            <a:ext cx="577440" cy="244080"/>
          </a:xfrm>
          <a:prstGeom prst="rect">
            <a:avLst/>
          </a:prstGeom>
          <a:noFill/>
          <a:ln w="0">
            <a:noFill/>
          </a:ln>
        </p:spPr>
        <p:txBody>
          <a:bodyPr lIns="90000" rIns="90000" tIns="45000" bIns="45000" anchor="ctr">
            <a:noAutofit/>
          </a:bodyPr>
          <a:lstStyle>
            <a:lvl1pPr indent="0" algn="ctr">
              <a:lnSpc>
                <a:spcPct val="100000"/>
              </a:lnSpc>
              <a:buNone/>
              <a:defRPr b="1" lang="en-US" sz="1400" strike="noStrike" u="none">
                <a:solidFill>
                  <a:srgbClr val="000000"/>
                </a:solidFill>
                <a:effectLst/>
                <a:uFillTx/>
                <a:latin typeface="ＭＳ Ｐゴシック"/>
                <a:ea typeface="ＭＳ Ｐゴシック"/>
              </a:defRPr>
            </a:lvl1pPr>
          </a:lstStyle>
          <a:p>
            <a:pPr indent="0" algn="ctr">
              <a:lnSpc>
                <a:spcPct val="100000"/>
              </a:lnSpc>
              <a:buNone/>
            </a:pPr>
            <a:fld id="{491CABC7-A311-4FFB-9CD6-E96DCA5DD9CC}" type="slidenum">
              <a:rPr b="1" lang="en-US" sz="1400" strike="noStrike" u="none">
                <a:solidFill>
                  <a:srgbClr val="000000"/>
                </a:solidFill>
                <a:effectLst/>
                <a:uFillTx/>
                <a:latin typeface="ＭＳ Ｐゴシック"/>
                <a:ea typeface="ＭＳ Ｐゴシック"/>
              </a:rPr>
              <a:t>&lt;番号&gt;</a:t>
            </a:fld>
            <a:endParaRPr b="0" lang="en-US" sz="1400" strike="noStrike" u="none">
              <a:solidFill>
                <a:srgbClr val="000000"/>
              </a:solidFill>
              <a:effectLst/>
              <a:uFillTx/>
              <a:latin typeface="游明朝"/>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標準 16">
    <p:bg>
      <p:bgPr>
        <a:blipFill rotWithShape="0">
          <a:blip r:embed="rId2"/>
          <a:tile tx="0" ty="0" sx="100000" sy="100000" algn="tl"/>
        </a:blipFill>
      </p:bgPr>
    </p:bg>
    <p:spTree>
      <p:nvGrpSpPr>
        <p:cNvPr id="1" name=""/>
        <p:cNvGrpSpPr/>
        <p:nvPr/>
      </p:nvGrpSpPr>
      <p:grpSpPr>
        <a:xfrm>
          <a:off x="0" y="0"/>
          <a:ext cx="0" cy="0"/>
          <a:chOff x="0" y="0"/>
          <a:chExt cx="0" cy="0"/>
        </a:xfrm>
      </p:grpSpPr>
      <p:sp>
        <p:nvSpPr>
          <p:cNvPr id="257" name="Rectangle 6"/>
          <p:cNvSpPr/>
          <p:nvPr/>
        </p:nvSpPr>
        <p:spPr>
          <a:xfrm>
            <a:off x="0" y="1235160"/>
            <a:ext cx="9905760" cy="31860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258" name="Rectangle 7"/>
          <p:cNvSpPr/>
          <p:nvPr/>
        </p:nvSpPr>
        <p:spPr>
          <a:xfrm>
            <a:off x="0" y="1279440"/>
            <a:ext cx="577440" cy="2282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259" name="Rectangle 8"/>
          <p:cNvSpPr/>
          <p:nvPr/>
        </p:nvSpPr>
        <p:spPr>
          <a:xfrm>
            <a:off x="639720" y="1279440"/>
            <a:ext cx="9266040" cy="22824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pic>
        <p:nvPicPr>
          <p:cNvPr id="260" name="Picture 7" descr="sm_pencil.png"/>
          <p:cNvPicPr/>
          <p:nvPr/>
        </p:nvPicPr>
        <p:blipFill>
          <a:blip r:embed="rId3"/>
          <a:stretch/>
        </p:blipFill>
        <p:spPr>
          <a:xfrm>
            <a:off x="663480" y="1755720"/>
            <a:ext cx="1749240" cy="2144520"/>
          </a:xfrm>
          <a:prstGeom prst="rect">
            <a:avLst/>
          </a:prstGeom>
          <a:noFill/>
          <a:ln cap="sq" w="50800">
            <a:solidFill>
              <a:srgbClr val="feb80a"/>
            </a:solidFill>
            <a:miter/>
          </a:ln>
        </p:spPr>
      </p:pic>
      <p:sp>
        <p:nvSpPr>
          <p:cNvPr id="261" name="PlaceHolder 1"/>
          <p:cNvSpPr>
            <a:spLocks noGrp="1"/>
          </p:cNvSpPr>
          <p:nvPr>
            <p:ph type="title"/>
          </p:nvPr>
        </p:nvSpPr>
        <p:spPr>
          <a:xfrm>
            <a:off x="660240" y="272880"/>
            <a:ext cx="8749800" cy="869760"/>
          </a:xfrm>
          <a:prstGeom prst="rect">
            <a:avLst/>
          </a:prstGeom>
          <a:noFill/>
          <a:ln w="9360">
            <a:noFill/>
          </a:ln>
        </p:spPr>
        <p:txBody>
          <a:bodyPr numCol="1" spcCol="0" lIns="91440" rIns="91440" tIns="45720" bIns="45720" anchor="ctr">
            <a:noAutofit/>
          </a:bodyPr>
          <a:p>
            <a:pPr indent="0">
              <a:lnSpc>
                <a:spcPct val="100000"/>
              </a:lnSpc>
              <a:buNone/>
            </a:pPr>
            <a:r>
              <a:rPr b="0" lang="ja-JP" sz="3600" strike="noStrike" u="none">
                <a:solidFill>
                  <a:schemeClr val="dk1"/>
                </a:solidFill>
                <a:effectLst/>
                <a:uFillTx/>
                <a:latin typeface="ＭＳ Ｐゴシック"/>
                <a:ea typeface="ＭＳ Ｐゴシック"/>
              </a:rPr>
              <a:t>マスター タイトルの書式設定</a:t>
            </a:r>
            <a:endParaRPr b="0" lang="en-US" sz="3600" strike="noStrike" u="none">
              <a:solidFill>
                <a:schemeClr val="dk1"/>
              </a:solidFill>
              <a:effectLst/>
              <a:uFillTx/>
              <a:latin typeface="Tw Cen MT"/>
            </a:endParaRPr>
          </a:p>
        </p:txBody>
      </p:sp>
      <p:sp>
        <p:nvSpPr>
          <p:cNvPr id="262" name="PlaceHolder 2"/>
          <p:cNvSpPr>
            <a:spLocks noGrp="1"/>
          </p:cNvSpPr>
          <p:nvPr>
            <p:ph type="body"/>
          </p:nvPr>
        </p:nvSpPr>
        <p:spPr>
          <a:xfrm>
            <a:off x="2558880" y="1752480"/>
            <a:ext cx="6933960" cy="4419360"/>
          </a:xfrm>
          <a:prstGeom prst="rect">
            <a:avLst/>
          </a:prstGeom>
          <a:noFill/>
          <a:ln w="9360">
            <a:noFill/>
          </a:ln>
        </p:spPr>
        <p:txBody>
          <a:bodyPr numCol="1" spcCol="0" lIns="91440" rIns="91440" tIns="45720" bIns="45720" anchor="t">
            <a:noAutofit/>
          </a:bodyPr>
          <a:p>
            <a:pPr marL="318960" indent="-318960">
              <a:lnSpc>
                <a:spcPct val="100000"/>
              </a:lnSpc>
              <a:spcBef>
                <a:spcPts val="700"/>
              </a:spcBef>
              <a:buClr>
                <a:srgbClr val="feb80a"/>
              </a:buClr>
              <a:buSzPct val="60000"/>
              <a:buFont typeface="Wingdings" charset="2"/>
              <a:buChar char=""/>
            </a:pPr>
            <a:r>
              <a:rPr b="0" lang="ja-JP" sz="2900" strike="noStrike" u="none">
                <a:solidFill>
                  <a:schemeClr val="dk1"/>
                </a:solidFill>
                <a:effectLst/>
                <a:uFillTx/>
                <a:latin typeface="ＭＳ Ｐゴシック"/>
                <a:ea typeface="ＭＳ Ｐゴシック"/>
              </a:rPr>
              <a:t>マスター テキストの書式設定</a:t>
            </a:r>
            <a:endParaRPr b="0" lang="en-US" sz="2900" strike="noStrike" u="none">
              <a:solidFill>
                <a:schemeClr val="dk1"/>
              </a:solidFill>
              <a:effectLst/>
              <a:uFillTx/>
              <a:latin typeface="ＭＳ Ｐゴシック"/>
            </a:endParaRPr>
          </a:p>
          <a:p>
            <a:pPr lvl="1" marL="639720" indent="-272880">
              <a:lnSpc>
                <a:spcPct val="100000"/>
              </a:lnSpc>
              <a:spcBef>
                <a:spcPts val="550"/>
              </a:spcBef>
              <a:buClr>
                <a:srgbClr val="3891a7"/>
              </a:buClr>
              <a:buSzPct val="70000"/>
              <a:buFont typeface="Wingdings 2" charset="2"/>
              <a:buChar char=""/>
            </a:pPr>
            <a:r>
              <a:rPr b="0" lang="ja-JP" sz="2600" strike="noStrike" u="none">
                <a:solidFill>
                  <a:schemeClr val="dk1"/>
                </a:solidFill>
                <a:effectLst/>
                <a:uFillTx/>
                <a:latin typeface="ＭＳ Ｐゴシック"/>
                <a:ea typeface="ＭＳ Ｐゴシック"/>
              </a:rPr>
              <a:t>第 </a:t>
            </a:r>
            <a:r>
              <a:rPr b="0" lang="en-US" sz="2600" strike="noStrike" u="none">
                <a:solidFill>
                  <a:schemeClr val="dk1"/>
                </a:solidFill>
                <a:effectLst/>
                <a:uFillTx/>
                <a:latin typeface="ＭＳ Ｐゴシック"/>
                <a:ea typeface="ＭＳ Ｐゴシック"/>
              </a:rPr>
              <a:t>2 </a:t>
            </a:r>
            <a:r>
              <a:rPr b="0" lang="ja-JP" sz="2600" strike="noStrike" u="none">
                <a:solidFill>
                  <a:schemeClr val="dk1"/>
                </a:solidFill>
                <a:effectLst/>
                <a:uFillTx/>
                <a:latin typeface="ＭＳ Ｐゴシック"/>
                <a:ea typeface="ＭＳ Ｐゴシック"/>
              </a:rPr>
              <a:t>レベル</a:t>
            </a:r>
            <a:endParaRPr b="0" lang="en-US" sz="2600" strike="noStrike" u="none">
              <a:solidFill>
                <a:schemeClr val="dk1"/>
              </a:solidFill>
              <a:effectLst/>
              <a:uFillTx/>
              <a:latin typeface="ＭＳ Ｐゴシック"/>
            </a:endParaRPr>
          </a:p>
          <a:p>
            <a:pPr lvl="2" marL="914400" indent="-228600">
              <a:lnSpc>
                <a:spcPct val="100000"/>
              </a:lnSpc>
              <a:spcBef>
                <a:spcPts val="499"/>
              </a:spcBef>
              <a:buClr>
                <a:srgbClr val="feb80a"/>
              </a:buClr>
              <a:buSzPct val="75000"/>
              <a:buFont typeface="Wingdings" charset="2"/>
              <a:buChar char=""/>
            </a:pPr>
            <a:r>
              <a:rPr b="0" lang="ja-JP" sz="2300" strike="noStrike" u="none">
                <a:solidFill>
                  <a:schemeClr val="dk1"/>
                </a:solidFill>
                <a:effectLst/>
                <a:uFillTx/>
                <a:latin typeface="ＭＳ Ｐゴシック"/>
                <a:ea typeface="ＭＳ Ｐゴシック"/>
              </a:rPr>
              <a:t>第 </a:t>
            </a:r>
            <a:r>
              <a:rPr b="0" lang="en-US" sz="2300" strike="noStrike" u="none">
                <a:solidFill>
                  <a:schemeClr val="dk1"/>
                </a:solidFill>
                <a:effectLst/>
                <a:uFillTx/>
                <a:latin typeface="ＭＳ Ｐゴシック"/>
                <a:ea typeface="ＭＳ Ｐゴシック"/>
              </a:rPr>
              <a:t>3 </a:t>
            </a:r>
            <a:r>
              <a:rPr b="0" lang="ja-JP" sz="2300" strike="noStrike" u="none">
                <a:solidFill>
                  <a:schemeClr val="dk1"/>
                </a:solidFill>
                <a:effectLst/>
                <a:uFillTx/>
                <a:latin typeface="ＭＳ Ｐゴシック"/>
                <a:ea typeface="ＭＳ Ｐゴシック"/>
              </a:rPr>
              <a:t>レベル</a:t>
            </a:r>
            <a:endParaRPr b="0" lang="en-US" sz="2300" strike="noStrike" u="none">
              <a:solidFill>
                <a:schemeClr val="dk1"/>
              </a:solidFill>
              <a:effectLst/>
              <a:uFillTx/>
              <a:latin typeface="ＭＳ Ｐゴシック"/>
            </a:endParaRPr>
          </a:p>
          <a:p>
            <a:pPr lvl="3" marL="1371600" indent="-228600">
              <a:lnSpc>
                <a:spcPct val="100000"/>
              </a:lnSpc>
              <a:spcBef>
                <a:spcPts val="400"/>
              </a:spcBef>
              <a:buClr>
                <a:srgbClr val="c32d2e"/>
              </a:buClr>
              <a:buSzPct val="7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4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a:p>
            <a:pPr lvl="4" marL="1828800" indent="-228600">
              <a:lnSpc>
                <a:spcPct val="100000"/>
              </a:lnSpc>
              <a:spcBef>
                <a:spcPts val="400"/>
              </a:spcBef>
              <a:buClr>
                <a:srgbClr val="84aa33"/>
              </a:buClr>
              <a:buSzPct val="6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5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p:txBody>
      </p:sp>
      <p:sp>
        <p:nvSpPr>
          <p:cNvPr id="263" name="PlaceHolder 3"/>
          <p:cNvSpPr>
            <a:spLocks noGrp="1"/>
          </p:cNvSpPr>
          <p:nvPr>
            <p:ph type="dt" idx="89"/>
          </p:nvPr>
        </p:nvSpPr>
        <p:spPr>
          <a:xfrm>
            <a:off x="6603840" y="6248520"/>
            <a:ext cx="2889000" cy="364680"/>
          </a:xfrm>
          <a:prstGeom prst="rect">
            <a:avLst/>
          </a:prstGeom>
          <a:noFill/>
          <a:ln w="0">
            <a:noFill/>
          </a:ln>
        </p:spPr>
        <p:txBody>
          <a:bodyPr lIns="90000" rIns="90000" tIns="45000" bIns="45000" anchor="ctr">
            <a:noAutofit/>
          </a:bodyPr>
          <a:lstStyle>
            <a:lvl1pPr indent="0">
              <a:lnSpc>
                <a:spcPct val="100000"/>
              </a:lnSpc>
              <a:buNone/>
              <a:defRPr b="0" lang="en-US" sz="1400" strike="noStrike" u="none">
                <a:solidFill>
                  <a:srgbClr val="000000"/>
                </a:solidFill>
                <a:effectLst/>
                <a:uFillTx/>
                <a:latin typeface="ＭＳ Ｐゴシック"/>
                <a:ea typeface="ＭＳ Ｐゴシック"/>
              </a:defRPr>
            </a:lvl1pPr>
          </a:lstStyle>
          <a:p>
            <a:pPr indent="0">
              <a:lnSpc>
                <a:spcPct val="100000"/>
              </a:lnSpc>
              <a:buNone/>
            </a:pPr>
            <a:r>
              <a:rPr b="0" lang="en-US" sz="1400" strike="noStrike" u="none">
                <a:solidFill>
                  <a:srgbClr val="000000"/>
                </a:solidFill>
                <a:effectLst/>
                <a:uFillTx/>
                <a:latin typeface="ＭＳ Ｐゴシック"/>
                <a:ea typeface="ＭＳ Ｐゴシック"/>
              </a:rPr>
              <a:t>&lt;日付/時刻&gt;</a:t>
            </a:r>
            <a:endParaRPr b="0" lang="en-US" sz="1400" strike="noStrike" u="none">
              <a:solidFill>
                <a:srgbClr val="000000"/>
              </a:solidFill>
              <a:effectLst/>
              <a:uFillTx/>
              <a:latin typeface="游明朝"/>
            </a:endParaRPr>
          </a:p>
        </p:txBody>
      </p:sp>
      <p:sp>
        <p:nvSpPr>
          <p:cNvPr id="264" name="PlaceHolder 4"/>
          <p:cNvSpPr>
            <a:spLocks noGrp="1"/>
          </p:cNvSpPr>
          <p:nvPr>
            <p:ph type="ftr" idx="90"/>
          </p:nvPr>
        </p:nvSpPr>
        <p:spPr>
          <a:xfrm>
            <a:off x="660240" y="6248520"/>
            <a:ext cx="5871960" cy="364680"/>
          </a:xfrm>
          <a:prstGeom prst="rect">
            <a:avLst/>
          </a:prstGeom>
          <a:noFill/>
          <a:ln w="0">
            <a:noFill/>
          </a:ln>
        </p:spPr>
        <p:txBody>
          <a:bodyPr numCol="1" spcCol="0" lIns="91440" rIns="91440" tIns="45720" bIns="45720" anchor="ctr">
            <a:noAutofit/>
          </a:bodyPr>
          <a:lstStyle>
            <a:lvl1pPr indent="0" algn="ctr">
              <a:buNone/>
              <a:defRPr b="0" lang="en-US" sz="1400" strike="noStrike" u="none">
                <a:solidFill>
                  <a:srgbClr val="000000"/>
                </a:solidFill>
                <a:effectLst/>
                <a:uFillTx/>
                <a:latin typeface="游明朝"/>
              </a:defRPr>
            </a:lvl1pPr>
          </a:lstStyle>
          <a:p>
            <a:pPr indent="0" algn="ctr">
              <a:buNone/>
            </a:pPr>
            <a:r>
              <a:rPr b="0" lang="en-US" sz="1400" strike="noStrike" u="none">
                <a:solidFill>
                  <a:srgbClr val="000000"/>
                </a:solidFill>
                <a:effectLst/>
                <a:uFillTx/>
                <a:latin typeface="游明朝"/>
              </a:rPr>
              <a:t>&lt;フッター&gt;</a:t>
            </a:r>
            <a:endParaRPr b="0" lang="en-US" sz="1400" strike="noStrike" u="none">
              <a:solidFill>
                <a:srgbClr val="000000"/>
              </a:solidFill>
              <a:effectLst/>
              <a:uFillTx/>
              <a:latin typeface="游明朝"/>
            </a:endParaRPr>
          </a:p>
        </p:txBody>
      </p:sp>
      <p:sp>
        <p:nvSpPr>
          <p:cNvPr id="265" name="PlaceHolder 5"/>
          <p:cNvSpPr>
            <a:spLocks noGrp="1"/>
          </p:cNvSpPr>
          <p:nvPr>
            <p:ph type="sldNum" idx="91"/>
          </p:nvPr>
        </p:nvSpPr>
        <p:spPr>
          <a:xfrm>
            <a:off x="9328320" y="6597720"/>
            <a:ext cx="577440" cy="244080"/>
          </a:xfrm>
          <a:prstGeom prst="rect">
            <a:avLst/>
          </a:prstGeom>
          <a:noFill/>
          <a:ln w="0">
            <a:noFill/>
          </a:ln>
        </p:spPr>
        <p:txBody>
          <a:bodyPr lIns="90000" rIns="90000" tIns="45000" bIns="45000" anchor="ctr">
            <a:noAutofit/>
          </a:bodyPr>
          <a:lstStyle>
            <a:lvl1pPr indent="0" algn="ctr">
              <a:lnSpc>
                <a:spcPct val="100000"/>
              </a:lnSpc>
              <a:buNone/>
              <a:defRPr b="1" lang="en-US" sz="1400" strike="noStrike" u="none">
                <a:solidFill>
                  <a:srgbClr val="000000"/>
                </a:solidFill>
                <a:effectLst/>
                <a:uFillTx/>
                <a:latin typeface="ＭＳ Ｐゴシック"/>
                <a:ea typeface="ＭＳ Ｐゴシック"/>
              </a:defRPr>
            </a:lvl1pPr>
          </a:lstStyle>
          <a:p>
            <a:pPr indent="0" algn="ctr">
              <a:lnSpc>
                <a:spcPct val="100000"/>
              </a:lnSpc>
              <a:buNone/>
            </a:pPr>
            <a:fld id="{224A0F8D-71C5-4907-9183-F0596D3E1F95}" type="slidenum">
              <a:rPr b="1" lang="en-US" sz="1400" strike="noStrike" u="none">
                <a:solidFill>
                  <a:srgbClr val="000000"/>
                </a:solidFill>
                <a:effectLst/>
                <a:uFillTx/>
                <a:latin typeface="ＭＳ Ｐゴシック"/>
                <a:ea typeface="ＭＳ Ｐゴシック"/>
              </a:rPr>
              <a:t>&lt;番号&gt;</a:t>
            </a:fld>
            <a:endParaRPr b="0" lang="en-US" sz="1400" strike="noStrike" u="none">
              <a:solidFill>
                <a:srgbClr val="000000"/>
              </a:solidFill>
              <a:effectLst/>
              <a:uFillTx/>
              <a:latin typeface="游明朝"/>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標準 17">
    <p:bg>
      <p:bgPr>
        <a:blipFill rotWithShape="0">
          <a:blip r:embed="rId2"/>
          <a:tile tx="0" ty="0" sx="100000" sy="100000" algn="tl"/>
        </a:blipFill>
      </p:bgPr>
    </p:bg>
    <p:spTree>
      <p:nvGrpSpPr>
        <p:cNvPr id="1" name=""/>
        <p:cNvGrpSpPr/>
        <p:nvPr/>
      </p:nvGrpSpPr>
      <p:grpSpPr>
        <a:xfrm>
          <a:off x="0" y="0"/>
          <a:ext cx="0" cy="0"/>
          <a:chOff x="0" y="0"/>
          <a:chExt cx="0" cy="0"/>
        </a:xfrm>
      </p:grpSpPr>
      <p:sp>
        <p:nvSpPr>
          <p:cNvPr id="266" name="Rectangle 6" hidden="1"/>
          <p:cNvSpPr/>
          <p:nvPr/>
        </p:nvSpPr>
        <p:spPr>
          <a:xfrm>
            <a:off x="0" y="1235160"/>
            <a:ext cx="9905760" cy="31860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267" name="Rectangle 7" hidden="1"/>
          <p:cNvSpPr/>
          <p:nvPr/>
        </p:nvSpPr>
        <p:spPr>
          <a:xfrm>
            <a:off x="0" y="1279440"/>
            <a:ext cx="577440" cy="2282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268" name="Rectangle 8" hidden="1"/>
          <p:cNvSpPr/>
          <p:nvPr/>
        </p:nvSpPr>
        <p:spPr>
          <a:xfrm>
            <a:off x="639720" y="1279440"/>
            <a:ext cx="9266040" cy="22824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269" name="Rectangle 7"/>
          <p:cNvSpPr/>
          <p:nvPr/>
        </p:nvSpPr>
        <p:spPr>
          <a:xfrm>
            <a:off x="-9360" y="4572000"/>
            <a:ext cx="9905760" cy="88704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270" name="Rectangle 8"/>
          <p:cNvSpPr/>
          <p:nvPr/>
        </p:nvSpPr>
        <p:spPr>
          <a:xfrm>
            <a:off x="-9360" y="4664160"/>
            <a:ext cx="1584000" cy="7124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271" name="Rectangle 9"/>
          <p:cNvSpPr/>
          <p:nvPr/>
        </p:nvSpPr>
        <p:spPr>
          <a:xfrm>
            <a:off x="1674720" y="4654440"/>
            <a:ext cx="8230680" cy="71244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ＭＳ Ｐゴシック"/>
              <a:ea typeface="ＭＳ Ｐゴシック"/>
            </a:endParaRPr>
          </a:p>
        </p:txBody>
      </p:sp>
      <p:sp>
        <p:nvSpPr>
          <p:cNvPr id="272" name="Rectangle 10"/>
          <p:cNvSpPr/>
          <p:nvPr/>
        </p:nvSpPr>
        <p:spPr>
          <a:xfrm>
            <a:off x="1568520" y="0"/>
            <a:ext cx="109080" cy="686700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273" name="PlaceHolder 1"/>
          <p:cNvSpPr>
            <a:spLocks noGrp="1"/>
          </p:cNvSpPr>
          <p:nvPr>
            <p:ph type="body"/>
          </p:nvPr>
        </p:nvSpPr>
        <p:spPr>
          <a:xfrm>
            <a:off x="1733400" y="5486400"/>
            <a:ext cx="7924320" cy="685440"/>
          </a:xfrm>
          <a:prstGeom prst="rect">
            <a:avLst/>
          </a:prstGeom>
          <a:noFill/>
          <a:ln w="9360">
            <a:noFill/>
          </a:ln>
        </p:spPr>
        <p:txBody>
          <a:bodyPr numCol="1" spcCol="0" lIns="91440" rIns="91440" tIns="45720" bIns="45720" anchor="t">
            <a:noAutofit/>
          </a:bodyPr>
          <a:p>
            <a:pPr indent="0">
              <a:lnSpc>
                <a:spcPct val="100000"/>
              </a:lnSpc>
              <a:spcBef>
                <a:spcPts val="700"/>
              </a:spcBef>
              <a:buNone/>
              <a:tabLst>
                <a:tab algn="l" pos="0"/>
              </a:tabLst>
            </a:pPr>
            <a:r>
              <a:rPr b="0" lang="ja-JP" sz="1700" strike="noStrike" u="none">
                <a:solidFill>
                  <a:schemeClr val="dk1"/>
                </a:solidFill>
                <a:effectLst/>
                <a:uFillTx/>
                <a:latin typeface="ＭＳ Ｐゴシック"/>
                <a:ea typeface="ＭＳ Ｐゴシック"/>
              </a:rPr>
              <a:t>マスター テキストの書式設定</a:t>
            </a:r>
            <a:endParaRPr b="0" lang="en-US" sz="1700" strike="noStrike" u="none">
              <a:solidFill>
                <a:schemeClr val="dk1"/>
              </a:solidFill>
              <a:effectLst/>
              <a:uFillTx/>
              <a:latin typeface="ＭＳ Ｐゴシック"/>
            </a:endParaRPr>
          </a:p>
        </p:txBody>
      </p:sp>
      <p:sp>
        <p:nvSpPr>
          <p:cNvPr id="274" name="PlaceHolder 2"/>
          <p:cNvSpPr>
            <a:spLocks noGrp="1"/>
          </p:cNvSpPr>
          <p:nvPr>
            <p:ph type="title"/>
          </p:nvPr>
        </p:nvSpPr>
        <p:spPr>
          <a:xfrm>
            <a:off x="1733400" y="4648320"/>
            <a:ext cx="7924320" cy="685440"/>
          </a:xfrm>
          <a:prstGeom prst="rect">
            <a:avLst/>
          </a:prstGeom>
          <a:noFill/>
          <a:ln w="9360">
            <a:noFill/>
          </a:ln>
        </p:spPr>
        <p:txBody>
          <a:bodyPr numCol="1" spcCol="0" lIns="91440" rIns="91440" tIns="45720" bIns="45720" anchor="ctr">
            <a:noAutofit/>
          </a:bodyPr>
          <a:p>
            <a:pPr indent="0">
              <a:lnSpc>
                <a:spcPct val="100000"/>
              </a:lnSpc>
              <a:buNone/>
            </a:pPr>
            <a:r>
              <a:rPr b="0" lang="ja-JP" sz="2800" strike="noStrike" u="none">
                <a:solidFill>
                  <a:srgbClr val="ffffff"/>
                </a:solidFill>
                <a:effectLst/>
                <a:uFillTx/>
                <a:latin typeface="ＭＳ Ｐゴシック"/>
                <a:ea typeface="ＭＳ Ｐゴシック"/>
              </a:rPr>
              <a:t>マスター タイトルの書式設定</a:t>
            </a:r>
            <a:endParaRPr b="0" lang="en-US" sz="2800" strike="noStrike" u="none">
              <a:solidFill>
                <a:schemeClr val="dk1"/>
              </a:solidFill>
              <a:effectLst/>
              <a:uFillTx/>
              <a:latin typeface="Tw Cen MT"/>
            </a:endParaRPr>
          </a:p>
        </p:txBody>
      </p:sp>
      <p:sp>
        <p:nvSpPr>
          <p:cNvPr id="275" name="PlaceHolder 3"/>
          <p:cNvSpPr>
            <a:spLocks noGrp="1"/>
          </p:cNvSpPr>
          <p:nvPr>
            <p:ph type="body"/>
          </p:nvPr>
        </p:nvSpPr>
        <p:spPr>
          <a:xfrm>
            <a:off x="1690560" y="0"/>
            <a:ext cx="8214840" cy="4568760"/>
          </a:xfrm>
          <a:prstGeom prst="rect">
            <a:avLst/>
          </a:prstGeom>
          <a:solidFill>
            <a:schemeClr val="accent1">
              <a:tint val="40000"/>
            </a:schemeClr>
          </a:solidFill>
          <a:ln w="0">
            <a:noFill/>
          </a:ln>
        </p:spPr>
        <p:txBody>
          <a:bodyPr lIns="90000" rIns="90000" tIns="45000" bIns="45000" anchor="t">
            <a:normAutofit/>
          </a:bodyPr>
          <a:p>
            <a:pPr indent="0">
              <a:lnSpc>
                <a:spcPct val="100000"/>
              </a:lnSpc>
              <a:buNone/>
              <a:tabLst>
                <a:tab algn="l" pos="0"/>
              </a:tabLst>
            </a:pPr>
            <a:r>
              <a:rPr b="0" lang="ja-JP" sz="3200" strike="noStrike" u="none">
                <a:solidFill>
                  <a:schemeClr val="dk1"/>
                </a:solidFill>
                <a:effectLst/>
                <a:uFillTx/>
                <a:latin typeface="Tw Cen MT"/>
                <a:ea typeface="SimSun"/>
              </a:rPr>
              <a:t>アイコンをクリックして図を追加</a:t>
            </a:r>
            <a:endParaRPr b="0" lang="en-US" sz="3200" strike="noStrike" u="none">
              <a:solidFill>
                <a:schemeClr val="dk1"/>
              </a:solidFill>
              <a:effectLst/>
              <a:uFillTx/>
              <a:latin typeface="ＭＳ Ｐゴシック"/>
            </a:endParaRPr>
          </a:p>
        </p:txBody>
      </p:sp>
      <p:sp>
        <p:nvSpPr>
          <p:cNvPr id="276" name="PlaceHolder 4"/>
          <p:cNvSpPr>
            <a:spLocks noGrp="1"/>
          </p:cNvSpPr>
          <p:nvPr>
            <p:ph type="dt" idx="92"/>
          </p:nvPr>
        </p:nvSpPr>
        <p:spPr>
          <a:xfrm>
            <a:off x="6769080" y="6248520"/>
            <a:ext cx="2889000" cy="364680"/>
          </a:xfrm>
          <a:prstGeom prst="rect">
            <a:avLst/>
          </a:prstGeom>
          <a:noFill/>
          <a:ln w="0">
            <a:noFill/>
          </a:ln>
        </p:spPr>
        <p:txBody>
          <a:bodyPr lIns="90000" rIns="90000" tIns="45000" bIns="45000" anchor="ctr">
            <a:noAutofit/>
          </a:bodyPr>
          <a:lstStyle>
            <a:lvl1pPr indent="0">
              <a:lnSpc>
                <a:spcPct val="100000"/>
              </a:lnSpc>
              <a:buNone/>
              <a:defRPr b="0" lang="en-US" sz="1400" strike="noStrike" u="none">
                <a:solidFill>
                  <a:srgbClr val="000000"/>
                </a:solidFill>
                <a:effectLst/>
                <a:uFillTx/>
                <a:latin typeface="ＭＳ Ｐゴシック"/>
                <a:ea typeface="ＭＳ Ｐゴシック"/>
              </a:defRPr>
            </a:lvl1pPr>
          </a:lstStyle>
          <a:p>
            <a:pPr indent="0">
              <a:lnSpc>
                <a:spcPct val="100000"/>
              </a:lnSpc>
              <a:buNone/>
            </a:pPr>
            <a:r>
              <a:rPr b="0" lang="en-US" sz="1400" strike="noStrike" u="none">
                <a:solidFill>
                  <a:srgbClr val="000000"/>
                </a:solidFill>
                <a:effectLst/>
                <a:uFillTx/>
                <a:latin typeface="ＭＳ Ｐゴシック"/>
                <a:ea typeface="ＭＳ Ｐゴシック"/>
              </a:rPr>
              <a:t>&lt;日付/時刻&gt;</a:t>
            </a:r>
            <a:endParaRPr b="0" lang="en-US" sz="1400" strike="noStrike" u="none">
              <a:solidFill>
                <a:srgbClr val="000000"/>
              </a:solidFill>
              <a:effectLst/>
              <a:uFillTx/>
              <a:latin typeface="游明朝"/>
            </a:endParaRPr>
          </a:p>
        </p:txBody>
      </p:sp>
      <p:sp>
        <p:nvSpPr>
          <p:cNvPr id="277" name="PlaceHolder 5"/>
          <p:cNvSpPr>
            <a:spLocks noGrp="1"/>
          </p:cNvSpPr>
          <p:nvPr>
            <p:ph type="sldNum" idx="93"/>
          </p:nvPr>
        </p:nvSpPr>
        <p:spPr>
          <a:xfrm>
            <a:off x="0" y="4667400"/>
            <a:ext cx="1568160" cy="663120"/>
          </a:xfrm>
          <a:prstGeom prst="rect">
            <a:avLst/>
          </a:prstGeom>
          <a:noFill/>
          <a:ln w="0">
            <a:noFill/>
          </a:ln>
        </p:spPr>
        <p:txBody>
          <a:bodyPr lIns="90000" rIns="90000" tIns="45000" bIns="45000" anchor="ctr">
            <a:noAutofit/>
          </a:bodyPr>
          <a:lstStyle>
            <a:lvl1pPr indent="0" algn="ctr">
              <a:lnSpc>
                <a:spcPct val="100000"/>
              </a:lnSpc>
              <a:buNone/>
              <a:defRPr b="1" lang="en-US" sz="2800" strike="noStrike" u="none">
                <a:solidFill>
                  <a:srgbClr val="ffffff"/>
                </a:solidFill>
                <a:effectLst/>
                <a:uFillTx/>
                <a:latin typeface="ＭＳ Ｐゴシック"/>
                <a:ea typeface="ＭＳ Ｐゴシック"/>
              </a:defRPr>
            </a:lvl1pPr>
          </a:lstStyle>
          <a:p>
            <a:pPr indent="0" algn="ctr">
              <a:lnSpc>
                <a:spcPct val="100000"/>
              </a:lnSpc>
              <a:buNone/>
            </a:pPr>
            <a:fld id="{8887612B-BF80-4778-94BC-D69A2D6ACC5C}" type="slidenum">
              <a:rPr b="1" lang="en-US" sz="2800" strike="noStrike" u="none">
                <a:solidFill>
                  <a:srgbClr val="ffffff"/>
                </a:solidFill>
                <a:effectLst/>
                <a:uFillTx/>
                <a:latin typeface="ＭＳ Ｐゴシック"/>
                <a:ea typeface="ＭＳ Ｐゴシック"/>
              </a:rPr>
              <a:t>&lt;番号&gt;</a:t>
            </a:fld>
            <a:endParaRPr b="0" lang="en-US" sz="2800" strike="noStrike" u="none">
              <a:solidFill>
                <a:srgbClr val="000000"/>
              </a:solidFill>
              <a:effectLst/>
              <a:uFillTx/>
              <a:latin typeface="游明朝"/>
            </a:endParaRPr>
          </a:p>
        </p:txBody>
      </p:sp>
      <p:sp>
        <p:nvSpPr>
          <p:cNvPr id="278" name="PlaceHolder 6"/>
          <p:cNvSpPr>
            <a:spLocks noGrp="1"/>
          </p:cNvSpPr>
          <p:nvPr>
            <p:ph type="ftr" idx="94"/>
          </p:nvPr>
        </p:nvSpPr>
        <p:spPr>
          <a:xfrm>
            <a:off x="1733400" y="6248520"/>
            <a:ext cx="4952520" cy="364680"/>
          </a:xfrm>
          <a:prstGeom prst="rect">
            <a:avLst/>
          </a:prstGeom>
          <a:noFill/>
          <a:ln w="0">
            <a:noFill/>
          </a:ln>
        </p:spPr>
        <p:txBody>
          <a:bodyPr numCol="1" spcCol="0" lIns="91440" rIns="91440" tIns="45720" bIns="45720" anchor="ctr">
            <a:noAutofit/>
          </a:bodyPr>
          <a:lstStyle>
            <a:lvl1pPr indent="0" algn="ctr">
              <a:buNone/>
              <a:defRPr b="0" lang="en-US" sz="1400" strike="noStrike" u="none">
                <a:solidFill>
                  <a:srgbClr val="000000"/>
                </a:solidFill>
                <a:effectLst/>
                <a:uFillTx/>
                <a:latin typeface="游明朝"/>
              </a:defRPr>
            </a:lvl1pPr>
          </a:lstStyle>
          <a:p>
            <a:pPr indent="0" algn="ctr">
              <a:buNone/>
            </a:pPr>
            <a:r>
              <a:rPr b="0" lang="en-US" sz="1400" strike="noStrike" u="none">
                <a:solidFill>
                  <a:srgbClr val="000000"/>
                </a:solidFill>
                <a:effectLst/>
                <a:uFillTx/>
                <a:latin typeface="游明朝"/>
              </a:rPr>
              <a:t>&lt;フッター&gt;</a:t>
            </a:r>
            <a:endParaRPr b="0" lang="en-US" sz="1400" strike="noStrike" u="none">
              <a:solidFill>
                <a:srgbClr val="000000"/>
              </a:solidFill>
              <a:effectLst/>
              <a:uFillTx/>
              <a:latin typeface="游明朝"/>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標準 18">
    <p:bg>
      <p:bgPr>
        <a:blipFill rotWithShape="0">
          <a:blip r:embed="rId2"/>
          <a:tile tx="0" ty="0" sx="100000" sy="100000" algn="tl"/>
        </a:blipFill>
      </p:bgPr>
    </p:bg>
    <p:spTree>
      <p:nvGrpSpPr>
        <p:cNvPr id="1" name=""/>
        <p:cNvGrpSpPr/>
        <p:nvPr/>
      </p:nvGrpSpPr>
      <p:grpSpPr>
        <a:xfrm>
          <a:off x="0" y="0"/>
          <a:ext cx="0" cy="0"/>
          <a:chOff x="0" y="0"/>
          <a:chExt cx="0" cy="0"/>
        </a:xfrm>
      </p:grpSpPr>
      <p:sp>
        <p:nvSpPr>
          <p:cNvPr id="279" name="Rectangle 6"/>
          <p:cNvSpPr/>
          <p:nvPr/>
        </p:nvSpPr>
        <p:spPr>
          <a:xfrm>
            <a:off x="0" y="1235160"/>
            <a:ext cx="9905760" cy="31860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280" name="Rectangle 7"/>
          <p:cNvSpPr/>
          <p:nvPr/>
        </p:nvSpPr>
        <p:spPr>
          <a:xfrm>
            <a:off x="0" y="1279440"/>
            <a:ext cx="577440" cy="2282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281" name="Rectangle 8"/>
          <p:cNvSpPr/>
          <p:nvPr/>
        </p:nvSpPr>
        <p:spPr>
          <a:xfrm>
            <a:off x="639720" y="1279440"/>
            <a:ext cx="9266040" cy="22824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282" name="PlaceHolder 1"/>
          <p:cNvSpPr>
            <a:spLocks noGrp="1"/>
          </p:cNvSpPr>
          <p:nvPr>
            <p:ph type="title"/>
          </p:nvPr>
        </p:nvSpPr>
        <p:spPr>
          <a:xfrm>
            <a:off x="660240" y="228600"/>
            <a:ext cx="8640360" cy="863280"/>
          </a:xfrm>
          <a:prstGeom prst="rect">
            <a:avLst/>
          </a:prstGeom>
          <a:noFill/>
          <a:ln w="9360">
            <a:noFill/>
          </a:ln>
        </p:spPr>
        <p:txBody>
          <a:bodyPr numCol="1" spcCol="0" lIns="91440" rIns="91440" tIns="45720" bIns="45720" anchor="ctr">
            <a:noAutofit/>
          </a:bodyPr>
          <a:p>
            <a:pPr indent="0">
              <a:lnSpc>
                <a:spcPct val="100000"/>
              </a:lnSpc>
              <a:buNone/>
            </a:pPr>
            <a:r>
              <a:rPr b="0" lang="ja-JP" sz="3600" strike="noStrike" u="none">
                <a:solidFill>
                  <a:schemeClr val="dk1"/>
                </a:solidFill>
                <a:effectLst/>
                <a:uFillTx/>
                <a:latin typeface="ＭＳ Ｐゴシック"/>
                <a:ea typeface="ＭＳ Ｐゴシック"/>
              </a:rPr>
              <a:t>マスター タイトルの書式設定</a:t>
            </a:r>
            <a:endParaRPr b="0" lang="en-US" sz="3600" strike="noStrike" u="none">
              <a:solidFill>
                <a:schemeClr val="dk1"/>
              </a:solidFill>
              <a:effectLst/>
              <a:uFillTx/>
              <a:latin typeface="Tw Cen MT"/>
            </a:endParaRPr>
          </a:p>
        </p:txBody>
      </p:sp>
      <p:sp>
        <p:nvSpPr>
          <p:cNvPr id="283" name="PlaceHolder 2"/>
          <p:cNvSpPr>
            <a:spLocks noGrp="1"/>
          </p:cNvSpPr>
          <p:nvPr>
            <p:ph type="body"/>
          </p:nvPr>
        </p:nvSpPr>
        <p:spPr>
          <a:xfrm>
            <a:off x="663480" y="1600200"/>
            <a:ext cx="8832600" cy="4525560"/>
          </a:xfrm>
          <a:prstGeom prst="rect">
            <a:avLst/>
          </a:prstGeom>
          <a:noFill/>
          <a:ln w="9360">
            <a:noFill/>
          </a:ln>
        </p:spPr>
        <p:txBody>
          <a:bodyPr numCol="1" spcCol="0" lIns="91440" rIns="91440" tIns="45720" bIns="45720" anchor="t" vert="eaVert">
            <a:noAutofit/>
          </a:bodyPr>
          <a:p>
            <a:pPr marL="318960" indent="-318960">
              <a:lnSpc>
                <a:spcPct val="100000"/>
              </a:lnSpc>
              <a:spcBef>
                <a:spcPts val="700"/>
              </a:spcBef>
              <a:buClr>
                <a:srgbClr val="feb80a"/>
              </a:buClr>
              <a:buSzPct val="60000"/>
              <a:buFont typeface="Wingdings" charset="2"/>
              <a:buChar char=""/>
            </a:pPr>
            <a:r>
              <a:rPr b="0" lang="ja-JP" sz="2900" strike="noStrike" u="none">
                <a:solidFill>
                  <a:schemeClr val="dk1"/>
                </a:solidFill>
                <a:effectLst/>
                <a:uFillTx/>
                <a:latin typeface="ＭＳ Ｐゴシック"/>
                <a:ea typeface="ＭＳ Ｐゴシック"/>
              </a:rPr>
              <a:t>マスター テキストの書式設定</a:t>
            </a:r>
            <a:endParaRPr b="0" lang="en-US" sz="2900" strike="noStrike" u="none">
              <a:solidFill>
                <a:schemeClr val="dk1"/>
              </a:solidFill>
              <a:effectLst/>
              <a:uFillTx/>
              <a:latin typeface="ＭＳ Ｐゴシック"/>
            </a:endParaRPr>
          </a:p>
          <a:p>
            <a:pPr lvl="1" marL="639720" indent="-272880">
              <a:lnSpc>
                <a:spcPct val="100000"/>
              </a:lnSpc>
              <a:spcBef>
                <a:spcPts val="550"/>
              </a:spcBef>
              <a:buClr>
                <a:srgbClr val="3891a7"/>
              </a:buClr>
              <a:buSzPct val="70000"/>
              <a:buFont typeface="Wingdings 2" charset="2"/>
              <a:buChar char=""/>
            </a:pPr>
            <a:r>
              <a:rPr b="0" lang="ja-JP" sz="2600" strike="noStrike" u="none">
                <a:solidFill>
                  <a:schemeClr val="dk1"/>
                </a:solidFill>
                <a:effectLst/>
                <a:uFillTx/>
                <a:latin typeface="ＭＳ Ｐゴシック"/>
                <a:ea typeface="ＭＳ Ｐゴシック"/>
              </a:rPr>
              <a:t>第 </a:t>
            </a:r>
            <a:r>
              <a:rPr b="0" lang="en-US" sz="2600" strike="noStrike" u="none">
                <a:solidFill>
                  <a:schemeClr val="dk1"/>
                </a:solidFill>
                <a:effectLst/>
                <a:uFillTx/>
                <a:latin typeface="ＭＳ Ｐゴシック"/>
                <a:ea typeface="ＭＳ Ｐゴシック"/>
              </a:rPr>
              <a:t>2 </a:t>
            </a:r>
            <a:r>
              <a:rPr b="0" lang="ja-JP" sz="2600" strike="noStrike" u="none">
                <a:solidFill>
                  <a:schemeClr val="dk1"/>
                </a:solidFill>
                <a:effectLst/>
                <a:uFillTx/>
                <a:latin typeface="ＭＳ Ｐゴシック"/>
                <a:ea typeface="ＭＳ Ｐゴシック"/>
              </a:rPr>
              <a:t>レベル</a:t>
            </a:r>
            <a:endParaRPr b="0" lang="en-US" sz="2600" strike="noStrike" u="none">
              <a:solidFill>
                <a:schemeClr val="dk1"/>
              </a:solidFill>
              <a:effectLst/>
              <a:uFillTx/>
              <a:latin typeface="ＭＳ Ｐゴシック"/>
            </a:endParaRPr>
          </a:p>
          <a:p>
            <a:pPr lvl="2" marL="914400" indent="-228600">
              <a:lnSpc>
                <a:spcPct val="100000"/>
              </a:lnSpc>
              <a:spcBef>
                <a:spcPts val="499"/>
              </a:spcBef>
              <a:buClr>
                <a:srgbClr val="feb80a"/>
              </a:buClr>
              <a:buSzPct val="75000"/>
              <a:buFont typeface="Wingdings" charset="2"/>
              <a:buChar char=""/>
            </a:pPr>
            <a:r>
              <a:rPr b="0" lang="ja-JP" sz="2300" strike="noStrike" u="none">
                <a:solidFill>
                  <a:schemeClr val="dk1"/>
                </a:solidFill>
                <a:effectLst/>
                <a:uFillTx/>
                <a:latin typeface="ＭＳ Ｐゴシック"/>
                <a:ea typeface="ＭＳ Ｐゴシック"/>
              </a:rPr>
              <a:t>第 </a:t>
            </a:r>
            <a:r>
              <a:rPr b="0" lang="en-US" sz="2300" strike="noStrike" u="none">
                <a:solidFill>
                  <a:schemeClr val="dk1"/>
                </a:solidFill>
                <a:effectLst/>
                <a:uFillTx/>
                <a:latin typeface="ＭＳ Ｐゴシック"/>
                <a:ea typeface="ＭＳ Ｐゴシック"/>
              </a:rPr>
              <a:t>3 </a:t>
            </a:r>
            <a:r>
              <a:rPr b="0" lang="ja-JP" sz="2300" strike="noStrike" u="none">
                <a:solidFill>
                  <a:schemeClr val="dk1"/>
                </a:solidFill>
                <a:effectLst/>
                <a:uFillTx/>
                <a:latin typeface="ＭＳ Ｐゴシック"/>
                <a:ea typeface="ＭＳ Ｐゴシック"/>
              </a:rPr>
              <a:t>レベル</a:t>
            </a:r>
            <a:endParaRPr b="0" lang="en-US" sz="2300" strike="noStrike" u="none">
              <a:solidFill>
                <a:schemeClr val="dk1"/>
              </a:solidFill>
              <a:effectLst/>
              <a:uFillTx/>
              <a:latin typeface="ＭＳ Ｐゴシック"/>
            </a:endParaRPr>
          </a:p>
          <a:p>
            <a:pPr lvl="3" marL="1371600" indent="-228600">
              <a:lnSpc>
                <a:spcPct val="100000"/>
              </a:lnSpc>
              <a:spcBef>
                <a:spcPts val="400"/>
              </a:spcBef>
              <a:buClr>
                <a:srgbClr val="c32d2e"/>
              </a:buClr>
              <a:buSzPct val="7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4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a:p>
            <a:pPr lvl="4" marL="1828800" indent="-228600">
              <a:lnSpc>
                <a:spcPct val="100000"/>
              </a:lnSpc>
              <a:spcBef>
                <a:spcPts val="400"/>
              </a:spcBef>
              <a:buClr>
                <a:srgbClr val="84aa33"/>
              </a:buClr>
              <a:buSzPct val="6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5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p:txBody>
      </p:sp>
      <p:sp>
        <p:nvSpPr>
          <p:cNvPr id="284" name="PlaceHolder 3"/>
          <p:cNvSpPr>
            <a:spLocks noGrp="1"/>
          </p:cNvSpPr>
          <p:nvPr>
            <p:ph type="dt" idx="95"/>
          </p:nvPr>
        </p:nvSpPr>
        <p:spPr>
          <a:xfrm>
            <a:off x="6603840" y="6248520"/>
            <a:ext cx="2889000" cy="364680"/>
          </a:xfrm>
          <a:prstGeom prst="rect">
            <a:avLst/>
          </a:prstGeom>
          <a:noFill/>
          <a:ln w="0">
            <a:noFill/>
          </a:ln>
        </p:spPr>
        <p:txBody>
          <a:bodyPr lIns="90000" rIns="90000" tIns="45000" bIns="45000" anchor="ctr">
            <a:noAutofit/>
          </a:bodyPr>
          <a:lstStyle>
            <a:lvl1pPr indent="0">
              <a:lnSpc>
                <a:spcPct val="100000"/>
              </a:lnSpc>
              <a:buNone/>
              <a:defRPr b="0" lang="en-US" sz="1400" strike="noStrike" u="none">
                <a:solidFill>
                  <a:srgbClr val="000000"/>
                </a:solidFill>
                <a:effectLst/>
                <a:uFillTx/>
                <a:latin typeface="ＭＳ Ｐゴシック"/>
                <a:ea typeface="ＭＳ Ｐゴシック"/>
              </a:defRPr>
            </a:lvl1pPr>
          </a:lstStyle>
          <a:p>
            <a:pPr indent="0">
              <a:lnSpc>
                <a:spcPct val="100000"/>
              </a:lnSpc>
              <a:buNone/>
            </a:pPr>
            <a:r>
              <a:rPr b="0" lang="en-US" sz="1400" strike="noStrike" u="none">
                <a:solidFill>
                  <a:srgbClr val="000000"/>
                </a:solidFill>
                <a:effectLst/>
                <a:uFillTx/>
                <a:latin typeface="ＭＳ Ｐゴシック"/>
                <a:ea typeface="ＭＳ Ｐゴシック"/>
              </a:rPr>
              <a:t>&lt;日付/時刻&gt;</a:t>
            </a:r>
            <a:endParaRPr b="0" lang="en-US" sz="1400" strike="noStrike" u="none">
              <a:solidFill>
                <a:srgbClr val="000000"/>
              </a:solidFill>
              <a:effectLst/>
              <a:uFillTx/>
              <a:latin typeface="游明朝"/>
            </a:endParaRPr>
          </a:p>
        </p:txBody>
      </p:sp>
      <p:sp>
        <p:nvSpPr>
          <p:cNvPr id="285" name="PlaceHolder 4"/>
          <p:cNvSpPr>
            <a:spLocks noGrp="1"/>
          </p:cNvSpPr>
          <p:nvPr>
            <p:ph type="ftr" idx="96"/>
          </p:nvPr>
        </p:nvSpPr>
        <p:spPr>
          <a:xfrm>
            <a:off x="660240" y="6248520"/>
            <a:ext cx="5871960" cy="364680"/>
          </a:xfrm>
          <a:prstGeom prst="rect">
            <a:avLst/>
          </a:prstGeom>
          <a:noFill/>
          <a:ln w="0">
            <a:noFill/>
          </a:ln>
        </p:spPr>
        <p:txBody>
          <a:bodyPr numCol="1" spcCol="0" lIns="91440" rIns="91440" tIns="45720" bIns="45720" anchor="ctr">
            <a:noAutofit/>
          </a:bodyPr>
          <a:lstStyle>
            <a:lvl1pPr indent="0" algn="ctr">
              <a:buNone/>
              <a:defRPr b="0" lang="en-US" sz="1400" strike="noStrike" u="none">
                <a:solidFill>
                  <a:srgbClr val="000000"/>
                </a:solidFill>
                <a:effectLst/>
                <a:uFillTx/>
                <a:latin typeface="游明朝"/>
              </a:defRPr>
            </a:lvl1pPr>
          </a:lstStyle>
          <a:p>
            <a:pPr indent="0" algn="ctr">
              <a:buNone/>
            </a:pPr>
            <a:r>
              <a:rPr b="0" lang="en-US" sz="1400" strike="noStrike" u="none">
                <a:solidFill>
                  <a:srgbClr val="000000"/>
                </a:solidFill>
                <a:effectLst/>
                <a:uFillTx/>
                <a:latin typeface="游明朝"/>
              </a:rPr>
              <a:t>&lt;フッター&gt;</a:t>
            </a:r>
            <a:endParaRPr b="0" lang="en-US" sz="1400" strike="noStrike" u="none">
              <a:solidFill>
                <a:srgbClr val="000000"/>
              </a:solidFill>
              <a:effectLst/>
              <a:uFillTx/>
              <a:latin typeface="游明朝"/>
            </a:endParaRPr>
          </a:p>
        </p:txBody>
      </p:sp>
      <p:sp>
        <p:nvSpPr>
          <p:cNvPr id="286" name="PlaceHolder 5"/>
          <p:cNvSpPr>
            <a:spLocks noGrp="1"/>
          </p:cNvSpPr>
          <p:nvPr>
            <p:ph type="sldNum" idx="97"/>
          </p:nvPr>
        </p:nvSpPr>
        <p:spPr>
          <a:xfrm>
            <a:off x="9328320" y="6597720"/>
            <a:ext cx="577440" cy="244080"/>
          </a:xfrm>
          <a:prstGeom prst="rect">
            <a:avLst/>
          </a:prstGeom>
          <a:noFill/>
          <a:ln w="0">
            <a:noFill/>
          </a:ln>
        </p:spPr>
        <p:txBody>
          <a:bodyPr lIns="90000" rIns="90000" tIns="45000" bIns="45000" anchor="ctr">
            <a:noAutofit/>
          </a:bodyPr>
          <a:lstStyle>
            <a:lvl1pPr indent="0" algn="ctr">
              <a:lnSpc>
                <a:spcPct val="100000"/>
              </a:lnSpc>
              <a:buNone/>
              <a:defRPr b="1" lang="en-US" sz="1200" strike="noStrike" u="none">
                <a:solidFill>
                  <a:srgbClr val="000000"/>
                </a:solidFill>
                <a:effectLst/>
                <a:uFillTx/>
                <a:latin typeface="ＭＳ Ｐゴシック"/>
                <a:ea typeface="ＭＳ Ｐゴシック"/>
              </a:defRPr>
            </a:lvl1pPr>
          </a:lstStyle>
          <a:p>
            <a:pPr indent="0" algn="ctr">
              <a:lnSpc>
                <a:spcPct val="100000"/>
              </a:lnSpc>
              <a:buNone/>
            </a:pPr>
            <a:fld id="{D74D7730-C99B-4964-BF14-C907162F79ED}" type="slidenum">
              <a:rPr b="1" lang="en-US" sz="1200" strike="noStrike" u="none">
                <a:solidFill>
                  <a:srgbClr val="000000"/>
                </a:solidFill>
                <a:effectLst/>
                <a:uFillTx/>
                <a:latin typeface="ＭＳ Ｐゴシック"/>
                <a:ea typeface="ＭＳ Ｐゴシック"/>
              </a:rPr>
              <a:t>&lt;番号&gt;</a:t>
            </a:fld>
            <a:endParaRPr b="0" lang="en-US" sz="1200" strike="noStrike" u="none">
              <a:solidFill>
                <a:srgbClr val="000000"/>
              </a:solidFill>
              <a:effectLst/>
              <a:uFillTx/>
              <a:latin typeface="游明朝"/>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標準 19">
    <p:bg>
      <p:bgPr>
        <a:blipFill rotWithShape="0">
          <a:blip r:embed="rId2"/>
          <a:tile tx="0" ty="0" sx="100000" sy="100000" algn="tl"/>
        </a:blipFill>
      </p:bgPr>
    </p:bg>
    <p:spTree>
      <p:nvGrpSpPr>
        <p:cNvPr id="1" name=""/>
        <p:cNvGrpSpPr/>
        <p:nvPr/>
      </p:nvGrpSpPr>
      <p:grpSpPr>
        <a:xfrm>
          <a:off x="0" y="0"/>
          <a:ext cx="0" cy="0"/>
          <a:chOff x="0" y="0"/>
          <a:chExt cx="0" cy="0"/>
        </a:xfrm>
      </p:grpSpPr>
      <p:sp>
        <p:nvSpPr>
          <p:cNvPr id="287" name="Rectangle 6" hidden="1"/>
          <p:cNvSpPr/>
          <p:nvPr/>
        </p:nvSpPr>
        <p:spPr>
          <a:xfrm>
            <a:off x="0" y="1235160"/>
            <a:ext cx="9905760" cy="31860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288" name="Rectangle 7" hidden="1"/>
          <p:cNvSpPr/>
          <p:nvPr/>
        </p:nvSpPr>
        <p:spPr>
          <a:xfrm>
            <a:off x="0" y="1279440"/>
            <a:ext cx="577440" cy="2282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289" name="Rectangle 8" hidden="1"/>
          <p:cNvSpPr/>
          <p:nvPr/>
        </p:nvSpPr>
        <p:spPr>
          <a:xfrm>
            <a:off x="639720" y="1279440"/>
            <a:ext cx="9266040" cy="22824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290" name="Rectangle 6"/>
          <p:cNvSpPr/>
          <p:nvPr/>
        </p:nvSpPr>
        <p:spPr>
          <a:xfrm>
            <a:off x="0" y="5970600"/>
            <a:ext cx="9905760" cy="88704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291" name="Rectangle 9"/>
          <p:cNvSpPr/>
          <p:nvPr/>
        </p:nvSpPr>
        <p:spPr>
          <a:xfrm>
            <a:off x="-9360" y="6053040"/>
            <a:ext cx="2436480" cy="7124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292" name="Rectangle 10"/>
          <p:cNvSpPr/>
          <p:nvPr/>
        </p:nvSpPr>
        <p:spPr>
          <a:xfrm>
            <a:off x="2556000" y="6043680"/>
            <a:ext cx="7349760" cy="71388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293" name="PlaceHolder 1"/>
          <p:cNvSpPr>
            <a:spLocks noGrp="1"/>
          </p:cNvSpPr>
          <p:nvPr>
            <p:ph type="title"/>
          </p:nvPr>
        </p:nvSpPr>
        <p:spPr>
          <a:xfrm>
            <a:off x="2558880" y="4038480"/>
            <a:ext cx="7016400" cy="1828440"/>
          </a:xfrm>
          <a:prstGeom prst="rect">
            <a:avLst/>
          </a:prstGeom>
          <a:noFill/>
          <a:ln w="9360">
            <a:noFill/>
          </a:ln>
        </p:spPr>
        <p:txBody>
          <a:bodyPr numCol="1" spcCol="0" lIns="91440" rIns="91440" tIns="45720" bIns="45720" anchor="b">
            <a:noAutofit/>
          </a:bodyPr>
          <a:p>
            <a:pPr indent="0">
              <a:lnSpc>
                <a:spcPct val="100000"/>
              </a:lnSpc>
              <a:buNone/>
            </a:pPr>
            <a:r>
              <a:rPr b="0" lang="ja-JP" sz="3600" strike="noStrike" u="none" cap="all">
                <a:solidFill>
                  <a:schemeClr val="dk1"/>
                </a:solidFill>
                <a:effectLst/>
                <a:uFillTx/>
                <a:latin typeface="ＭＳ Ｐゴシック"/>
                <a:ea typeface="ＭＳ Ｐゴシック"/>
              </a:rPr>
              <a:t>マスター タイトルの書式設定</a:t>
            </a:r>
            <a:endParaRPr b="0" lang="en-US" sz="3600" strike="noStrike" u="none">
              <a:solidFill>
                <a:schemeClr val="dk1"/>
              </a:solidFill>
              <a:effectLst/>
              <a:uFillTx/>
              <a:latin typeface="Tw Cen MT"/>
            </a:endParaRPr>
          </a:p>
        </p:txBody>
      </p:sp>
      <p:sp>
        <p:nvSpPr>
          <p:cNvPr id="294" name="PlaceHolder 2"/>
          <p:cNvSpPr>
            <a:spLocks noGrp="1"/>
          </p:cNvSpPr>
          <p:nvPr>
            <p:ph type="dt" idx="98"/>
          </p:nvPr>
        </p:nvSpPr>
        <p:spPr>
          <a:xfrm>
            <a:off x="82440" y="6068880"/>
            <a:ext cx="2228400" cy="685440"/>
          </a:xfrm>
          <a:prstGeom prst="rect">
            <a:avLst/>
          </a:prstGeom>
          <a:noFill/>
          <a:ln w="0">
            <a:noFill/>
          </a:ln>
        </p:spPr>
        <p:txBody>
          <a:bodyPr numCol="1" spcCol="0" lIns="91440" rIns="91440" tIns="45720" bIns="45720" anchor="ctr">
            <a:noAutofit/>
          </a:bodyPr>
          <a:lstStyle>
            <a:lvl1pPr indent="0" algn="ctr">
              <a:lnSpc>
                <a:spcPct val="100000"/>
              </a:lnSpc>
              <a:buNone/>
              <a:defRPr b="0" lang="en-US" sz="2000" strike="noStrike" u="none">
                <a:solidFill>
                  <a:srgbClr val="ffffff"/>
                </a:solidFill>
                <a:effectLst/>
                <a:uFillTx/>
                <a:latin typeface="ＭＳ Ｐゴシック"/>
                <a:ea typeface="ＭＳ Ｐゴシック"/>
              </a:defRPr>
            </a:lvl1pPr>
          </a:lstStyle>
          <a:p>
            <a:pPr indent="0" algn="ctr">
              <a:lnSpc>
                <a:spcPct val="100000"/>
              </a:lnSpc>
              <a:buNone/>
            </a:pPr>
            <a:r>
              <a:rPr b="0" lang="en-US" sz="2000" strike="noStrike" u="none">
                <a:solidFill>
                  <a:srgbClr val="ffffff"/>
                </a:solidFill>
                <a:effectLst/>
                <a:uFillTx/>
                <a:latin typeface="ＭＳ Ｐゴシック"/>
                <a:ea typeface="ＭＳ Ｐゴシック"/>
              </a:rPr>
              <a:t>&lt;日付/時刻&gt;</a:t>
            </a:r>
            <a:endParaRPr b="0" lang="en-US" sz="2000" strike="noStrike" u="none">
              <a:solidFill>
                <a:srgbClr val="000000"/>
              </a:solidFill>
              <a:effectLst/>
              <a:uFillTx/>
              <a:latin typeface="游明朝"/>
            </a:endParaRPr>
          </a:p>
        </p:txBody>
      </p:sp>
      <p:sp>
        <p:nvSpPr>
          <p:cNvPr id="295" name="PlaceHolder 3"/>
          <p:cNvSpPr>
            <a:spLocks noGrp="1"/>
          </p:cNvSpPr>
          <p:nvPr>
            <p:ph type="ftr" idx="99"/>
          </p:nvPr>
        </p:nvSpPr>
        <p:spPr>
          <a:xfrm>
            <a:off x="2259000" y="236520"/>
            <a:ext cx="6356160" cy="364680"/>
          </a:xfrm>
          <a:prstGeom prst="rect">
            <a:avLst/>
          </a:prstGeom>
          <a:noFill/>
          <a:ln w="0">
            <a:noFill/>
          </a:ln>
        </p:spPr>
        <p:txBody>
          <a:bodyPr numCol="1" spcCol="0" lIns="91440" rIns="91440" tIns="45720" bIns="45720" anchor="ctr">
            <a:noAutofit/>
          </a:bodyPr>
          <a:lstStyle>
            <a:lvl1pPr indent="0" algn="ctr">
              <a:buNone/>
              <a:defRPr b="0" lang="en-US" sz="1400" strike="noStrike" u="none">
                <a:solidFill>
                  <a:srgbClr val="000000"/>
                </a:solidFill>
                <a:effectLst/>
                <a:uFillTx/>
                <a:latin typeface="游明朝"/>
              </a:defRPr>
            </a:lvl1pPr>
          </a:lstStyle>
          <a:p>
            <a:pPr indent="0" algn="ctr">
              <a:buNone/>
            </a:pPr>
            <a:r>
              <a:rPr b="0" lang="en-US" sz="1400" strike="noStrike" u="none">
                <a:solidFill>
                  <a:srgbClr val="000000"/>
                </a:solidFill>
                <a:effectLst/>
                <a:uFillTx/>
                <a:latin typeface="游明朝"/>
              </a:rPr>
              <a:t>&lt;フッター&gt;</a:t>
            </a:r>
            <a:endParaRPr b="0" lang="en-US" sz="1400" strike="noStrike" u="none">
              <a:solidFill>
                <a:srgbClr val="000000"/>
              </a:solidFill>
              <a:effectLst/>
              <a:uFillTx/>
              <a:latin typeface="游明朝"/>
            </a:endParaRPr>
          </a:p>
        </p:txBody>
      </p:sp>
      <p:sp>
        <p:nvSpPr>
          <p:cNvPr id="296" name="PlaceHolder 4"/>
          <p:cNvSpPr>
            <a:spLocks noGrp="1"/>
          </p:cNvSpPr>
          <p:nvPr>
            <p:ph type="sldNum" idx="100"/>
          </p:nvPr>
        </p:nvSpPr>
        <p:spPr>
          <a:xfrm>
            <a:off x="8913960" y="6210360"/>
            <a:ext cx="907560" cy="380520"/>
          </a:xfrm>
          <a:prstGeom prst="rect">
            <a:avLst/>
          </a:prstGeom>
          <a:noFill/>
          <a:ln w="0">
            <a:noFill/>
          </a:ln>
        </p:spPr>
        <p:txBody>
          <a:bodyPr numCol="1" spcCol="0" lIns="91440" rIns="91440" tIns="45720" bIns="45720" anchor="ctr">
            <a:noAutofit/>
          </a:bodyPr>
          <a:lstStyle>
            <a:lvl1pPr indent="0" algn="ctr">
              <a:lnSpc>
                <a:spcPct val="100000"/>
              </a:lnSpc>
              <a:buNone/>
              <a:defRPr b="1" lang="en-US" sz="1400" strike="noStrike" u="none">
                <a:solidFill>
                  <a:srgbClr val="000000"/>
                </a:solidFill>
                <a:effectLst/>
                <a:uFillTx/>
                <a:latin typeface="Tw Cen MT"/>
                <a:ea typeface="ＭＳ Ｐゴシック"/>
              </a:defRPr>
            </a:lvl1pPr>
          </a:lstStyle>
          <a:p>
            <a:pPr indent="0" algn="ctr">
              <a:lnSpc>
                <a:spcPct val="100000"/>
              </a:lnSpc>
              <a:buNone/>
            </a:pPr>
            <a:fld id="{C8129D7D-26F7-4D6D-96DF-B1DDE7E42685}" type="slidenum">
              <a:rPr b="1" lang="en-US" sz="1400" strike="noStrike" u="none">
                <a:solidFill>
                  <a:srgbClr val="000000"/>
                </a:solidFill>
                <a:effectLst/>
                <a:uFillTx/>
                <a:latin typeface="Tw Cen MT"/>
                <a:ea typeface="ＭＳ Ｐゴシック"/>
              </a:rPr>
              <a:t>&lt;番号&gt;</a:t>
            </a:fld>
            <a:endParaRPr b="0" lang="en-US" sz="1400" strike="noStrike" u="none">
              <a:solidFill>
                <a:srgbClr val="000000"/>
              </a:solidFill>
              <a:effectLst/>
              <a:uFillTx/>
              <a:latin typeface="游明朝"/>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標準 20">
    <p:bg>
      <p:bgPr>
        <a:blipFill rotWithShape="0">
          <a:blip r:embed="rId2"/>
          <a:tile tx="0" ty="0" sx="100000" sy="100000" algn="tl"/>
        </a:blipFill>
      </p:bgPr>
    </p:bg>
    <p:spTree>
      <p:nvGrpSpPr>
        <p:cNvPr id="1" name=""/>
        <p:cNvGrpSpPr/>
        <p:nvPr/>
      </p:nvGrpSpPr>
      <p:grpSpPr>
        <a:xfrm>
          <a:off x="0" y="0"/>
          <a:ext cx="0" cy="0"/>
          <a:chOff x="0" y="0"/>
          <a:chExt cx="0" cy="0"/>
        </a:xfrm>
      </p:grpSpPr>
      <p:sp>
        <p:nvSpPr>
          <p:cNvPr id="297" name="Rectangle 6"/>
          <p:cNvSpPr/>
          <p:nvPr/>
        </p:nvSpPr>
        <p:spPr>
          <a:xfrm>
            <a:off x="0" y="1235160"/>
            <a:ext cx="9905760" cy="31860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298" name="Rectangle 7"/>
          <p:cNvSpPr/>
          <p:nvPr/>
        </p:nvSpPr>
        <p:spPr>
          <a:xfrm>
            <a:off x="0" y="1279440"/>
            <a:ext cx="577440" cy="2282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299" name="Rectangle 8"/>
          <p:cNvSpPr/>
          <p:nvPr/>
        </p:nvSpPr>
        <p:spPr>
          <a:xfrm>
            <a:off x="639720" y="1279440"/>
            <a:ext cx="9266040" cy="22824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300" name="PlaceHolder 1"/>
          <p:cNvSpPr>
            <a:spLocks noGrp="1"/>
          </p:cNvSpPr>
          <p:nvPr>
            <p:ph type="title"/>
          </p:nvPr>
        </p:nvSpPr>
        <p:spPr>
          <a:xfrm>
            <a:off x="660240" y="228600"/>
            <a:ext cx="8832600" cy="990360"/>
          </a:xfrm>
          <a:prstGeom prst="rect">
            <a:avLst/>
          </a:prstGeom>
          <a:noFill/>
          <a:ln w="9360">
            <a:noFill/>
          </a:ln>
        </p:spPr>
        <p:txBody>
          <a:bodyPr numCol="1" spcCol="0" lIns="91440" rIns="91440" tIns="45720" bIns="45720" anchor="ctr">
            <a:noAutofit/>
          </a:bodyPr>
          <a:p>
            <a:pPr indent="0">
              <a:lnSpc>
                <a:spcPct val="100000"/>
              </a:lnSpc>
              <a:buNone/>
            </a:pPr>
            <a:r>
              <a:rPr b="0" lang="ja-JP" sz="3600" strike="noStrike" u="none">
                <a:solidFill>
                  <a:schemeClr val="dk1"/>
                </a:solidFill>
                <a:effectLst/>
                <a:uFillTx/>
                <a:latin typeface="ＭＳ Ｐゴシック"/>
                <a:ea typeface="ＭＳ Ｐゴシック"/>
              </a:rPr>
              <a:t>マスター タイトルの書式設定</a:t>
            </a:r>
            <a:endParaRPr b="0" lang="en-US" sz="3600" strike="noStrike" u="none">
              <a:solidFill>
                <a:schemeClr val="dk1"/>
              </a:solidFill>
              <a:effectLst/>
              <a:uFillTx/>
              <a:latin typeface="Tw Cen MT"/>
            </a:endParaRPr>
          </a:p>
        </p:txBody>
      </p:sp>
      <p:sp>
        <p:nvSpPr>
          <p:cNvPr id="301" name="PlaceHolder 2"/>
          <p:cNvSpPr>
            <a:spLocks noGrp="1"/>
          </p:cNvSpPr>
          <p:nvPr>
            <p:ph type="body"/>
          </p:nvPr>
        </p:nvSpPr>
        <p:spPr>
          <a:xfrm>
            <a:off x="663480" y="1600200"/>
            <a:ext cx="8832600" cy="4525560"/>
          </a:xfrm>
          <a:prstGeom prst="rect">
            <a:avLst/>
          </a:prstGeom>
          <a:noFill/>
          <a:ln w="9360">
            <a:noFill/>
          </a:ln>
        </p:spPr>
        <p:txBody>
          <a:bodyPr numCol="1" spcCol="0" lIns="91440" rIns="91440" tIns="45720" bIns="45720" anchor="t" vert="eaVert">
            <a:noAutofit/>
          </a:bodyPr>
          <a:p>
            <a:pPr marL="318960" indent="-318960">
              <a:lnSpc>
                <a:spcPct val="100000"/>
              </a:lnSpc>
              <a:spcBef>
                <a:spcPts val="700"/>
              </a:spcBef>
              <a:buClr>
                <a:srgbClr val="feb80a"/>
              </a:buClr>
              <a:buSzPct val="60000"/>
              <a:buFont typeface="Wingdings" charset="2"/>
              <a:buChar char=""/>
            </a:pPr>
            <a:r>
              <a:rPr b="0" lang="ja-JP" sz="2900" strike="noStrike" u="none">
                <a:solidFill>
                  <a:schemeClr val="dk1"/>
                </a:solidFill>
                <a:effectLst/>
                <a:uFillTx/>
                <a:latin typeface="ＭＳ Ｐゴシック"/>
                <a:ea typeface="ＭＳ Ｐゴシック"/>
              </a:rPr>
              <a:t>マスター テキストの書式設定</a:t>
            </a:r>
            <a:endParaRPr b="0" lang="en-US" sz="2900" strike="noStrike" u="none">
              <a:solidFill>
                <a:schemeClr val="dk1"/>
              </a:solidFill>
              <a:effectLst/>
              <a:uFillTx/>
              <a:latin typeface="ＭＳ Ｐゴシック"/>
            </a:endParaRPr>
          </a:p>
          <a:p>
            <a:pPr lvl="1" marL="639720" indent="-272880">
              <a:lnSpc>
                <a:spcPct val="100000"/>
              </a:lnSpc>
              <a:spcBef>
                <a:spcPts val="550"/>
              </a:spcBef>
              <a:buClr>
                <a:srgbClr val="3891a7"/>
              </a:buClr>
              <a:buSzPct val="70000"/>
              <a:buFont typeface="Wingdings 2" charset="2"/>
              <a:buChar char=""/>
            </a:pPr>
            <a:r>
              <a:rPr b="0" lang="ja-JP" sz="2600" strike="noStrike" u="none">
                <a:solidFill>
                  <a:schemeClr val="dk1"/>
                </a:solidFill>
                <a:effectLst/>
                <a:uFillTx/>
                <a:latin typeface="ＭＳ Ｐゴシック"/>
                <a:ea typeface="ＭＳ Ｐゴシック"/>
              </a:rPr>
              <a:t>第 </a:t>
            </a:r>
            <a:r>
              <a:rPr b="0" lang="en-US" sz="2600" strike="noStrike" u="none">
                <a:solidFill>
                  <a:schemeClr val="dk1"/>
                </a:solidFill>
                <a:effectLst/>
                <a:uFillTx/>
                <a:latin typeface="ＭＳ Ｐゴシック"/>
                <a:ea typeface="ＭＳ Ｐゴシック"/>
              </a:rPr>
              <a:t>2 </a:t>
            </a:r>
            <a:r>
              <a:rPr b="0" lang="ja-JP" sz="2600" strike="noStrike" u="none">
                <a:solidFill>
                  <a:schemeClr val="dk1"/>
                </a:solidFill>
                <a:effectLst/>
                <a:uFillTx/>
                <a:latin typeface="ＭＳ Ｐゴシック"/>
                <a:ea typeface="ＭＳ Ｐゴシック"/>
              </a:rPr>
              <a:t>レベル</a:t>
            </a:r>
            <a:endParaRPr b="0" lang="en-US" sz="2600" strike="noStrike" u="none">
              <a:solidFill>
                <a:schemeClr val="dk1"/>
              </a:solidFill>
              <a:effectLst/>
              <a:uFillTx/>
              <a:latin typeface="ＭＳ Ｐゴシック"/>
            </a:endParaRPr>
          </a:p>
          <a:p>
            <a:pPr lvl="2" marL="914400" indent="-228600">
              <a:lnSpc>
                <a:spcPct val="100000"/>
              </a:lnSpc>
              <a:spcBef>
                <a:spcPts val="499"/>
              </a:spcBef>
              <a:buClr>
                <a:srgbClr val="feb80a"/>
              </a:buClr>
              <a:buSzPct val="75000"/>
              <a:buFont typeface="Wingdings" charset="2"/>
              <a:buChar char=""/>
            </a:pPr>
            <a:r>
              <a:rPr b="0" lang="ja-JP" sz="2300" strike="noStrike" u="none">
                <a:solidFill>
                  <a:schemeClr val="dk1"/>
                </a:solidFill>
                <a:effectLst/>
                <a:uFillTx/>
                <a:latin typeface="ＭＳ Ｐゴシック"/>
                <a:ea typeface="ＭＳ Ｐゴシック"/>
              </a:rPr>
              <a:t>第 </a:t>
            </a:r>
            <a:r>
              <a:rPr b="0" lang="en-US" sz="2300" strike="noStrike" u="none">
                <a:solidFill>
                  <a:schemeClr val="dk1"/>
                </a:solidFill>
                <a:effectLst/>
                <a:uFillTx/>
                <a:latin typeface="ＭＳ Ｐゴシック"/>
                <a:ea typeface="ＭＳ Ｐゴシック"/>
              </a:rPr>
              <a:t>3 </a:t>
            </a:r>
            <a:r>
              <a:rPr b="0" lang="ja-JP" sz="2300" strike="noStrike" u="none">
                <a:solidFill>
                  <a:schemeClr val="dk1"/>
                </a:solidFill>
                <a:effectLst/>
                <a:uFillTx/>
                <a:latin typeface="ＭＳ Ｐゴシック"/>
                <a:ea typeface="ＭＳ Ｐゴシック"/>
              </a:rPr>
              <a:t>レベル</a:t>
            </a:r>
            <a:endParaRPr b="0" lang="en-US" sz="2300" strike="noStrike" u="none">
              <a:solidFill>
                <a:schemeClr val="dk1"/>
              </a:solidFill>
              <a:effectLst/>
              <a:uFillTx/>
              <a:latin typeface="ＭＳ Ｐゴシック"/>
            </a:endParaRPr>
          </a:p>
          <a:p>
            <a:pPr lvl="3" marL="1371600" indent="-228600">
              <a:lnSpc>
                <a:spcPct val="100000"/>
              </a:lnSpc>
              <a:spcBef>
                <a:spcPts val="400"/>
              </a:spcBef>
              <a:buClr>
                <a:srgbClr val="c32d2e"/>
              </a:buClr>
              <a:buSzPct val="7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4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a:p>
            <a:pPr lvl="4" marL="1828800" indent="-228600">
              <a:lnSpc>
                <a:spcPct val="100000"/>
              </a:lnSpc>
              <a:spcBef>
                <a:spcPts val="400"/>
              </a:spcBef>
              <a:buClr>
                <a:srgbClr val="84aa33"/>
              </a:buClr>
              <a:buSzPct val="6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5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p:txBody>
      </p:sp>
      <p:sp>
        <p:nvSpPr>
          <p:cNvPr id="302" name="PlaceHolder 3"/>
          <p:cNvSpPr>
            <a:spLocks noGrp="1"/>
          </p:cNvSpPr>
          <p:nvPr>
            <p:ph type="dt" idx="101"/>
          </p:nvPr>
        </p:nvSpPr>
        <p:spPr>
          <a:xfrm>
            <a:off x="6603840" y="6248520"/>
            <a:ext cx="2889000" cy="364680"/>
          </a:xfrm>
          <a:prstGeom prst="rect">
            <a:avLst/>
          </a:prstGeom>
          <a:noFill/>
          <a:ln w="0">
            <a:noFill/>
          </a:ln>
        </p:spPr>
        <p:txBody>
          <a:bodyPr numCol="1" spcCol="0" lIns="91440" rIns="91440" tIns="45720" bIns="45720" anchor="ctr">
            <a:noAutofit/>
          </a:bodyPr>
          <a:lstStyle>
            <a:lvl1pPr indent="0">
              <a:lnSpc>
                <a:spcPct val="100000"/>
              </a:lnSpc>
              <a:buNone/>
              <a:defRPr b="0" lang="en-US" sz="1400" strike="noStrike" u="none">
                <a:solidFill>
                  <a:srgbClr val="4f271c"/>
                </a:solidFill>
                <a:effectLst/>
                <a:uFillTx/>
                <a:latin typeface="ＭＳ Ｐゴシック"/>
                <a:ea typeface="ＭＳ Ｐゴシック"/>
              </a:defRPr>
            </a:lvl1pPr>
          </a:lstStyle>
          <a:p>
            <a:pPr indent="0">
              <a:lnSpc>
                <a:spcPct val="100000"/>
              </a:lnSpc>
              <a:buNone/>
            </a:pPr>
            <a:r>
              <a:rPr b="0" lang="en-US" sz="1400" strike="noStrike" u="none">
                <a:solidFill>
                  <a:srgbClr val="4f271c"/>
                </a:solidFill>
                <a:effectLst/>
                <a:uFillTx/>
                <a:latin typeface="ＭＳ Ｐゴシック"/>
                <a:ea typeface="ＭＳ Ｐゴシック"/>
              </a:rPr>
              <a:t>&lt;日付/時刻&gt;</a:t>
            </a:r>
            <a:endParaRPr b="0" lang="en-US" sz="1400" strike="noStrike" u="none">
              <a:solidFill>
                <a:srgbClr val="000000"/>
              </a:solidFill>
              <a:effectLst/>
              <a:uFillTx/>
              <a:latin typeface="游明朝"/>
            </a:endParaRPr>
          </a:p>
        </p:txBody>
      </p:sp>
      <p:sp>
        <p:nvSpPr>
          <p:cNvPr id="303" name="PlaceHolder 4"/>
          <p:cNvSpPr>
            <a:spLocks noGrp="1"/>
          </p:cNvSpPr>
          <p:nvPr>
            <p:ph type="ftr" idx="102"/>
          </p:nvPr>
        </p:nvSpPr>
        <p:spPr>
          <a:xfrm>
            <a:off x="660240" y="6248520"/>
            <a:ext cx="5871960" cy="364680"/>
          </a:xfrm>
          <a:prstGeom prst="rect">
            <a:avLst/>
          </a:prstGeom>
          <a:noFill/>
          <a:ln w="0">
            <a:noFill/>
          </a:ln>
        </p:spPr>
        <p:txBody>
          <a:bodyPr numCol="1" spcCol="0" lIns="91440" rIns="91440" tIns="45720" bIns="45720" anchor="ctr">
            <a:noAutofit/>
          </a:bodyPr>
          <a:lstStyle>
            <a:lvl1pPr indent="0" algn="ctr">
              <a:buNone/>
              <a:defRPr b="0" lang="en-US" sz="1400" strike="noStrike" u="none">
                <a:solidFill>
                  <a:srgbClr val="000000"/>
                </a:solidFill>
                <a:effectLst/>
                <a:uFillTx/>
                <a:latin typeface="游明朝"/>
              </a:defRPr>
            </a:lvl1pPr>
          </a:lstStyle>
          <a:p>
            <a:pPr indent="0" algn="ctr">
              <a:buNone/>
            </a:pPr>
            <a:r>
              <a:rPr b="0" lang="en-US" sz="1400" strike="noStrike" u="none">
                <a:solidFill>
                  <a:srgbClr val="000000"/>
                </a:solidFill>
                <a:effectLst/>
                <a:uFillTx/>
                <a:latin typeface="游明朝"/>
              </a:rPr>
              <a:t>&lt;フッター&gt;</a:t>
            </a:r>
            <a:endParaRPr b="0" lang="en-US" sz="1400" strike="noStrike" u="none">
              <a:solidFill>
                <a:srgbClr val="000000"/>
              </a:solidFill>
              <a:effectLst/>
              <a:uFillTx/>
              <a:latin typeface="游明朝"/>
            </a:endParaRPr>
          </a:p>
        </p:txBody>
      </p:sp>
      <p:sp>
        <p:nvSpPr>
          <p:cNvPr id="304" name="PlaceHolder 5"/>
          <p:cNvSpPr>
            <a:spLocks noGrp="1"/>
          </p:cNvSpPr>
          <p:nvPr>
            <p:ph type="sldNum" idx="103"/>
          </p:nvPr>
        </p:nvSpPr>
        <p:spPr>
          <a:xfrm>
            <a:off x="9328320" y="6613560"/>
            <a:ext cx="577440" cy="244080"/>
          </a:xfrm>
          <a:prstGeom prst="rect">
            <a:avLst/>
          </a:prstGeom>
          <a:noFill/>
          <a:ln w="0">
            <a:noFill/>
          </a:ln>
        </p:spPr>
        <p:txBody>
          <a:bodyPr numCol="1" spcCol="0" lIns="91440" rIns="91440" tIns="45720" bIns="45720" anchor="ctr">
            <a:noAutofit/>
          </a:bodyPr>
          <a:lstStyle>
            <a:lvl1pPr indent="0" algn="ctr">
              <a:lnSpc>
                <a:spcPct val="100000"/>
              </a:lnSpc>
              <a:buNone/>
              <a:defRPr b="1" lang="en-US" sz="1200" strike="noStrike" u="none">
                <a:solidFill>
                  <a:srgbClr val="000000"/>
                </a:solidFill>
                <a:effectLst/>
                <a:uFillTx/>
                <a:latin typeface="Tw Cen MT"/>
                <a:ea typeface="ＭＳ Ｐゴシック"/>
              </a:defRPr>
            </a:lvl1pPr>
          </a:lstStyle>
          <a:p>
            <a:pPr indent="0" algn="ctr">
              <a:lnSpc>
                <a:spcPct val="100000"/>
              </a:lnSpc>
              <a:buNone/>
            </a:pPr>
            <a:fld id="{22E56A06-CD9E-414E-947F-D49AA4AF386D}" type="slidenum">
              <a:rPr b="1" lang="en-US" sz="1200" strike="noStrike" u="none">
                <a:solidFill>
                  <a:srgbClr val="000000"/>
                </a:solidFill>
                <a:effectLst/>
                <a:uFillTx/>
                <a:latin typeface="Tw Cen MT"/>
                <a:ea typeface="ＭＳ Ｐゴシック"/>
              </a:rPr>
              <a:t>&lt;番号&gt;</a:t>
            </a:fld>
            <a:endParaRPr b="0" lang="en-US" sz="1200" strike="noStrike" u="none">
              <a:solidFill>
                <a:srgbClr val="000000"/>
              </a:solidFill>
              <a:effectLst/>
              <a:uFillTx/>
              <a:latin typeface="游明朝"/>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標準 21">
    <p:bg>
      <p:bgPr>
        <a:blipFill rotWithShape="0">
          <a:blip r:embed="rId2"/>
          <a:tile tx="0" ty="0" sx="100000" sy="100000" algn="tl"/>
        </a:blipFill>
      </p:bgPr>
    </p:bg>
    <p:spTree>
      <p:nvGrpSpPr>
        <p:cNvPr id="1" name=""/>
        <p:cNvGrpSpPr/>
        <p:nvPr/>
      </p:nvGrpSpPr>
      <p:grpSpPr>
        <a:xfrm>
          <a:off x="0" y="0"/>
          <a:ext cx="0" cy="0"/>
          <a:chOff x="0" y="0"/>
          <a:chExt cx="0" cy="0"/>
        </a:xfrm>
      </p:grpSpPr>
      <p:sp>
        <p:nvSpPr>
          <p:cNvPr id="305" name="Rectangle 6" hidden="1"/>
          <p:cNvSpPr/>
          <p:nvPr/>
        </p:nvSpPr>
        <p:spPr>
          <a:xfrm>
            <a:off x="0" y="1235160"/>
            <a:ext cx="9905760" cy="31860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306" name="Rectangle 7" hidden="1"/>
          <p:cNvSpPr/>
          <p:nvPr/>
        </p:nvSpPr>
        <p:spPr>
          <a:xfrm>
            <a:off x="0" y="1279440"/>
            <a:ext cx="577440" cy="2282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307" name="Rectangle 8" hidden="1"/>
          <p:cNvSpPr/>
          <p:nvPr/>
        </p:nvSpPr>
        <p:spPr>
          <a:xfrm>
            <a:off x="639720" y="1279440"/>
            <a:ext cx="9266040" cy="22824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308" name="Rectangle 6"/>
          <p:cNvSpPr/>
          <p:nvPr/>
        </p:nvSpPr>
        <p:spPr>
          <a:xfrm>
            <a:off x="6603840" y="0"/>
            <a:ext cx="347400" cy="6857640"/>
          </a:xfrm>
          <a:prstGeom prst="rect">
            <a:avLst/>
          </a:prstGeom>
          <a:solidFill>
            <a:srgbClr val="ffffff"/>
          </a:solidFill>
          <a:ln>
            <a:noFill/>
          </a:ln>
        </p:spPr>
        <p:style>
          <a:lnRef idx="2">
            <a:schemeClr val="accent1"/>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309" name="Rectangle 7"/>
          <p:cNvSpPr/>
          <p:nvPr/>
        </p:nvSpPr>
        <p:spPr>
          <a:xfrm>
            <a:off x="6653160" y="609480"/>
            <a:ext cx="247320" cy="6248160"/>
          </a:xfrm>
          <a:prstGeom prst="rect">
            <a:avLst/>
          </a:prstGeom>
          <a:solidFill>
            <a:schemeClr val="accent1"/>
          </a:solidFill>
          <a:ln>
            <a:noFill/>
          </a:ln>
        </p:spPr>
        <p:style>
          <a:lnRef idx="2">
            <a:schemeClr val="accent1"/>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310" name="Rectangle 8"/>
          <p:cNvSpPr/>
          <p:nvPr/>
        </p:nvSpPr>
        <p:spPr>
          <a:xfrm>
            <a:off x="6653160" y="0"/>
            <a:ext cx="247320" cy="533160"/>
          </a:xfrm>
          <a:prstGeom prst="rect">
            <a:avLst/>
          </a:prstGeom>
          <a:solidFill>
            <a:schemeClr val="accent2"/>
          </a:solidFill>
          <a:ln>
            <a:noFill/>
          </a:ln>
        </p:spPr>
        <p:style>
          <a:lnRef idx="2">
            <a:schemeClr val="accent1"/>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311" name="PlaceHolder 1"/>
          <p:cNvSpPr>
            <a:spLocks noGrp="1"/>
          </p:cNvSpPr>
          <p:nvPr>
            <p:ph type="title"/>
          </p:nvPr>
        </p:nvSpPr>
        <p:spPr>
          <a:xfrm>
            <a:off x="7099200" y="609480"/>
            <a:ext cx="2228400" cy="5516280"/>
          </a:xfrm>
          <a:prstGeom prst="rect">
            <a:avLst/>
          </a:prstGeom>
          <a:noFill/>
          <a:ln w="9360">
            <a:noFill/>
          </a:ln>
        </p:spPr>
        <p:txBody>
          <a:bodyPr numCol="1" spcCol="0" lIns="91440" rIns="91440" tIns="45720" bIns="45720" anchor="ctr" vert="eaVert">
            <a:noAutofit/>
          </a:bodyPr>
          <a:p>
            <a:pPr indent="0">
              <a:lnSpc>
                <a:spcPct val="100000"/>
              </a:lnSpc>
              <a:buNone/>
            </a:pPr>
            <a:r>
              <a:rPr b="0" lang="ja-JP" sz="3600" strike="noStrike" u="none">
                <a:solidFill>
                  <a:schemeClr val="dk1"/>
                </a:solidFill>
                <a:effectLst/>
                <a:uFillTx/>
                <a:latin typeface="ＭＳ Ｐゴシック"/>
                <a:ea typeface="ＭＳ Ｐゴシック"/>
              </a:rPr>
              <a:t>マスター タイトルの書式設定</a:t>
            </a:r>
            <a:endParaRPr b="0" lang="en-US" sz="3600" strike="noStrike" u="none">
              <a:solidFill>
                <a:schemeClr val="dk1"/>
              </a:solidFill>
              <a:effectLst/>
              <a:uFillTx/>
              <a:latin typeface="Tw Cen MT"/>
            </a:endParaRPr>
          </a:p>
        </p:txBody>
      </p:sp>
      <p:sp>
        <p:nvSpPr>
          <p:cNvPr id="312" name="PlaceHolder 2"/>
          <p:cNvSpPr>
            <a:spLocks noGrp="1"/>
          </p:cNvSpPr>
          <p:nvPr>
            <p:ph type="body"/>
          </p:nvPr>
        </p:nvSpPr>
        <p:spPr>
          <a:xfrm>
            <a:off x="495360" y="609480"/>
            <a:ext cx="6025680" cy="5516280"/>
          </a:xfrm>
          <a:prstGeom prst="rect">
            <a:avLst/>
          </a:prstGeom>
          <a:noFill/>
          <a:ln w="9360">
            <a:noFill/>
          </a:ln>
        </p:spPr>
        <p:txBody>
          <a:bodyPr numCol="1" spcCol="0" lIns="91440" rIns="91440" tIns="45720" bIns="45720" anchor="t" vert="eaVert">
            <a:noAutofit/>
          </a:bodyPr>
          <a:p>
            <a:pPr marL="318960" indent="-318960">
              <a:lnSpc>
                <a:spcPct val="100000"/>
              </a:lnSpc>
              <a:spcBef>
                <a:spcPts val="700"/>
              </a:spcBef>
              <a:buClr>
                <a:srgbClr val="feb80a"/>
              </a:buClr>
              <a:buSzPct val="60000"/>
              <a:buFont typeface="Wingdings" charset="2"/>
              <a:buChar char=""/>
            </a:pPr>
            <a:r>
              <a:rPr b="0" lang="ja-JP" sz="2900" strike="noStrike" u="none">
                <a:solidFill>
                  <a:schemeClr val="dk1"/>
                </a:solidFill>
                <a:effectLst/>
                <a:uFillTx/>
                <a:latin typeface="ＭＳ Ｐゴシック"/>
                <a:ea typeface="ＭＳ Ｐゴシック"/>
              </a:rPr>
              <a:t>マスター テキストの書式設定</a:t>
            </a:r>
            <a:endParaRPr b="0" lang="en-US" sz="2900" strike="noStrike" u="none">
              <a:solidFill>
                <a:schemeClr val="dk1"/>
              </a:solidFill>
              <a:effectLst/>
              <a:uFillTx/>
              <a:latin typeface="ＭＳ Ｐゴシック"/>
            </a:endParaRPr>
          </a:p>
          <a:p>
            <a:pPr lvl="1" marL="639720" indent="-272880">
              <a:lnSpc>
                <a:spcPct val="100000"/>
              </a:lnSpc>
              <a:spcBef>
                <a:spcPts val="550"/>
              </a:spcBef>
              <a:buClr>
                <a:srgbClr val="3891a7"/>
              </a:buClr>
              <a:buSzPct val="70000"/>
              <a:buFont typeface="Wingdings 2" charset="2"/>
              <a:buChar char=""/>
            </a:pPr>
            <a:r>
              <a:rPr b="0" lang="ja-JP" sz="2600" strike="noStrike" u="none">
                <a:solidFill>
                  <a:schemeClr val="dk1"/>
                </a:solidFill>
                <a:effectLst/>
                <a:uFillTx/>
                <a:latin typeface="ＭＳ Ｐゴシック"/>
                <a:ea typeface="ＭＳ Ｐゴシック"/>
              </a:rPr>
              <a:t>第 </a:t>
            </a:r>
            <a:r>
              <a:rPr b="0" lang="en-US" sz="2600" strike="noStrike" u="none">
                <a:solidFill>
                  <a:schemeClr val="dk1"/>
                </a:solidFill>
                <a:effectLst/>
                <a:uFillTx/>
                <a:latin typeface="ＭＳ Ｐゴシック"/>
                <a:ea typeface="ＭＳ Ｐゴシック"/>
              </a:rPr>
              <a:t>2 </a:t>
            </a:r>
            <a:r>
              <a:rPr b="0" lang="ja-JP" sz="2600" strike="noStrike" u="none">
                <a:solidFill>
                  <a:schemeClr val="dk1"/>
                </a:solidFill>
                <a:effectLst/>
                <a:uFillTx/>
                <a:latin typeface="ＭＳ Ｐゴシック"/>
                <a:ea typeface="ＭＳ Ｐゴシック"/>
              </a:rPr>
              <a:t>レベル</a:t>
            </a:r>
            <a:endParaRPr b="0" lang="en-US" sz="2600" strike="noStrike" u="none">
              <a:solidFill>
                <a:schemeClr val="dk1"/>
              </a:solidFill>
              <a:effectLst/>
              <a:uFillTx/>
              <a:latin typeface="ＭＳ Ｐゴシック"/>
            </a:endParaRPr>
          </a:p>
          <a:p>
            <a:pPr lvl="2" marL="914400" indent="-228600">
              <a:lnSpc>
                <a:spcPct val="100000"/>
              </a:lnSpc>
              <a:spcBef>
                <a:spcPts val="499"/>
              </a:spcBef>
              <a:buClr>
                <a:srgbClr val="feb80a"/>
              </a:buClr>
              <a:buSzPct val="75000"/>
              <a:buFont typeface="Wingdings" charset="2"/>
              <a:buChar char=""/>
            </a:pPr>
            <a:r>
              <a:rPr b="0" lang="ja-JP" sz="2300" strike="noStrike" u="none">
                <a:solidFill>
                  <a:schemeClr val="dk1"/>
                </a:solidFill>
                <a:effectLst/>
                <a:uFillTx/>
                <a:latin typeface="ＭＳ Ｐゴシック"/>
                <a:ea typeface="ＭＳ Ｐゴシック"/>
              </a:rPr>
              <a:t>第 </a:t>
            </a:r>
            <a:r>
              <a:rPr b="0" lang="en-US" sz="2300" strike="noStrike" u="none">
                <a:solidFill>
                  <a:schemeClr val="dk1"/>
                </a:solidFill>
                <a:effectLst/>
                <a:uFillTx/>
                <a:latin typeface="ＭＳ Ｐゴシック"/>
                <a:ea typeface="ＭＳ Ｐゴシック"/>
              </a:rPr>
              <a:t>3 </a:t>
            </a:r>
            <a:r>
              <a:rPr b="0" lang="ja-JP" sz="2300" strike="noStrike" u="none">
                <a:solidFill>
                  <a:schemeClr val="dk1"/>
                </a:solidFill>
                <a:effectLst/>
                <a:uFillTx/>
                <a:latin typeface="ＭＳ Ｐゴシック"/>
                <a:ea typeface="ＭＳ Ｐゴシック"/>
              </a:rPr>
              <a:t>レベル</a:t>
            </a:r>
            <a:endParaRPr b="0" lang="en-US" sz="2300" strike="noStrike" u="none">
              <a:solidFill>
                <a:schemeClr val="dk1"/>
              </a:solidFill>
              <a:effectLst/>
              <a:uFillTx/>
              <a:latin typeface="ＭＳ Ｐゴシック"/>
            </a:endParaRPr>
          </a:p>
          <a:p>
            <a:pPr lvl="3" marL="1371600" indent="-228600">
              <a:lnSpc>
                <a:spcPct val="100000"/>
              </a:lnSpc>
              <a:spcBef>
                <a:spcPts val="400"/>
              </a:spcBef>
              <a:buClr>
                <a:srgbClr val="c32d2e"/>
              </a:buClr>
              <a:buSzPct val="7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4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a:p>
            <a:pPr lvl="4" marL="1828800" indent="-228600">
              <a:lnSpc>
                <a:spcPct val="100000"/>
              </a:lnSpc>
              <a:spcBef>
                <a:spcPts val="400"/>
              </a:spcBef>
              <a:buClr>
                <a:srgbClr val="84aa33"/>
              </a:buClr>
              <a:buSzPct val="6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5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p:txBody>
      </p:sp>
      <p:sp>
        <p:nvSpPr>
          <p:cNvPr id="313" name="PlaceHolder 3"/>
          <p:cNvSpPr>
            <a:spLocks noGrp="1"/>
          </p:cNvSpPr>
          <p:nvPr>
            <p:ph type="dt" idx="104"/>
          </p:nvPr>
        </p:nvSpPr>
        <p:spPr>
          <a:xfrm>
            <a:off x="7099200" y="6248520"/>
            <a:ext cx="2393640" cy="364680"/>
          </a:xfrm>
          <a:prstGeom prst="rect">
            <a:avLst/>
          </a:prstGeom>
          <a:noFill/>
          <a:ln w="0">
            <a:noFill/>
          </a:ln>
        </p:spPr>
        <p:txBody>
          <a:bodyPr numCol="1" spcCol="0" lIns="91440" rIns="91440" tIns="45720" bIns="45720" anchor="ctr">
            <a:noAutofit/>
          </a:bodyPr>
          <a:lstStyle>
            <a:lvl1pPr indent="0">
              <a:lnSpc>
                <a:spcPct val="100000"/>
              </a:lnSpc>
              <a:buNone/>
              <a:defRPr b="0" lang="en-US" sz="1400" strike="noStrike" u="none">
                <a:solidFill>
                  <a:srgbClr val="4f271c"/>
                </a:solidFill>
                <a:effectLst/>
                <a:uFillTx/>
                <a:latin typeface="ＭＳ Ｐゴシック"/>
                <a:ea typeface="ＭＳ Ｐゴシック"/>
              </a:defRPr>
            </a:lvl1pPr>
          </a:lstStyle>
          <a:p>
            <a:pPr indent="0">
              <a:lnSpc>
                <a:spcPct val="100000"/>
              </a:lnSpc>
              <a:buNone/>
            </a:pPr>
            <a:r>
              <a:rPr b="0" lang="en-US" sz="1400" strike="noStrike" u="none">
                <a:solidFill>
                  <a:srgbClr val="4f271c"/>
                </a:solidFill>
                <a:effectLst/>
                <a:uFillTx/>
                <a:latin typeface="ＭＳ Ｐゴシック"/>
                <a:ea typeface="ＭＳ Ｐゴシック"/>
              </a:rPr>
              <a:t>&lt;日付/時刻&gt;</a:t>
            </a:r>
            <a:endParaRPr b="0" lang="en-US" sz="1400" strike="noStrike" u="none">
              <a:solidFill>
                <a:srgbClr val="000000"/>
              </a:solidFill>
              <a:effectLst/>
              <a:uFillTx/>
              <a:latin typeface="游明朝"/>
            </a:endParaRPr>
          </a:p>
        </p:txBody>
      </p:sp>
      <p:sp>
        <p:nvSpPr>
          <p:cNvPr id="314" name="PlaceHolder 4"/>
          <p:cNvSpPr>
            <a:spLocks noGrp="1"/>
          </p:cNvSpPr>
          <p:nvPr>
            <p:ph type="ftr" idx="105"/>
          </p:nvPr>
        </p:nvSpPr>
        <p:spPr>
          <a:xfrm>
            <a:off x="495360" y="6248520"/>
            <a:ext cx="6036840" cy="364680"/>
          </a:xfrm>
          <a:prstGeom prst="rect">
            <a:avLst/>
          </a:prstGeom>
          <a:noFill/>
          <a:ln w="0">
            <a:noFill/>
          </a:ln>
        </p:spPr>
        <p:txBody>
          <a:bodyPr numCol="1" spcCol="0" lIns="91440" rIns="91440" tIns="45720" bIns="45720" anchor="ctr">
            <a:noAutofit/>
          </a:bodyPr>
          <a:lstStyle>
            <a:lvl1pPr indent="0" algn="ctr">
              <a:buNone/>
              <a:defRPr b="0" lang="en-US" sz="1400" strike="noStrike" u="none">
                <a:solidFill>
                  <a:srgbClr val="000000"/>
                </a:solidFill>
                <a:effectLst/>
                <a:uFillTx/>
                <a:latin typeface="游明朝"/>
              </a:defRPr>
            </a:lvl1pPr>
          </a:lstStyle>
          <a:p>
            <a:pPr indent="0" algn="ctr">
              <a:buNone/>
            </a:pPr>
            <a:r>
              <a:rPr b="0" lang="en-US" sz="1400" strike="noStrike" u="none">
                <a:solidFill>
                  <a:srgbClr val="000000"/>
                </a:solidFill>
                <a:effectLst/>
                <a:uFillTx/>
                <a:latin typeface="游明朝"/>
              </a:rPr>
              <a:t>&lt;フッター&gt;</a:t>
            </a:r>
            <a:endParaRPr b="0" lang="en-US" sz="1400" strike="noStrike" u="none">
              <a:solidFill>
                <a:srgbClr val="000000"/>
              </a:solidFill>
              <a:effectLst/>
              <a:uFillTx/>
              <a:latin typeface="游明朝"/>
            </a:endParaRPr>
          </a:p>
        </p:txBody>
      </p:sp>
      <p:sp>
        <p:nvSpPr>
          <p:cNvPr id="315" name="PlaceHolder 5"/>
          <p:cNvSpPr>
            <a:spLocks noGrp="1"/>
          </p:cNvSpPr>
          <p:nvPr>
            <p:ph type="sldNum" idx="106"/>
          </p:nvPr>
        </p:nvSpPr>
        <p:spPr>
          <a:xfrm rot="5400000">
            <a:off x="6511680" y="133920"/>
            <a:ext cx="533160" cy="264600"/>
          </a:xfrm>
          <a:prstGeom prst="rect">
            <a:avLst/>
          </a:prstGeom>
          <a:noFill/>
          <a:ln w="0">
            <a:noFill/>
          </a:ln>
        </p:spPr>
        <p:txBody>
          <a:bodyPr numCol="1" spcCol="0" lIns="91440" rIns="91440" tIns="45720" bIns="45720" anchor="ctr">
            <a:noAutofit/>
          </a:bodyPr>
          <a:lstStyle>
            <a:lvl1pPr indent="0" algn="ctr">
              <a:lnSpc>
                <a:spcPct val="100000"/>
              </a:lnSpc>
              <a:buNone/>
              <a:defRPr b="1" lang="en-US" sz="1200" strike="noStrike" u="none">
                <a:solidFill>
                  <a:srgbClr val="4f271c"/>
                </a:solidFill>
                <a:effectLst/>
                <a:uFillTx/>
                <a:latin typeface="Tw Cen MT"/>
                <a:ea typeface="ＭＳ Ｐゴシック"/>
              </a:defRPr>
            </a:lvl1pPr>
          </a:lstStyle>
          <a:p>
            <a:pPr indent="0" algn="ctr">
              <a:lnSpc>
                <a:spcPct val="100000"/>
              </a:lnSpc>
              <a:buNone/>
            </a:pPr>
            <a:fld id="{A408C170-2885-4BBF-AE97-6E9F8E8EA067}" type="slidenum">
              <a:rPr b="1" lang="en-US" sz="1200" strike="noStrike" u="none">
                <a:solidFill>
                  <a:srgbClr val="4f271c"/>
                </a:solidFill>
                <a:effectLst/>
                <a:uFillTx/>
                <a:latin typeface="Tw Cen MT"/>
                <a:ea typeface="ＭＳ Ｐゴシック"/>
              </a:rPr>
              <a:t>&lt;番号&gt;</a:t>
            </a:fld>
            <a:endParaRPr b="0" lang="en-US" sz="1200" strike="noStrike" u="none">
              <a:solidFill>
                <a:srgbClr val="000000"/>
              </a:solidFill>
              <a:effectLst/>
              <a:uFillTx/>
              <a:latin typeface="游明朝"/>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標準 22">
    <p:bg>
      <p:bgPr>
        <a:blipFill rotWithShape="0">
          <a:blip r:embed="rId2"/>
          <a:tile tx="0" ty="0" sx="100000" sy="100000" algn="tl"/>
        </a:blipFill>
      </p:bgPr>
    </p:bg>
    <p:spTree>
      <p:nvGrpSpPr>
        <p:cNvPr id="1" name=""/>
        <p:cNvGrpSpPr/>
        <p:nvPr/>
      </p:nvGrpSpPr>
      <p:grpSpPr>
        <a:xfrm>
          <a:off x="0" y="0"/>
          <a:ext cx="0" cy="0"/>
          <a:chOff x="0" y="0"/>
          <a:chExt cx="0" cy="0"/>
        </a:xfrm>
      </p:grpSpPr>
      <p:sp>
        <p:nvSpPr>
          <p:cNvPr id="316" name="Rectangle 6"/>
          <p:cNvSpPr/>
          <p:nvPr/>
        </p:nvSpPr>
        <p:spPr>
          <a:xfrm>
            <a:off x="0" y="1235160"/>
            <a:ext cx="9905760" cy="31860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317" name="Rectangle 7"/>
          <p:cNvSpPr/>
          <p:nvPr/>
        </p:nvSpPr>
        <p:spPr>
          <a:xfrm>
            <a:off x="0" y="1279440"/>
            <a:ext cx="577440" cy="2282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318" name="Rectangle 8"/>
          <p:cNvSpPr/>
          <p:nvPr/>
        </p:nvSpPr>
        <p:spPr>
          <a:xfrm>
            <a:off x="639720" y="1279440"/>
            <a:ext cx="9266040" cy="22824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319" name="PlaceHolder 1"/>
          <p:cNvSpPr>
            <a:spLocks noGrp="1"/>
          </p:cNvSpPr>
          <p:nvPr>
            <p:ph type="title"/>
          </p:nvPr>
        </p:nvSpPr>
        <p:spPr>
          <a:xfrm>
            <a:off x="663840" y="228600"/>
            <a:ext cx="8832600" cy="990360"/>
          </a:xfrm>
          <a:prstGeom prst="rect">
            <a:avLst/>
          </a:prstGeom>
          <a:noFill/>
          <a:ln w="9360">
            <a:noFill/>
          </a:ln>
        </p:spPr>
        <p:txBody>
          <a:bodyPr numCol="1" spcCol="0" lIns="91440" rIns="91440" tIns="45720" bIns="45720" anchor="ctr">
            <a:noAutofit/>
          </a:bodyPr>
          <a:p>
            <a:pPr indent="0">
              <a:lnSpc>
                <a:spcPct val="100000"/>
              </a:lnSpc>
              <a:buNone/>
            </a:pPr>
            <a:r>
              <a:rPr b="0" lang="ja-JP" sz="3600" strike="noStrike" u="none">
                <a:solidFill>
                  <a:schemeClr val="dk1"/>
                </a:solidFill>
                <a:effectLst/>
                <a:uFillTx/>
                <a:latin typeface="ＭＳ Ｐゴシック"/>
                <a:ea typeface="ＭＳ Ｐゴシック"/>
              </a:rPr>
              <a:t>マスター タイトルの書式設定</a:t>
            </a:r>
            <a:endParaRPr b="0" lang="en-US" sz="3600" strike="noStrike" u="none">
              <a:solidFill>
                <a:schemeClr val="dk1"/>
              </a:solidFill>
              <a:effectLst/>
              <a:uFillTx/>
              <a:latin typeface="Tw Cen MT"/>
            </a:endParaRPr>
          </a:p>
        </p:txBody>
      </p:sp>
      <p:sp>
        <p:nvSpPr>
          <p:cNvPr id="320" name="PlaceHolder 2"/>
          <p:cNvSpPr>
            <a:spLocks noGrp="1"/>
          </p:cNvSpPr>
          <p:nvPr>
            <p:ph type="body"/>
          </p:nvPr>
        </p:nvSpPr>
        <p:spPr>
          <a:xfrm>
            <a:off x="663840" y="1600200"/>
            <a:ext cx="8832600" cy="4495320"/>
          </a:xfrm>
          <a:prstGeom prst="rect">
            <a:avLst/>
          </a:prstGeom>
          <a:noFill/>
          <a:ln w="9360">
            <a:noFill/>
          </a:ln>
        </p:spPr>
        <p:txBody>
          <a:bodyPr numCol="1" spcCol="0" lIns="91440" rIns="91440" tIns="45720" bIns="45720" anchor="t">
            <a:noAutofit/>
          </a:bodyPr>
          <a:p>
            <a:pPr marL="318960" indent="-318960">
              <a:lnSpc>
                <a:spcPct val="100000"/>
              </a:lnSpc>
              <a:spcBef>
                <a:spcPts val="700"/>
              </a:spcBef>
              <a:buClr>
                <a:srgbClr val="feb80a"/>
              </a:buClr>
              <a:buSzPct val="60000"/>
              <a:buFont typeface="Wingdings" charset="2"/>
              <a:buChar char=""/>
            </a:pPr>
            <a:r>
              <a:rPr b="0" lang="ja-JP" sz="2900" strike="noStrike" u="none">
                <a:solidFill>
                  <a:schemeClr val="dk1"/>
                </a:solidFill>
                <a:effectLst/>
                <a:uFillTx/>
                <a:latin typeface="ＭＳ Ｐゴシック"/>
                <a:ea typeface="ＭＳ Ｐゴシック"/>
              </a:rPr>
              <a:t>マスター テキストの書式設定</a:t>
            </a:r>
            <a:endParaRPr b="0" lang="en-US" sz="2900" strike="noStrike" u="none">
              <a:solidFill>
                <a:schemeClr val="dk1"/>
              </a:solidFill>
              <a:effectLst/>
              <a:uFillTx/>
              <a:latin typeface="ＭＳ Ｐゴシック"/>
            </a:endParaRPr>
          </a:p>
          <a:p>
            <a:pPr lvl="1" marL="639720" indent="-272880">
              <a:lnSpc>
                <a:spcPct val="100000"/>
              </a:lnSpc>
              <a:spcBef>
                <a:spcPts val="550"/>
              </a:spcBef>
              <a:buClr>
                <a:srgbClr val="3891a7"/>
              </a:buClr>
              <a:buSzPct val="70000"/>
              <a:buFont typeface="Wingdings 2" charset="2"/>
              <a:buChar char=""/>
            </a:pPr>
            <a:r>
              <a:rPr b="0" lang="ja-JP" sz="2600" strike="noStrike" u="none">
                <a:solidFill>
                  <a:schemeClr val="dk1"/>
                </a:solidFill>
                <a:effectLst/>
                <a:uFillTx/>
                <a:latin typeface="ＭＳ Ｐゴシック"/>
                <a:ea typeface="ＭＳ Ｐゴシック"/>
              </a:rPr>
              <a:t>第 </a:t>
            </a:r>
            <a:r>
              <a:rPr b="0" lang="en-US" sz="2600" strike="noStrike" u="none">
                <a:solidFill>
                  <a:schemeClr val="dk1"/>
                </a:solidFill>
                <a:effectLst/>
                <a:uFillTx/>
                <a:latin typeface="ＭＳ Ｐゴシック"/>
                <a:ea typeface="ＭＳ Ｐゴシック"/>
              </a:rPr>
              <a:t>2 </a:t>
            </a:r>
            <a:r>
              <a:rPr b="0" lang="ja-JP" sz="2600" strike="noStrike" u="none">
                <a:solidFill>
                  <a:schemeClr val="dk1"/>
                </a:solidFill>
                <a:effectLst/>
                <a:uFillTx/>
                <a:latin typeface="ＭＳ Ｐゴシック"/>
                <a:ea typeface="ＭＳ Ｐゴシック"/>
              </a:rPr>
              <a:t>レベル</a:t>
            </a:r>
            <a:endParaRPr b="0" lang="en-US" sz="2600" strike="noStrike" u="none">
              <a:solidFill>
                <a:schemeClr val="dk1"/>
              </a:solidFill>
              <a:effectLst/>
              <a:uFillTx/>
              <a:latin typeface="ＭＳ Ｐゴシック"/>
            </a:endParaRPr>
          </a:p>
          <a:p>
            <a:pPr lvl="2" marL="914400" indent="-228600">
              <a:lnSpc>
                <a:spcPct val="100000"/>
              </a:lnSpc>
              <a:spcBef>
                <a:spcPts val="499"/>
              </a:spcBef>
              <a:buClr>
                <a:srgbClr val="feb80a"/>
              </a:buClr>
              <a:buSzPct val="75000"/>
              <a:buFont typeface="Wingdings" charset="2"/>
              <a:buChar char=""/>
            </a:pPr>
            <a:r>
              <a:rPr b="0" lang="ja-JP" sz="2300" strike="noStrike" u="none">
                <a:solidFill>
                  <a:schemeClr val="dk1"/>
                </a:solidFill>
                <a:effectLst/>
                <a:uFillTx/>
                <a:latin typeface="ＭＳ Ｐゴシック"/>
                <a:ea typeface="ＭＳ Ｐゴシック"/>
              </a:rPr>
              <a:t>第 </a:t>
            </a:r>
            <a:r>
              <a:rPr b="0" lang="en-US" sz="2300" strike="noStrike" u="none">
                <a:solidFill>
                  <a:schemeClr val="dk1"/>
                </a:solidFill>
                <a:effectLst/>
                <a:uFillTx/>
                <a:latin typeface="ＭＳ Ｐゴシック"/>
                <a:ea typeface="ＭＳ Ｐゴシック"/>
              </a:rPr>
              <a:t>3 </a:t>
            </a:r>
            <a:r>
              <a:rPr b="0" lang="ja-JP" sz="2300" strike="noStrike" u="none">
                <a:solidFill>
                  <a:schemeClr val="dk1"/>
                </a:solidFill>
                <a:effectLst/>
                <a:uFillTx/>
                <a:latin typeface="ＭＳ Ｐゴシック"/>
                <a:ea typeface="ＭＳ Ｐゴシック"/>
              </a:rPr>
              <a:t>レベル</a:t>
            </a:r>
            <a:endParaRPr b="0" lang="en-US" sz="2300" strike="noStrike" u="none">
              <a:solidFill>
                <a:schemeClr val="dk1"/>
              </a:solidFill>
              <a:effectLst/>
              <a:uFillTx/>
              <a:latin typeface="ＭＳ Ｐゴシック"/>
            </a:endParaRPr>
          </a:p>
          <a:p>
            <a:pPr lvl="3" marL="1371600" indent="-228600">
              <a:lnSpc>
                <a:spcPct val="100000"/>
              </a:lnSpc>
              <a:spcBef>
                <a:spcPts val="400"/>
              </a:spcBef>
              <a:buClr>
                <a:srgbClr val="c32d2e"/>
              </a:buClr>
              <a:buSzPct val="7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4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a:p>
            <a:pPr lvl="4" marL="1828800" indent="-228600">
              <a:lnSpc>
                <a:spcPct val="100000"/>
              </a:lnSpc>
              <a:spcBef>
                <a:spcPts val="400"/>
              </a:spcBef>
              <a:buClr>
                <a:srgbClr val="84aa33"/>
              </a:buClr>
              <a:buSzPct val="6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5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p:txBody>
      </p:sp>
      <p:sp>
        <p:nvSpPr>
          <p:cNvPr id="321" name="PlaceHolder 3"/>
          <p:cNvSpPr>
            <a:spLocks noGrp="1"/>
          </p:cNvSpPr>
          <p:nvPr>
            <p:ph type="dt" idx="107"/>
          </p:nvPr>
        </p:nvSpPr>
        <p:spPr>
          <a:xfrm>
            <a:off x="6603840" y="6248520"/>
            <a:ext cx="2889000" cy="364680"/>
          </a:xfrm>
          <a:prstGeom prst="rect">
            <a:avLst/>
          </a:prstGeom>
          <a:noFill/>
          <a:ln w="0">
            <a:noFill/>
          </a:ln>
        </p:spPr>
        <p:txBody>
          <a:bodyPr numCol="1" spcCol="0" lIns="91440" rIns="91440" tIns="45720" bIns="45720" anchor="ctr">
            <a:noAutofit/>
          </a:bodyPr>
          <a:lstStyle>
            <a:lvl1pPr indent="0">
              <a:lnSpc>
                <a:spcPct val="100000"/>
              </a:lnSpc>
              <a:buNone/>
              <a:defRPr b="0" lang="en-US" sz="1400" strike="noStrike" u="none">
                <a:solidFill>
                  <a:srgbClr val="4f271c"/>
                </a:solidFill>
                <a:effectLst/>
                <a:uFillTx/>
                <a:latin typeface="ＭＳ Ｐゴシック"/>
                <a:ea typeface="ＭＳ Ｐゴシック"/>
              </a:defRPr>
            </a:lvl1pPr>
          </a:lstStyle>
          <a:p>
            <a:pPr indent="0">
              <a:lnSpc>
                <a:spcPct val="100000"/>
              </a:lnSpc>
              <a:buNone/>
            </a:pPr>
            <a:r>
              <a:rPr b="0" lang="en-US" sz="1400" strike="noStrike" u="none">
                <a:solidFill>
                  <a:srgbClr val="4f271c"/>
                </a:solidFill>
                <a:effectLst/>
                <a:uFillTx/>
                <a:latin typeface="ＭＳ Ｐゴシック"/>
                <a:ea typeface="ＭＳ Ｐゴシック"/>
              </a:rPr>
              <a:t>&lt;日付/時刻&gt;</a:t>
            </a:r>
            <a:endParaRPr b="0" lang="en-US" sz="1400" strike="noStrike" u="none">
              <a:solidFill>
                <a:srgbClr val="000000"/>
              </a:solidFill>
              <a:effectLst/>
              <a:uFillTx/>
              <a:latin typeface="游明朝"/>
            </a:endParaRPr>
          </a:p>
        </p:txBody>
      </p:sp>
      <p:sp>
        <p:nvSpPr>
          <p:cNvPr id="322" name="PlaceHolder 4"/>
          <p:cNvSpPr>
            <a:spLocks noGrp="1"/>
          </p:cNvSpPr>
          <p:nvPr>
            <p:ph type="ftr" idx="108"/>
          </p:nvPr>
        </p:nvSpPr>
        <p:spPr>
          <a:xfrm>
            <a:off x="660240" y="6248520"/>
            <a:ext cx="5871960" cy="364680"/>
          </a:xfrm>
          <a:prstGeom prst="rect">
            <a:avLst/>
          </a:prstGeom>
          <a:noFill/>
          <a:ln w="0">
            <a:noFill/>
          </a:ln>
        </p:spPr>
        <p:txBody>
          <a:bodyPr numCol="1" spcCol="0" lIns="91440" rIns="91440" tIns="45720" bIns="45720" anchor="ctr">
            <a:noAutofit/>
          </a:bodyPr>
          <a:lstStyle>
            <a:lvl1pPr indent="0" algn="ctr">
              <a:buNone/>
              <a:defRPr b="0" lang="en-US" sz="1400" strike="noStrike" u="none">
                <a:solidFill>
                  <a:srgbClr val="000000"/>
                </a:solidFill>
                <a:effectLst/>
                <a:uFillTx/>
                <a:latin typeface="游明朝"/>
              </a:defRPr>
            </a:lvl1pPr>
          </a:lstStyle>
          <a:p>
            <a:pPr indent="0" algn="ctr">
              <a:buNone/>
            </a:pPr>
            <a:r>
              <a:rPr b="0" lang="en-US" sz="1400" strike="noStrike" u="none">
                <a:solidFill>
                  <a:srgbClr val="000000"/>
                </a:solidFill>
                <a:effectLst/>
                <a:uFillTx/>
                <a:latin typeface="游明朝"/>
              </a:rPr>
              <a:t>&lt;フッター&gt;</a:t>
            </a:r>
            <a:endParaRPr b="0" lang="en-US" sz="1400" strike="noStrike" u="none">
              <a:solidFill>
                <a:srgbClr val="000000"/>
              </a:solidFill>
              <a:effectLst/>
              <a:uFillTx/>
              <a:latin typeface="游明朝"/>
            </a:endParaRPr>
          </a:p>
        </p:txBody>
      </p:sp>
      <p:sp>
        <p:nvSpPr>
          <p:cNvPr id="323" name="PlaceHolder 5"/>
          <p:cNvSpPr>
            <a:spLocks noGrp="1"/>
          </p:cNvSpPr>
          <p:nvPr>
            <p:ph type="sldNum" idx="109"/>
          </p:nvPr>
        </p:nvSpPr>
        <p:spPr>
          <a:xfrm>
            <a:off x="9328320" y="6613560"/>
            <a:ext cx="577440" cy="244080"/>
          </a:xfrm>
          <a:prstGeom prst="rect">
            <a:avLst/>
          </a:prstGeom>
          <a:noFill/>
          <a:ln w="0">
            <a:noFill/>
          </a:ln>
        </p:spPr>
        <p:txBody>
          <a:bodyPr numCol="1" spcCol="0" lIns="91440" rIns="91440" tIns="45720" bIns="45720" anchor="ctr">
            <a:noAutofit/>
          </a:bodyPr>
          <a:lstStyle>
            <a:lvl1pPr indent="0" algn="ctr">
              <a:lnSpc>
                <a:spcPct val="100000"/>
              </a:lnSpc>
              <a:buNone/>
              <a:defRPr b="1" lang="en-US" sz="1400" strike="noStrike" u="none">
                <a:solidFill>
                  <a:srgbClr val="000000"/>
                </a:solidFill>
                <a:effectLst/>
                <a:uFillTx/>
                <a:latin typeface="Tw Cen MT"/>
                <a:ea typeface="ＭＳ Ｐゴシック"/>
              </a:defRPr>
            </a:lvl1pPr>
          </a:lstStyle>
          <a:p>
            <a:pPr indent="0" algn="ctr">
              <a:lnSpc>
                <a:spcPct val="100000"/>
              </a:lnSpc>
              <a:buNone/>
            </a:pPr>
            <a:fld id="{FCCFF8F6-A915-4976-B23C-F61B99921969}" type="slidenum">
              <a:rPr b="1" lang="en-US" sz="1400" strike="noStrike" u="none">
                <a:solidFill>
                  <a:srgbClr val="000000"/>
                </a:solidFill>
                <a:effectLst/>
                <a:uFillTx/>
                <a:latin typeface="Tw Cen MT"/>
                <a:ea typeface="ＭＳ Ｐゴシック"/>
              </a:rPr>
              <a:t>&lt;番号&gt;</a:t>
            </a:fld>
            <a:endParaRPr b="0" lang="en-US" sz="1400" strike="noStrike" u="none">
              <a:solidFill>
                <a:srgbClr val="000000"/>
              </a:solidFill>
              <a:effectLst/>
              <a:uFillTx/>
              <a:latin typeface="游明朝"/>
            </a:endParaRP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標準 23">
    <p:bg>
      <p:bgPr>
        <a:blipFill rotWithShape="0">
          <a:blip r:embed="rId2"/>
          <a:tile tx="0" ty="0" sx="100000" sy="100000" algn="tl"/>
        </a:blipFill>
      </p:bgPr>
    </p:bg>
    <p:spTree>
      <p:nvGrpSpPr>
        <p:cNvPr id="1" name=""/>
        <p:cNvGrpSpPr/>
        <p:nvPr/>
      </p:nvGrpSpPr>
      <p:grpSpPr>
        <a:xfrm>
          <a:off x="0" y="0"/>
          <a:ext cx="0" cy="0"/>
          <a:chOff x="0" y="0"/>
          <a:chExt cx="0" cy="0"/>
        </a:xfrm>
      </p:grpSpPr>
      <p:sp>
        <p:nvSpPr>
          <p:cNvPr id="324" name="Rectangle 6" hidden="1"/>
          <p:cNvSpPr/>
          <p:nvPr/>
        </p:nvSpPr>
        <p:spPr>
          <a:xfrm>
            <a:off x="0" y="1235160"/>
            <a:ext cx="9905760" cy="31860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325" name="Rectangle 7" hidden="1"/>
          <p:cNvSpPr/>
          <p:nvPr/>
        </p:nvSpPr>
        <p:spPr>
          <a:xfrm>
            <a:off x="0" y="1279440"/>
            <a:ext cx="577440" cy="2282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326" name="Rectangle 8" hidden="1"/>
          <p:cNvSpPr/>
          <p:nvPr/>
        </p:nvSpPr>
        <p:spPr>
          <a:xfrm>
            <a:off x="639720" y="1279440"/>
            <a:ext cx="9266040" cy="22824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327" name="Rectangle 6"/>
          <p:cNvSpPr/>
          <p:nvPr/>
        </p:nvSpPr>
        <p:spPr>
          <a:xfrm>
            <a:off x="0" y="1523880"/>
            <a:ext cx="9905760" cy="114264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328" name="Rectangle 7"/>
          <p:cNvSpPr/>
          <p:nvPr/>
        </p:nvSpPr>
        <p:spPr>
          <a:xfrm>
            <a:off x="0" y="1600200"/>
            <a:ext cx="1402920" cy="99036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329" name="Rectangle 8"/>
          <p:cNvSpPr/>
          <p:nvPr/>
        </p:nvSpPr>
        <p:spPr>
          <a:xfrm>
            <a:off x="1486080" y="1600200"/>
            <a:ext cx="8419680" cy="99036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330" name="PlaceHolder 1"/>
          <p:cNvSpPr>
            <a:spLocks noGrp="1"/>
          </p:cNvSpPr>
          <p:nvPr>
            <p:ph type="body"/>
          </p:nvPr>
        </p:nvSpPr>
        <p:spPr>
          <a:xfrm>
            <a:off x="1486080" y="2743200"/>
            <a:ext cx="7716240" cy="1672920"/>
          </a:xfrm>
          <a:prstGeom prst="rect">
            <a:avLst/>
          </a:prstGeom>
          <a:noFill/>
          <a:ln w="9360">
            <a:noFill/>
          </a:ln>
        </p:spPr>
        <p:txBody>
          <a:bodyPr numCol="1" spcCol="0" lIns="91440" rIns="91440" tIns="45720" bIns="45720" anchor="t">
            <a:noAutofit/>
          </a:bodyPr>
          <a:p>
            <a:pPr marL="318960" indent="-318960">
              <a:lnSpc>
                <a:spcPct val="100000"/>
              </a:lnSpc>
              <a:spcBef>
                <a:spcPts val="700"/>
              </a:spcBef>
              <a:buNone/>
              <a:tabLst>
                <a:tab algn="l" pos="0"/>
              </a:tabLst>
            </a:pPr>
            <a:r>
              <a:rPr b="0" lang="ja-JP" sz="2800" strike="noStrike" u="none">
                <a:solidFill>
                  <a:schemeClr val="dk1"/>
                </a:solidFill>
                <a:effectLst/>
                <a:uFillTx/>
                <a:latin typeface="ＭＳ Ｐゴシック"/>
                <a:ea typeface="ＭＳ Ｐゴシック"/>
              </a:rPr>
              <a:t>マスター テキストの書式設定</a:t>
            </a:r>
            <a:endParaRPr b="0" lang="en-US" sz="2800" strike="noStrike" u="none">
              <a:solidFill>
                <a:schemeClr val="dk1"/>
              </a:solidFill>
              <a:effectLst/>
              <a:uFillTx/>
              <a:latin typeface="ＭＳ Ｐゴシック"/>
            </a:endParaRPr>
          </a:p>
        </p:txBody>
      </p:sp>
      <p:sp>
        <p:nvSpPr>
          <p:cNvPr id="331" name="PlaceHolder 2"/>
          <p:cNvSpPr>
            <a:spLocks noGrp="1"/>
          </p:cNvSpPr>
          <p:nvPr>
            <p:ph type="title"/>
          </p:nvPr>
        </p:nvSpPr>
        <p:spPr>
          <a:xfrm>
            <a:off x="1486080" y="1600200"/>
            <a:ext cx="8254800" cy="990360"/>
          </a:xfrm>
          <a:prstGeom prst="rect">
            <a:avLst/>
          </a:prstGeom>
          <a:noFill/>
          <a:ln w="9360">
            <a:noFill/>
          </a:ln>
        </p:spPr>
        <p:txBody>
          <a:bodyPr numCol="1" spcCol="0" lIns="91440" rIns="91440" tIns="45720" bIns="45720" anchor="ctr">
            <a:noAutofit/>
          </a:bodyPr>
          <a:p>
            <a:pPr indent="0">
              <a:lnSpc>
                <a:spcPct val="100000"/>
              </a:lnSpc>
              <a:buNone/>
            </a:pPr>
            <a:r>
              <a:rPr b="0" lang="ja-JP" sz="4400" strike="noStrike" u="none">
                <a:solidFill>
                  <a:srgbClr val="ffffff"/>
                </a:solidFill>
                <a:effectLst/>
                <a:uFillTx/>
                <a:latin typeface="ＭＳ Ｐゴシック"/>
                <a:ea typeface="ＭＳ Ｐゴシック"/>
              </a:rPr>
              <a:t>マスター タイトルの書式設定</a:t>
            </a:r>
            <a:endParaRPr b="0" lang="en-US" sz="4400" strike="noStrike" u="none">
              <a:solidFill>
                <a:schemeClr val="dk1"/>
              </a:solidFill>
              <a:effectLst/>
              <a:uFillTx/>
              <a:latin typeface="Tw Cen MT"/>
            </a:endParaRPr>
          </a:p>
        </p:txBody>
      </p:sp>
      <p:sp>
        <p:nvSpPr>
          <p:cNvPr id="332" name="PlaceHolder 3"/>
          <p:cNvSpPr>
            <a:spLocks noGrp="1"/>
          </p:cNvSpPr>
          <p:nvPr>
            <p:ph type="dt" idx="110"/>
          </p:nvPr>
        </p:nvSpPr>
        <p:spPr>
          <a:xfrm>
            <a:off x="6603840" y="6248520"/>
            <a:ext cx="2889000" cy="364680"/>
          </a:xfrm>
          <a:prstGeom prst="rect">
            <a:avLst/>
          </a:prstGeom>
          <a:noFill/>
          <a:ln w="0">
            <a:noFill/>
          </a:ln>
        </p:spPr>
        <p:txBody>
          <a:bodyPr numCol="1" spcCol="0" lIns="91440" rIns="91440" tIns="45720" bIns="45720" anchor="ctr">
            <a:noAutofit/>
          </a:bodyPr>
          <a:lstStyle>
            <a:lvl1pPr indent="0">
              <a:lnSpc>
                <a:spcPct val="100000"/>
              </a:lnSpc>
              <a:buNone/>
              <a:defRPr b="0" lang="en-US" sz="1400" strike="noStrike" u="none">
                <a:solidFill>
                  <a:srgbClr val="4f271c"/>
                </a:solidFill>
                <a:effectLst/>
                <a:uFillTx/>
                <a:latin typeface="ＭＳ Ｐゴシック"/>
                <a:ea typeface="ＭＳ Ｐゴシック"/>
              </a:defRPr>
            </a:lvl1pPr>
          </a:lstStyle>
          <a:p>
            <a:pPr indent="0">
              <a:lnSpc>
                <a:spcPct val="100000"/>
              </a:lnSpc>
              <a:buNone/>
            </a:pPr>
            <a:r>
              <a:rPr b="0" lang="en-US" sz="1400" strike="noStrike" u="none">
                <a:solidFill>
                  <a:srgbClr val="4f271c"/>
                </a:solidFill>
                <a:effectLst/>
                <a:uFillTx/>
                <a:latin typeface="ＭＳ Ｐゴシック"/>
                <a:ea typeface="ＭＳ Ｐゴシック"/>
              </a:rPr>
              <a:t>&lt;日付/時刻&gt;</a:t>
            </a:r>
            <a:endParaRPr b="0" lang="en-US" sz="1400" strike="noStrike" u="none">
              <a:solidFill>
                <a:srgbClr val="000000"/>
              </a:solidFill>
              <a:effectLst/>
              <a:uFillTx/>
              <a:latin typeface="游明朝"/>
            </a:endParaRPr>
          </a:p>
        </p:txBody>
      </p:sp>
      <p:sp>
        <p:nvSpPr>
          <p:cNvPr id="333" name="PlaceHolder 4"/>
          <p:cNvSpPr>
            <a:spLocks noGrp="1"/>
          </p:cNvSpPr>
          <p:nvPr>
            <p:ph type="sldNum" idx="111"/>
          </p:nvPr>
        </p:nvSpPr>
        <p:spPr>
          <a:xfrm>
            <a:off x="0" y="1752480"/>
            <a:ext cx="1402920" cy="701280"/>
          </a:xfrm>
          <a:prstGeom prst="rect">
            <a:avLst/>
          </a:prstGeom>
          <a:noFill/>
          <a:ln w="0">
            <a:noFill/>
          </a:ln>
        </p:spPr>
        <p:txBody>
          <a:bodyPr numCol="1" spcCol="0" lIns="91440" rIns="91440" tIns="45720" bIns="45720" anchor="ctr">
            <a:noAutofit/>
          </a:bodyPr>
          <a:lstStyle>
            <a:lvl1pPr indent="0" algn="ctr">
              <a:lnSpc>
                <a:spcPct val="100000"/>
              </a:lnSpc>
              <a:buNone/>
              <a:defRPr b="1" lang="en-US" sz="2400" strike="noStrike" u="none">
                <a:solidFill>
                  <a:srgbClr val="ffffff"/>
                </a:solidFill>
                <a:effectLst/>
                <a:uFillTx/>
                <a:latin typeface="Tw Cen MT"/>
                <a:ea typeface="ＭＳ Ｐゴシック"/>
              </a:defRPr>
            </a:lvl1pPr>
          </a:lstStyle>
          <a:p>
            <a:pPr indent="0" algn="ctr">
              <a:lnSpc>
                <a:spcPct val="100000"/>
              </a:lnSpc>
              <a:buNone/>
            </a:pPr>
            <a:fld id="{32FCA347-C12C-4984-BFC5-04426268FABA}" type="slidenum">
              <a:rPr b="1" lang="en-US" sz="2400" strike="noStrike" u="none">
                <a:solidFill>
                  <a:srgbClr val="ffffff"/>
                </a:solidFill>
                <a:effectLst/>
                <a:uFillTx/>
                <a:latin typeface="Tw Cen MT"/>
                <a:ea typeface="ＭＳ Ｐゴシック"/>
              </a:rPr>
              <a:t>&lt;番号&gt;</a:t>
            </a:fld>
            <a:endParaRPr b="0" lang="en-US" sz="2400" strike="noStrike" u="none">
              <a:solidFill>
                <a:srgbClr val="000000"/>
              </a:solidFill>
              <a:effectLst/>
              <a:uFillTx/>
              <a:latin typeface="游明朝"/>
            </a:endParaRPr>
          </a:p>
        </p:txBody>
      </p:sp>
      <p:sp>
        <p:nvSpPr>
          <p:cNvPr id="334" name="PlaceHolder 5"/>
          <p:cNvSpPr>
            <a:spLocks noGrp="1"/>
          </p:cNvSpPr>
          <p:nvPr>
            <p:ph type="ftr" idx="112"/>
          </p:nvPr>
        </p:nvSpPr>
        <p:spPr>
          <a:xfrm>
            <a:off x="660240" y="6248520"/>
            <a:ext cx="5871960" cy="364680"/>
          </a:xfrm>
          <a:prstGeom prst="rect">
            <a:avLst/>
          </a:prstGeom>
          <a:noFill/>
          <a:ln w="0">
            <a:noFill/>
          </a:ln>
        </p:spPr>
        <p:txBody>
          <a:bodyPr numCol="1" spcCol="0" lIns="91440" rIns="91440" tIns="45720" bIns="45720" anchor="ctr">
            <a:noAutofit/>
          </a:bodyPr>
          <a:lstStyle>
            <a:lvl1pPr indent="0" algn="ctr">
              <a:buNone/>
              <a:defRPr b="0" lang="en-US" sz="1400" strike="noStrike" u="none">
                <a:solidFill>
                  <a:srgbClr val="000000"/>
                </a:solidFill>
                <a:effectLst/>
                <a:uFillTx/>
                <a:latin typeface="游明朝"/>
              </a:defRPr>
            </a:lvl1pPr>
          </a:lstStyle>
          <a:p>
            <a:pPr indent="0" algn="ctr">
              <a:buNone/>
            </a:pPr>
            <a:r>
              <a:rPr b="0" lang="en-US" sz="1400" strike="noStrike" u="none">
                <a:solidFill>
                  <a:srgbClr val="000000"/>
                </a:solidFill>
                <a:effectLst/>
                <a:uFillTx/>
                <a:latin typeface="游明朝"/>
              </a:rPr>
              <a:t>&lt;フッター&gt;</a:t>
            </a:r>
            <a:endParaRPr b="0" lang="en-US" sz="1400" strike="noStrike" u="none">
              <a:solidFill>
                <a:srgbClr val="000000"/>
              </a:solidFill>
              <a:effectLst/>
              <a:uFillTx/>
              <a:latin typeface="游明朝"/>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標準 24">
    <p:bg>
      <p:bgPr>
        <a:blipFill rotWithShape="0">
          <a:blip r:embed="rId2"/>
          <a:tile tx="0" ty="0" sx="100000" sy="100000" algn="tl"/>
        </a:blipFill>
      </p:bgPr>
    </p:bg>
    <p:spTree>
      <p:nvGrpSpPr>
        <p:cNvPr id="1" name=""/>
        <p:cNvGrpSpPr/>
        <p:nvPr/>
      </p:nvGrpSpPr>
      <p:grpSpPr>
        <a:xfrm>
          <a:off x="0" y="0"/>
          <a:ext cx="0" cy="0"/>
          <a:chOff x="0" y="0"/>
          <a:chExt cx="0" cy="0"/>
        </a:xfrm>
      </p:grpSpPr>
      <p:sp>
        <p:nvSpPr>
          <p:cNvPr id="335" name="Rectangle 6"/>
          <p:cNvSpPr/>
          <p:nvPr/>
        </p:nvSpPr>
        <p:spPr>
          <a:xfrm>
            <a:off x="0" y="1235160"/>
            <a:ext cx="9905760" cy="31860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336" name="Rectangle 7"/>
          <p:cNvSpPr/>
          <p:nvPr/>
        </p:nvSpPr>
        <p:spPr>
          <a:xfrm>
            <a:off x="0" y="1279440"/>
            <a:ext cx="577440" cy="2282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337" name="Rectangle 8"/>
          <p:cNvSpPr/>
          <p:nvPr/>
        </p:nvSpPr>
        <p:spPr>
          <a:xfrm>
            <a:off x="639720" y="1279440"/>
            <a:ext cx="9266040" cy="22824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338" name="PlaceHolder 1"/>
          <p:cNvSpPr>
            <a:spLocks noGrp="1"/>
          </p:cNvSpPr>
          <p:nvPr>
            <p:ph type="title"/>
          </p:nvPr>
        </p:nvSpPr>
        <p:spPr>
          <a:xfrm>
            <a:off x="660240" y="228600"/>
            <a:ext cx="8832600" cy="990360"/>
          </a:xfrm>
          <a:prstGeom prst="rect">
            <a:avLst/>
          </a:prstGeom>
          <a:noFill/>
          <a:ln w="9360">
            <a:noFill/>
          </a:ln>
        </p:spPr>
        <p:txBody>
          <a:bodyPr numCol="1" spcCol="0" lIns="91440" rIns="91440" tIns="45720" bIns="45720" anchor="ctr">
            <a:noAutofit/>
          </a:bodyPr>
          <a:p>
            <a:pPr indent="0">
              <a:lnSpc>
                <a:spcPct val="100000"/>
              </a:lnSpc>
              <a:buNone/>
            </a:pPr>
            <a:r>
              <a:rPr b="0" lang="ja-JP" sz="3600" strike="noStrike" u="none">
                <a:solidFill>
                  <a:schemeClr val="dk1"/>
                </a:solidFill>
                <a:effectLst/>
                <a:uFillTx/>
                <a:latin typeface="ＭＳ Ｐゴシック"/>
                <a:ea typeface="ＭＳ Ｐゴシック"/>
              </a:rPr>
              <a:t>マスター タイトルの書式設定</a:t>
            </a:r>
            <a:endParaRPr b="0" lang="en-US" sz="3600" strike="noStrike" u="none">
              <a:solidFill>
                <a:schemeClr val="dk1"/>
              </a:solidFill>
              <a:effectLst/>
              <a:uFillTx/>
              <a:latin typeface="Tw Cen MT"/>
            </a:endParaRPr>
          </a:p>
        </p:txBody>
      </p:sp>
      <p:sp>
        <p:nvSpPr>
          <p:cNvPr id="339" name="PlaceHolder 2"/>
          <p:cNvSpPr>
            <a:spLocks noGrp="1"/>
          </p:cNvSpPr>
          <p:nvPr>
            <p:ph type="body"/>
          </p:nvPr>
        </p:nvSpPr>
        <p:spPr>
          <a:xfrm>
            <a:off x="660240" y="1589400"/>
            <a:ext cx="4209840" cy="4571640"/>
          </a:xfrm>
          <a:prstGeom prst="rect">
            <a:avLst/>
          </a:prstGeom>
          <a:noFill/>
          <a:ln w="9360">
            <a:noFill/>
          </a:ln>
        </p:spPr>
        <p:txBody>
          <a:bodyPr numCol="1" spcCol="0" lIns="91440" rIns="91440" tIns="45720" bIns="45720" anchor="t">
            <a:noAutofit/>
          </a:bodyPr>
          <a:p>
            <a:pPr marL="318960" indent="-318960">
              <a:lnSpc>
                <a:spcPct val="100000"/>
              </a:lnSpc>
              <a:spcBef>
                <a:spcPts val="700"/>
              </a:spcBef>
              <a:buClr>
                <a:srgbClr val="feb80a"/>
              </a:buClr>
              <a:buSzPct val="60000"/>
              <a:buFont typeface="Wingdings" charset="2"/>
              <a:buChar char=""/>
            </a:pPr>
            <a:r>
              <a:rPr b="0" lang="ja-JP" sz="2900" strike="noStrike" u="none">
                <a:solidFill>
                  <a:schemeClr val="dk1"/>
                </a:solidFill>
                <a:effectLst/>
                <a:uFillTx/>
                <a:latin typeface="ＭＳ Ｐゴシック"/>
                <a:ea typeface="ＭＳ Ｐゴシック"/>
              </a:rPr>
              <a:t>マスター テキストの書式設定</a:t>
            </a:r>
            <a:endParaRPr b="0" lang="en-US" sz="2900" strike="noStrike" u="none">
              <a:solidFill>
                <a:schemeClr val="dk1"/>
              </a:solidFill>
              <a:effectLst/>
              <a:uFillTx/>
              <a:latin typeface="ＭＳ Ｐゴシック"/>
            </a:endParaRPr>
          </a:p>
          <a:p>
            <a:pPr lvl="1" marL="639720" indent="-272880">
              <a:lnSpc>
                <a:spcPct val="100000"/>
              </a:lnSpc>
              <a:spcBef>
                <a:spcPts val="550"/>
              </a:spcBef>
              <a:buClr>
                <a:srgbClr val="3891a7"/>
              </a:buClr>
              <a:buSzPct val="70000"/>
              <a:buFont typeface="Wingdings 2" charset="2"/>
              <a:buChar char=""/>
            </a:pPr>
            <a:r>
              <a:rPr b="0" lang="ja-JP" sz="2600" strike="noStrike" u="none">
                <a:solidFill>
                  <a:schemeClr val="dk1"/>
                </a:solidFill>
                <a:effectLst/>
                <a:uFillTx/>
                <a:latin typeface="ＭＳ Ｐゴシック"/>
                <a:ea typeface="ＭＳ Ｐゴシック"/>
              </a:rPr>
              <a:t>第 </a:t>
            </a:r>
            <a:r>
              <a:rPr b="0" lang="en-US" sz="2600" strike="noStrike" u="none">
                <a:solidFill>
                  <a:schemeClr val="dk1"/>
                </a:solidFill>
                <a:effectLst/>
                <a:uFillTx/>
                <a:latin typeface="ＭＳ Ｐゴシック"/>
                <a:ea typeface="ＭＳ Ｐゴシック"/>
              </a:rPr>
              <a:t>2 </a:t>
            </a:r>
            <a:r>
              <a:rPr b="0" lang="ja-JP" sz="2600" strike="noStrike" u="none">
                <a:solidFill>
                  <a:schemeClr val="dk1"/>
                </a:solidFill>
                <a:effectLst/>
                <a:uFillTx/>
                <a:latin typeface="ＭＳ Ｐゴシック"/>
                <a:ea typeface="ＭＳ Ｐゴシック"/>
              </a:rPr>
              <a:t>レベル</a:t>
            </a:r>
            <a:endParaRPr b="0" lang="en-US" sz="2600" strike="noStrike" u="none">
              <a:solidFill>
                <a:schemeClr val="dk1"/>
              </a:solidFill>
              <a:effectLst/>
              <a:uFillTx/>
              <a:latin typeface="ＭＳ Ｐゴシック"/>
            </a:endParaRPr>
          </a:p>
          <a:p>
            <a:pPr lvl="2" marL="914400" indent="-228600">
              <a:lnSpc>
                <a:spcPct val="100000"/>
              </a:lnSpc>
              <a:spcBef>
                <a:spcPts val="499"/>
              </a:spcBef>
              <a:buClr>
                <a:srgbClr val="feb80a"/>
              </a:buClr>
              <a:buSzPct val="75000"/>
              <a:buFont typeface="Wingdings" charset="2"/>
              <a:buChar char=""/>
            </a:pPr>
            <a:r>
              <a:rPr b="0" lang="ja-JP" sz="2300" strike="noStrike" u="none">
                <a:solidFill>
                  <a:schemeClr val="dk1"/>
                </a:solidFill>
                <a:effectLst/>
                <a:uFillTx/>
                <a:latin typeface="ＭＳ Ｐゴシック"/>
                <a:ea typeface="ＭＳ Ｐゴシック"/>
              </a:rPr>
              <a:t>第 </a:t>
            </a:r>
            <a:r>
              <a:rPr b="0" lang="en-US" sz="2300" strike="noStrike" u="none">
                <a:solidFill>
                  <a:schemeClr val="dk1"/>
                </a:solidFill>
                <a:effectLst/>
                <a:uFillTx/>
                <a:latin typeface="ＭＳ Ｐゴシック"/>
                <a:ea typeface="ＭＳ Ｐゴシック"/>
              </a:rPr>
              <a:t>3 </a:t>
            </a:r>
            <a:r>
              <a:rPr b="0" lang="ja-JP" sz="2300" strike="noStrike" u="none">
                <a:solidFill>
                  <a:schemeClr val="dk1"/>
                </a:solidFill>
                <a:effectLst/>
                <a:uFillTx/>
                <a:latin typeface="ＭＳ Ｐゴシック"/>
                <a:ea typeface="ＭＳ Ｐゴシック"/>
              </a:rPr>
              <a:t>レベル</a:t>
            </a:r>
            <a:endParaRPr b="0" lang="en-US" sz="2300" strike="noStrike" u="none">
              <a:solidFill>
                <a:schemeClr val="dk1"/>
              </a:solidFill>
              <a:effectLst/>
              <a:uFillTx/>
              <a:latin typeface="ＭＳ Ｐゴシック"/>
            </a:endParaRPr>
          </a:p>
          <a:p>
            <a:pPr lvl="3" marL="1371600" indent="-228600">
              <a:lnSpc>
                <a:spcPct val="100000"/>
              </a:lnSpc>
              <a:spcBef>
                <a:spcPts val="400"/>
              </a:spcBef>
              <a:buClr>
                <a:srgbClr val="c32d2e"/>
              </a:buClr>
              <a:buSzPct val="7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4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a:p>
            <a:pPr lvl="4" marL="1828800" indent="-228600">
              <a:lnSpc>
                <a:spcPct val="100000"/>
              </a:lnSpc>
              <a:spcBef>
                <a:spcPts val="400"/>
              </a:spcBef>
              <a:buClr>
                <a:srgbClr val="84aa33"/>
              </a:buClr>
              <a:buSzPct val="6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5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p:txBody>
      </p:sp>
      <p:sp>
        <p:nvSpPr>
          <p:cNvPr id="340" name="PlaceHolder 3"/>
          <p:cNvSpPr>
            <a:spLocks noGrp="1"/>
          </p:cNvSpPr>
          <p:nvPr>
            <p:ph type="body"/>
          </p:nvPr>
        </p:nvSpPr>
        <p:spPr>
          <a:xfrm>
            <a:off x="5248800" y="1589400"/>
            <a:ext cx="4209840" cy="4571640"/>
          </a:xfrm>
          <a:prstGeom prst="rect">
            <a:avLst/>
          </a:prstGeom>
          <a:noFill/>
          <a:ln w="9360">
            <a:noFill/>
          </a:ln>
        </p:spPr>
        <p:txBody>
          <a:bodyPr numCol="1" spcCol="0" lIns="91440" rIns="91440" tIns="45720" bIns="45720" anchor="t">
            <a:noAutofit/>
          </a:bodyPr>
          <a:p>
            <a:pPr marL="318960" indent="-318960">
              <a:lnSpc>
                <a:spcPct val="100000"/>
              </a:lnSpc>
              <a:spcBef>
                <a:spcPts val="700"/>
              </a:spcBef>
              <a:buClr>
                <a:srgbClr val="feb80a"/>
              </a:buClr>
              <a:buSzPct val="60000"/>
              <a:buFont typeface="Wingdings" charset="2"/>
              <a:buChar char=""/>
            </a:pPr>
            <a:r>
              <a:rPr b="0" lang="ja-JP" sz="2900" strike="noStrike" u="none">
                <a:solidFill>
                  <a:schemeClr val="dk1"/>
                </a:solidFill>
                <a:effectLst/>
                <a:uFillTx/>
                <a:latin typeface="ＭＳ Ｐゴシック"/>
                <a:ea typeface="ＭＳ Ｐゴシック"/>
              </a:rPr>
              <a:t>マスター テキストの書式設定</a:t>
            </a:r>
            <a:endParaRPr b="0" lang="en-US" sz="2900" strike="noStrike" u="none">
              <a:solidFill>
                <a:schemeClr val="dk1"/>
              </a:solidFill>
              <a:effectLst/>
              <a:uFillTx/>
              <a:latin typeface="ＭＳ Ｐゴシック"/>
            </a:endParaRPr>
          </a:p>
          <a:p>
            <a:pPr lvl="1" marL="639720" indent="-272880">
              <a:lnSpc>
                <a:spcPct val="100000"/>
              </a:lnSpc>
              <a:spcBef>
                <a:spcPts val="550"/>
              </a:spcBef>
              <a:buClr>
                <a:srgbClr val="3891a7"/>
              </a:buClr>
              <a:buSzPct val="70000"/>
              <a:buFont typeface="Wingdings 2" charset="2"/>
              <a:buChar char=""/>
            </a:pPr>
            <a:r>
              <a:rPr b="0" lang="ja-JP" sz="2600" strike="noStrike" u="none">
                <a:solidFill>
                  <a:schemeClr val="dk1"/>
                </a:solidFill>
                <a:effectLst/>
                <a:uFillTx/>
                <a:latin typeface="ＭＳ Ｐゴシック"/>
                <a:ea typeface="ＭＳ Ｐゴシック"/>
              </a:rPr>
              <a:t>第 </a:t>
            </a:r>
            <a:r>
              <a:rPr b="0" lang="en-US" sz="2600" strike="noStrike" u="none">
                <a:solidFill>
                  <a:schemeClr val="dk1"/>
                </a:solidFill>
                <a:effectLst/>
                <a:uFillTx/>
                <a:latin typeface="ＭＳ Ｐゴシック"/>
                <a:ea typeface="ＭＳ Ｐゴシック"/>
              </a:rPr>
              <a:t>2 </a:t>
            </a:r>
            <a:r>
              <a:rPr b="0" lang="ja-JP" sz="2600" strike="noStrike" u="none">
                <a:solidFill>
                  <a:schemeClr val="dk1"/>
                </a:solidFill>
                <a:effectLst/>
                <a:uFillTx/>
                <a:latin typeface="ＭＳ Ｐゴシック"/>
                <a:ea typeface="ＭＳ Ｐゴシック"/>
              </a:rPr>
              <a:t>レベル</a:t>
            </a:r>
            <a:endParaRPr b="0" lang="en-US" sz="2600" strike="noStrike" u="none">
              <a:solidFill>
                <a:schemeClr val="dk1"/>
              </a:solidFill>
              <a:effectLst/>
              <a:uFillTx/>
              <a:latin typeface="ＭＳ Ｐゴシック"/>
            </a:endParaRPr>
          </a:p>
          <a:p>
            <a:pPr lvl="2" marL="914400" indent="-228600">
              <a:lnSpc>
                <a:spcPct val="100000"/>
              </a:lnSpc>
              <a:spcBef>
                <a:spcPts val="499"/>
              </a:spcBef>
              <a:buClr>
                <a:srgbClr val="feb80a"/>
              </a:buClr>
              <a:buSzPct val="75000"/>
              <a:buFont typeface="Wingdings" charset="2"/>
              <a:buChar char=""/>
            </a:pPr>
            <a:r>
              <a:rPr b="0" lang="ja-JP" sz="2300" strike="noStrike" u="none">
                <a:solidFill>
                  <a:schemeClr val="dk1"/>
                </a:solidFill>
                <a:effectLst/>
                <a:uFillTx/>
                <a:latin typeface="ＭＳ Ｐゴシック"/>
                <a:ea typeface="ＭＳ Ｐゴシック"/>
              </a:rPr>
              <a:t>第 </a:t>
            </a:r>
            <a:r>
              <a:rPr b="0" lang="en-US" sz="2300" strike="noStrike" u="none">
                <a:solidFill>
                  <a:schemeClr val="dk1"/>
                </a:solidFill>
                <a:effectLst/>
                <a:uFillTx/>
                <a:latin typeface="ＭＳ Ｐゴシック"/>
                <a:ea typeface="ＭＳ Ｐゴシック"/>
              </a:rPr>
              <a:t>3 </a:t>
            </a:r>
            <a:r>
              <a:rPr b="0" lang="ja-JP" sz="2300" strike="noStrike" u="none">
                <a:solidFill>
                  <a:schemeClr val="dk1"/>
                </a:solidFill>
                <a:effectLst/>
                <a:uFillTx/>
                <a:latin typeface="ＭＳ Ｐゴシック"/>
                <a:ea typeface="ＭＳ Ｐゴシック"/>
              </a:rPr>
              <a:t>レベル</a:t>
            </a:r>
            <a:endParaRPr b="0" lang="en-US" sz="2300" strike="noStrike" u="none">
              <a:solidFill>
                <a:schemeClr val="dk1"/>
              </a:solidFill>
              <a:effectLst/>
              <a:uFillTx/>
              <a:latin typeface="ＭＳ Ｐゴシック"/>
            </a:endParaRPr>
          </a:p>
          <a:p>
            <a:pPr lvl="3" marL="1371600" indent="-228600">
              <a:lnSpc>
                <a:spcPct val="100000"/>
              </a:lnSpc>
              <a:spcBef>
                <a:spcPts val="400"/>
              </a:spcBef>
              <a:buClr>
                <a:srgbClr val="c32d2e"/>
              </a:buClr>
              <a:buSzPct val="7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4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a:p>
            <a:pPr lvl="4" marL="1828800" indent="-228600">
              <a:lnSpc>
                <a:spcPct val="100000"/>
              </a:lnSpc>
              <a:spcBef>
                <a:spcPts val="400"/>
              </a:spcBef>
              <a:buClr>
                <a:srgbClr val="84aa33"/>
              </a:buClr>
              <a:buSzPct val="6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5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p:txBody>
      </p:sp>
      <p:sp>
        <p:nvSpPr>
          <p:cNvPr id="341" name="PlaceHolder 4"/>
          <p:cNvSpPr>
            <a:spLocks noGrp="1"/>
          </p:cNvSpPr>
          <p:nvPr>
            <p:ph type="dt" idx="113"/>
          </p:nvPr>
        </p:nvSpPr>
        <p:spPr>
          <a:xfrm>
            <a:off x="6603840" y="6248520"/>
            <a:ext cx="2889000" cy="364680"/>
          </a:xfrm>
          <a:prstGeom prst="rect">
            <a:avLst/>
          </a:prstGeom>
          <a:noFill/>
          <a:ln w="0">
            <a:noFill/>
          </a:ln>
        </p:spPr>
        <p:txBody>
          <a:bodyPr numCol="1" spcCol="0" lIns="91440" rIns="91440" tIns="45720" bIns="45720" anchor="ctr">
            <a:noAutofit/>
          </a:bodyPr>
          <a:lstStyle>
            <a:lvl1pPr indent="0">
              <a:lnSpc>
                <a:spcPct val="100000"/>
              </a:lnSpc>
              <a:buNone/>
              <a:defRPr b="0" lang="en-US" sz="1400" strike="noStrike" u="none">
                <a:solidFill>
                  <a:srgbClr val="4f271c"/>
                </a:solidFill>
                <a:effectLst/>
                <a:uFillTx/>
                <a:latin typeface="ＭＳ Ｐゴシック"/>
                <a:ea typeface="ＭＳ Ｐゴシック"/>
              </a:defRPr>
            </a:lvl1pPr>
          </a:lstStyle>
          <a:p>
            <a:pPr indent="0">
              <a:lnSpc>
                <a:spcPct val="100000"/>
              </a:lnSpc>
              <a:buNone/>
            </a:pPr>
            <a:r>
              <a:rPr b="0" lang="en-US" sz="1400" strike="noStrike" u="none">
                <a:solidFill>
                  <a:srgbClr val="4f271c"/>
                </a:solidFill>
                <a:effectLst/>
                <a:uFillTx/>
                <a:latin typeface="ＭＳ Ｐゴシック"/>
                <a:ea typeface="ＭＳ Ｐゴシック"/>
              </a:rPr>
              <a:t>&lt;日付/時刻&gt;</a:t>
            </a:r>
            <a:endParaRPr b="0" lang="en-US" sz="1400" strike="noStrike" u="none">
              <a:solidFill>
                <a:srgbClr val="000000"/>
              </a:solidFill>
              <a:effectLst/>
              <a:uFillTx/>
              <a:latin typeface="游明朝"/>
            </a:endParaRPr>
          </a:p>
        </p:txBody>
      </p:sp>
      <p:sp>
        <p:nvSpPr>
          <p:cNvPr id="342" name="PlaceHolder 5"/>
          <p:cNvSpPr>
            <a:spLocks noGrp="1"/>
          </p:cNvSpPr>
          <p:nvPr>
            <p:ph type="sldNum" idx="114"/>
          </p:nvPr>
        </p:nvSpPr>
        <p:spPr>
          <a:xfrm>
            <a:off x="9328320" y="6613560"/>
            <a:ext cx="577440" cy="244080"/>
          </a:xfrm>
          <a:prstGeom prst="rect">
            <a:avLst/>
          </a:prstGeom>
          <a:noFill/>
          <a:ln w="0">
            <a:noFill/>
          </a:ln>
        </p:spPr>
        <p:txBody>
          <a:bodyPr numCol="1" spcCol="0" lIns="91440" rIns="91440" tIns="45720" bIns="45720" anchor="ctr">
            <a:noAutofit/>
          </a:bodyPr>
          <a:lstStyle>
            <a:lvl1pPr indent="0" algn="ctr">
              <a:lnSpc>
                <a:spcPct val="100000"/>
              </a:lnSpc>
              <a:buNone/>
              <a:defRPr b="1" lang="en-US" sz="1400" strike="noStrike" u="none">
                <a:solidFill>
                  <a:srgbClr val="000000"/>
                </a:solidFill>
                <a:effectLst/>
                <a:uFillTx/>
                <a:latin typeface="Tw Cen MT"/>
                <a:ea typeface="ＭＳ Ｐゴシック"/>
              </a:defRPr>
            </a:lvl1pPr>
          </a:lstStyle>
          <a:p>
            <a:pPr indent="0" algn="ctr">
              <a:lnSpc>
                <a:spcPct val="100000"/>
              </a:lnSpc>
              <a:buNone/>
            </a:pPr>
            <a:fld id="{0719CB00-3584-452D-9F8D-A06E6AB5AB1B}" type="slidenum">
              <a:rPr b="1" lang="en-US" sz="1400" strike="noStrike" u="none">
                <a:solidFill>
                  <a:srgbClr val="000000"/>
                </a:solidFill>
                <a:effectLst/>
                <a:uFillTx/>
                <a:latin typeface="Tw Cen MT"/>
                <a:ea typeface="ＭＳ Ｐゴシック"/>
              </a:rPr>
              <a:t>&lt;番号&gt;</a:t>
            </a:fld>
            <a:endParaRPr b="0" lang="en-US" sz="1400" strike="noStrike" u="none">
              <a:solidFill>
                <a:srgbClr val="000000"/>
              </a:solidFill>
              <a:effectLst/>
              <a:uFillTx/>
              <a:latin typeface="游明朝"/>
            </a:endParaRPr>
          </a:p>
        </p:txBody>
      </p:sp>
      <p:sp>
        <p:nvSpPr>
          <p:cNvPr id="343" name="PlaceHolder 6"/>
          <p:cNvSpPr>
            <a:spLocks noGrp="1"/>
          </p:cNvSpPr>
          <p:nvPr>
            <p:ph type="ftr" idx="115"/>
          </p:nvPr>
        </p:nvSpPr>
        <p:spPr>
          <a:xfrm>
            <a:off x="660240" y="6248520"/>
            <a:ext cx="5871960" cy="364680"/>
          </a:xfrm>
          <a:prstGeom prst="rect">
            <a:avLst/>
          </a:prstGeom>
          <a:noFill/>
          <a:ln w="0">
            <a:noFill/>
          </a:ln>
        </p:spPr>
        <p:txBody>
          <a:bodyPr numCol="1" spcCol="0" lIns="91440" rIns="91440" tIns="45720" bIns="45720" anchor="ctr">
            <a:noAutofit/>
          </a:bodyPr>
          <a:lstStyle>
            <a:lvl1pPr indent="0" algn="ctr">
              <a:buNone/>
              <a:defRPr b="0" lang="en-US" sz="1400" strike="noStrike" u="none">
                <a:solidFill>
                  <a:srgbClr val="000000"/>
                </a:solidFill>
                <a:effectLst/>
                <a:uFillTx/>
                <a:latin typeface="游明朝"/>
              </a:defRPr>
            </a:lvl1pPr>
          </a:lstStyle>
          <a:p>
            <a:pPr indent="0" algn="ctr">
              <a:buNone/>
            </a:pPr>
            <a:r>
              <a:rPr b="0" lang="en-US" sz="1400" strike="noStrike" u="none">
                <a:solidFill>
                  <a:srgbClr val="000000"/>
                </a:solidFill>
                <a:effectLst/>
                <a:uFillTx/>
                <a:latin typeface="游明朝"/>
              </a:rPr>
              <a:t>&lt;フッター&gt;</a:t>
            </a:r>
            <a:endParaRPr b="0" lang="en-US" sz="1400" strike="noStrike" u="none">
              <a:solidFill>
                <a:srgbClr val="000000"/>
              </a:solidFill>
              <a:effectLst/>
              <a:uFillTx/>
              <a:latin typeface="游明朝"/>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標準 25">
    <p:bg>
      <p:bgPr>
        <a:blipFill rotWithShape="0">
          <a:blip r:embed="rId2"/>
          <a:tile tx="0" ty="0" sx="100000" sy="100000" algn="tl"/>
        </a:blipFill>
      </p:bgPr>
    </p:bg>
    <p:spTree>
      <p:nvGrpSpPr>
        <p:cNvPr id="1" name=""/>
        <p:cNvGrpSpPr/>
        <p:nvPr/>
      </p:nvGrpSpPr>
      <p:grpSpPr>
        <a:xfrm>
          <a:off x="0" y="0"/>
          <a:ext cx="0" cy="0"/>
          <a:chOff x="0" y="0"/>
          <a:chExt cx="0" cy="0"/>
        </a:xfrm>
      </p:grpSpPr>
      <p:sp>
        <p:nvSpPr>
          <p:cNvPr id="344" name="Rectangle 6"/>
          <p:cNvSpPr/>
          <p:nvPr/>
        </p:nvSpPr>
        <p:spPr>
          <a:xfrm>
            <a:off x="0" y="1235160"/>
            <a:ext cx="9905760" cy="31860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345" name="Rectangle 7"/>
          <p:cNvSpPr/>
          <p:nvPr/>
        </p:nvSpPr>
        <p:spPr>
          <a:xfrm>
            <a:off x="0" y="1279440"/>
            <a:ext cx="577440" cy="2282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346" name="Rectangle 8"/>
          <p:cNvSpPr/>
          <p:nvPr/>
        </p:nvSpPr>
        <p:spPr>
          <a:xfrm>
            <a:off x="639720" y="1279440"/>
            <a:ext cx="9266040" cy="22824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347" name="PlaceHolder 1"/>
          <p:cNvSpPr>
            <a:spLocks noGrp="1"/>
          </p:cNvSpPr>
          <p:nvPr>
            <p:ph type="title"/>
          </p:nvPr>
        </p:nvSpPr>
        <p:spPr>
          <a:xfrm>
            <a:off x="577800" y="272880"/>
            <a:ext cx="8832600" cy="869760"/>
          </a:xfrm>
          <a:prstGeom prst="rect">
            <a:avLst/>
          </a:prstGeom>
          <a:noFill/>
          <a:ln w="9360">
            <a:noFill/>
          </a:ln>
        </p:spPr>
        <p:txBody>
          <a:bodyPr numCol="1" spcCol="0" lIns="91440" rIns="91440" tIns="45720" bIns="45720" anchor="ctr">
            <a:noAutofit/>
          </a:bodyPr>
          <a:p>
            <a:pPr indent="0">
              <a:lnSpc>
                <a:spcPct val="100000"/>
              </a:lnSpc>
              <a:buNone/>
            </a:pPr>
            <a:r>
              <a:rPr b="0" lang="ja-JP" sz="3600" strike="noStrike" u="none">
                <a:solidFill>
                  <a:schemeClr val="dk1"/>
                </a:solidFill>
                <a:effectLst/>
                <a:uFillTx/>
                <a:latin typeface="ＭＳ Ｐゴシック"/>
                <a:ea typeface="ＭＳ Ｐゴシック"/>
              </a:rPr>
              <a:t>マスター タイトルの書式設定</a:t>
            </a:r>
            <a:endParaRPr b="0" lang="en-US" sz="3600" strike="noStrike" u="none">
              <a:solidFill>
                <a:schemeClr val="dk1"/>
              </a:solidFill>
              <a:effectLst/>
              <a:uFillTx/>
              <a:latin typeface="Tw Cen MT"/>
            </a:endParaRPr>
          </a:p>
        </p:txBody>
      </p:sp>
      <p:sp>
        <p:nvSpPr>
          <p:cNvPr id="348" name="PlaceHolder 2"/>
          <p:cNvSpPr>
            <a:spLocks noGrp="1"/>
          </p:cNvSpPr>
          <p:nvPr>
            <p:ph type="body"/>
          </p:nvPr>
        </p:nvSpPr>
        <p:spPr>
          <a:xfrm>
            <a:off x="660240" y="2438280"/>
            <a:ext cx="4209840" cy="3580920"/>
          </a:xfrm>
          <a:prstGeom prst="rect">
            <a:avLst/>
          </a:prstGeom>
          <a:noFill/>
          <a:ln w="9360">
            <a:noFill/>
          </a:ln>
        </p:spPr>
        <p:txBody>
          <a:bodyPr numCol="1" spcCol="0" lIns="91440" rIns="91440" tIns="45720" bIns="45720" anchor="t">
            <a:noAutofit/>
          </a:bodyPr>
          <a:p>
            <a:pPr marL="318960" indent="-318960">
              <a:lnSpc>
                <a:spcPct val="100000"/>
              </a:lnSpc>
              <a:spcBef>
                <a:spcPts val="700"/>
              </a:spcBef>
              <a:buClr>
                <a:srgbClr val="feb80a"/>
              </a:buClr>
              <a:buSzPct val="60000"/>
              <a:buFont typeface="Wingdings" charset="2"/>
              <a:buChar char=""/>
            </a:pPr>
            <a:r>
              <a:rPr b="0" lang="ja-JP" sz="2900" strike="noStrike" u="none">
                <a:solidFill>
                  <a:schemeClr val="dk1"/>
                </a:solidFill>
                <a:effectLst/>
                <a:uFillTx/>
                <a:latin typeface="ＭＳ Ｐゴシック"/>
                <a:ea typeface="ＭＳ Ｐゴシック"/>
              </a:rPr>
              <a:t>マスター テキストの書式設定</a:t>
            </a:r>
            <a:endParaRPr b="0" lang="en-US" sz="2900" strike="noStrike" u="none">
              <a:solidFill>
                <a:schemeClr val="dk1"/>
              </a:solidFill>
              <a:effectLst/>
              <a:uFillTx/>
              <a:latin typeface="ＭＳ Ｐゴシック"/>
            </a:endParaRPr>
          </a:p>
          <a:p>
            <a:pPr lvl="1" marL="639720" indent="-272880">
              <a:lnSpc>
                <a:spcPct val="100000"/>
              </a:lnSpc>
              <a:spcBef>
                <a:spcPts val="550"/>
              </a:spcBef>
              <a:buClr>
                <a:srgbClr val="3891a7"/>
              </a:buClr>
              <a:buSzPct val="70000"/>
              <a:buFont typeface="Wingdings 2" charset="2"/>
              <a:buChar char=""/>
            </a:pPr>
            <a:r>
              <a:rPr b="0" lang="ja-JP" sz="2600" strike="noStrike" u="none">
                <a:solidFill>
                  <a:schemeClr val="dk1"/>
                </a:solidFill>
                <a:effectLst/>
                <a:uFillTx/>
                <a:latin typeface="ＭＳ Ｐゴシック"/>
                <a:ea typeface="ＭＳ Ｐゴシック"/>
              </a:rPr>
              <a:t>第 </a:t>
            </a:r>
            <a:r>
              <a:rPr b="0" lang="en-US" sz="2600" strike="noStrike" u="none">
                <a:solidFill>
                  <a:schemeClr val="dk1"/>
                </a:solidFill>
                <a:effectLst/>
                <a:uFillTx/>
                <a:latin typeface="ＭＳ Ｐゴシック"/>
                <a:ea typeface="ＭＳ Ｐゴシック"/>
              </a:rPr>
              <a:t>2 </a:t>
            </a:r>
            <a:r>
              <a:rPr b="0" lang="ja-JP" sz="2600" strike="noStrike" u="none">
                <a:solidFill>
                  <a:schemeClr val="dk1"/>
                </a:solidFill>
                <a:effectLst/>
                <a:uFillTx/>
                <a:latin typeface="ＭＳ Ｐゴシック"/>
                <a:ea typeface="ＭＳ Ｐゴシック"/>
              </a:rPr>
              <a:t>レベル</a:t>
            </a:r>
            <a:endParaRPr b="0" lang="en-US" sz="2600" strike="noStrike" u="none">
              <a:solidFill>
                <a:schemeClr val="dk1"/>
              </a:solidFill>
              <a:effectLst/>
              <a:uFillTx/>
              <a:latin typeface="ＭＳ Ｐゴシック"/>
            </a:endParaRPr>
          </a:p>
          <a:p>
            <a:pPr lvl="2" marL="914400" indent="-228600">
              <a:lnSpc>
                <a:spcPct val="100000"/>
              </a:lnSpc>
              <a:spcBef>
                <a:spcPts val="499"/>
              </a:spcBef>
              <a:buClr>
                <a:srgbClr val="feb80a"/>
              </a:buClr>
              <a:buSzPct val="75000"/>
              <a:buFont typeface="Wingdings" charset="2"/>
              <a:buChar char=""/>
            </a:pPr>
            <a:r>
              <a:rPr b="0" lang="ja-JP" sz="2300" strike="noStrike" u="none">
                <a:solidFill>
                  <a:schemeClr val="dk1"/>
                </a:solidFill>
                <a:effectLst/>
                <a:uFillTx/>
                <a:latin typeface="ＭＳ Ｐゴシック"/>
                <a:ea typeface="ＭＳ Ｐゴシック"/>
              </a:rPr>
              <a:t>第 </a:t>
            </a:r>
            <a:r>
              <a:rPr b="0" lang="en-US" sz="2300" strike="noStrike" u="none">
                <a:solidFill>
                  <a:schemeClr val="dk1"/>
                </a:solidFill>
                <a:effectLst/>
                <a:uFillTx/>
                <a:latin typeface="ＭＳ Ｐゴシック"/>
                <a:ea typeface="ＭＳ Ｐゴシック"/>
              </a:rPr>
              <a:t>3 </a:t>
            </a:r>
            <a:r>
              <a:rPr b="0" lang="ja-JP" sz="2300" strike="noStrike" u="none">
                <a:solidFill>
                  <a:schemeClr val="dk1"/>
                </a:solidFill>
                <a:effectLst/>
                <a:uFillTx/>
                <a:latin typeface="ＭＳ Ｐゴシック"/>
                <a:ea typeface="ＭＳ Ｐゴシック"/>
              </a:rPr>
              <a:t>レベル</a:t>
            </a:r>
            <a:endParaRPr b="0" lang="en-US" sz="2300" strike="noStrike" u="none">
              <a:solidFill>
                <a:schemeClr val="dk1"/>
              </a:solidFill>
              <a:effectLst/>
              <a:uFillTx/>
              <a:latin typeface="ＭＳ Ｐゴシック"/>
            </a:endParaRPr>
          </a:p>
          <a:p>
            <a:pPr lvl="3" marL="1371600" indent="-228600">
              <a:lnSpc>
                <a:spcPct val="100000"/>
              </a:lnSpc>
              <a:spcBef>
                <a:spcPts val="400"/>
              </a:spcBef>
              <a:buClr>
                <a:srgbClr val="c32d2e"/>
              </a:buClr>
              <a:buSzPct val="7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4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a:p>
            <a:pPr lvl="4" marL="1828800" indent="-228600">
              <a:lnSpc>
                <a:spcPct val="100000"/>
              </a:lnSpc>
              <a:spcBef>
                <a:spcPts val="400"/>
              </a:spcBef>
              <a:buClr>
                <a:srgbClr val="84aa33"/>
              </a:buClr>
              <a:buSzPct val="6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5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p:txBody>
      </p:sp>
      <p:sp>
        <p:nvSpPr>
          <p:cNvPr id="349" name="PlaceHolder 3"/>
          <p:cNvSpPr>
            <a:spLocks noGrp="1"/>
          </p:cNvSpPr>
          <p:nvPr>
            <p:ph type="body"/>
          </p:nvPr>
        </p:nvSpPr>
        <p:spPr>
          <a:xfrm>
            <a:off x="5200560" y="2438280"/>
            <a:ext cx="4209840" cy="3580920"/>
          </a:xfrm>
          <a:prstGeom prst="rect">
            <a:avLst/>
          </a:prstGeom>
          <a:noFill/>
          <a:ln w="9360">
            <a:noFill/>
          </a:ln>
        </p:spPr>
        <p:txBody>
          <a:bodyPr numCol="1" spcCol="0" lIns="91440" rIns="91440" tIns="45720" bIns="45720" anchor="t">
            <a:noAutofit/>
          </a:bodyPr>
          <a:p>
            <a:pPr marL="318960" indent="-318960">
              <a:lnSpc>
                <a:spcPct val="100000"/>
              </a:lnSpc>
              <a:spcBef>
                <a:spcPts val="700"/>
              </a:spcBef>
              <a:buClr>
                <a:srgbClr val="feb80a"/>
              </a:buClr>
              <a:buSzPct val="60000"/>
              <a:buFont typeface="Wingdings" charset="2"/>
              <a:buChar char=""/>
            </a:pPr>
            <a:r>
              <a:rPr b="0" lang="ja-JP" sz="2900" strike="noStrike" u="none">
                <a:solidFill>
                  <a:schemeClr val="dk1"/>
                </a:solidFill>
                <a:effectLst/>
                <a:uFillTx/>
                <a:latin typeface="ＭＳ Ｐゴシック"/>
                <a:ea typeface="ＭＳ Ｐゴシック"/>
              </a:rPr>
              <a:t>マスター テキストの書式設定</a:t>
            </a:r>
            <a:endParaRPr b="0" lang="en-US" sz="2900" strike="noStrike" u="none">
              <a:solidFill>
                <a:schemeClr val="dk1"/>
              </a:solidFill>
              <a:effectLst/>
              <a:uFillTx/>
              <a:latin typeface="ＭＳ Ｐゴシック"/>
            </a:endParaRPr>
          </a:p>
          <a:p>
            <a:pPr lvl="1" marL="639720" indent="-272880">
              <a:lnSpc>
                <a:spcPct val="100000"/>
              </a:lnSpc>
              <a:spcBef>
                <a:spcPts val="550"/>
              </a:spcBef>
              <a:buClr>
                <a:srgbClr val="3891a7"/>
              </a:buClr>
              <a:buSzPct val="70000"/>
              <a:buFont typeface="Wingdings 2" charset="2"/>
              <a:buChar char=""/>
            </a:pPr>
            <a:r>
              <a:rPr b="0" lang="ja-JP" sz="2600" strike="noStrike" u="none">
                <a:solidFill>
                  <a:schemeClr val="dk1"/>
                </a:solidFill>
                <a:effectLst/>
                <a:uFillTx/>
                <a:latin typeface="ＭＳ Ｐゴシック"/>
                <a:ea typeface="ＭＳ Ｐゴシック"/>
              </a:rPr>
              <a:t>第 </a:t>
            </a:r>
            <a:r>
              <a:rPr b="0" lang="en-US" sz="2600" strike="noStrike" u="none">
                <a:solidFill>
                  <a:schemeClr val="dk1"/>
                </a:solidFill>
                <a:effectLst/>
                <a:uFillTx/>
                <a:latin typeface="ＭＳ Ｐゴシック"/>
                <a:ea typeface="ＭＳ Ｐゴシック"/>
              </a:rPr>
              <a:t>2 </a:t>
            </a:r>
            <a:r>
              <a:rPr b="0" lang="ja-JP" sz="2600" strike="noStrike" u="none">
                <a:solidFill>
                  <a:schemeClr val="dk1"/>
                </a:solidFill>
                <a:effectLst/>
                <a:uFillTx/>
                <a:latin typeface="ＭＳ Ｐゴシック"/>
                <a:ea typeface="ＭＳ Ｐゴシック"/>
              </a:rPr>
              <a:t>レベル</a:t>
            </a:r>
            <a:endParaRPr b="0" lang="en-US" sz="2600" strike="noStrike" u="none">
              <a:solidFill>
                <a:schemeClr val="dk1"/>
              </a:solidFill>
              <a:effectLst/>
              <a:uFillTx/>
              <a:latin typeface="ＭＳ Ｐゴシック"/>
            </a:endParaRPr>
          </a:p>
          <a:p>
            <a:pPr lvl="2" marL="914400" indent="-228600">
              <a:lnSpc>
                <a:spcPct val="100000"/>
              </a:lnSpc>
              <a:spcBef>
                <a:spcPts val="499"/>
              </a:spcBef>
              <a:buClr>
                <a:srgbClr val="feb80a"/>
              </a:buClr>
              <a:buSzPct val="75000"/>
              <a:buFont typeface="Wingdings" charset="2"/>
              <a:buChar char=""/>
            </a:pPr>
            <a:r>
              <a:rPr b="0" lang="ja-JP" sz="2300" strike="noStrike" u="none">
                <a:solidFill>
                  <a:schemeClr val="dk1"/>
                </a:solidFill>
                <a:effectLst/>
                <a:uFillTx/>
                <a:latin typeface="ＭＳ Ｐゴシック"/>
                <a:ea typeface="ＭＳ Ｐゴシック"/>
              </a:rPr>
              <a:t>第 </a:t>
            </a:r>
            <a:r>
              <a:rPr b="0" lang="en-US" sz="2300" strike="noStrike" u="none">
                <a:solidFill>
                  <a:schemeClr val="dk1"/>
                </a:solidFill>
                <a:effectLst/>
                <a:uFillTx/>
                <a:latin typeface="ＭＳ Ｐゴシック"/>
                <a:ea typeface="ＭＳ Ｐゴシック"/>
              </a:rPr>
              <a:t>3 </a:t>
            </a:r>
            <a:r>
              <a:rPr b="0" lang="ja-JP" sz="2300" strike="noStrike" u="none">
                <a:solidFill>
                  <a:schemeClr val="dk1"/>
                </a:solidFill>
                <a:effectLst/>
                <a:uFillTx/>
                <a:latin typeface="ＭＳ Ｐゴシック"/>
                <a:ea typeface="ＭＳ Ｐゴシック"/>
              </a:rPr>
              <a:t>レベル</a:t>
            </a:r>
            <a:endParaRPr b="0" lang="en-US" sz="2300" strike="noStrike" u="none">
              <a:solidFill>
                <a:schemeClr val="dk1"/>
              </a:solidFill>
              <a:effectLst/>
              <a:uFillTx/>
              <a:latin typeface="ＭＳ Ｐゴシック"/>
            </a:endParaRPr>
          </a:p>
          <a:p>
            <a:pPr lvl="3" marL="1371600" indent="-228600">
              <a:lnSpc>
                <a:spcPct val="100000"/>
              </a:lnSpc>
              <a:spcBef>
                <a:spcPts val="400"/>
              </a:spcBef>
              <a:buClr>
                <a:srgbClr val="c32d2e"/>
              </a:buClr>
              <a:buSzPct val="7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4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a:p>
            <a:pPr lvl="4" marL="1828800" indent="-228600">
              <a:lnSpc>
                <a:spcPct val="100000"/>
              </a:lnSpc>
              <a:spcBef>
                <a:spcPts val="400"/>
              </a:spcBef>
              <a:buClr>
                <a:srgbClr val="84aa33"/>
              </a:buClr>
              <a:buSzPct val="6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5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p:txBody>
      </p:sp>
      <p:sp>
        <p:nvSpPr>
          <p:cNvPr id="350" name="PlaceHolder 4"/>
          <p:cNvSpPr>
            <a:spLocks noGrp="1"/>
          </p:cNvSpPr>
          <p:nvPr>
            <p:ph type="body"/>
          </p:nvPr>
        </p:nvSpPr>
        <p:spPr>
          <a:xfrm>
            <a:off x="660240" y="1752480"/>
            <a:ext cx="4209840" cy="639720"/>
          </a:xfrm>
          <a:prstGeom prst="rect">
            <a:avLst/>
          </a:prstGeom>
          <a:solidFill>
            <a:schemeClr val="accent2"/>
          </a:solidFill>
          <a:ln w="9360">
            <a:noFill/>
          </a:ln>
        </p:spPr>
        <p:txBody>
          <a:bodyPr numCol="1" spcCol="0" lIns="91440" rIns="91440" tIns="45720" bIns="45720" anchor="ctr">
            <a:noAutofit/>
          </a:bodyPr>
          <a:p>
            <a:pPr indent="0">
              <a:lnSpc>
                <a:spcPct val="100000"/>
              </a:lnSpc>
              <a:spcBef>
                <a:spcPts val="700"/>
              </a:spcBef>
              <a:buNone/>
              <a:tabLst>
                <a:tab algn="l" pos="0"/>
              </a:tabLst>
            </a:pPr>
            <a:r>
              <a:rPr b="1" lang="ja-JP" sz="2000" strike="noStrike" u="none">
                <a:solidFill>
                  <a:srgbClr val="ffffff"/>
                </a:solidFill>
                <a:effectLst/>
                <a:uFillTx/>
                <a:latin typeface="ＭＳ Ｐゴシック"/>
                <a:ea typeface="ＭＳ Ｐゴシック"/>
              </a:rPr>
              <a:t>マスター テキストの書式設定</a:t>
            </a:r>
            <a:endParaRPr b="0" lang="en-US" sz="2000" strike="noStrike" u="none">
              <a:solidFill>
                <a:schemeClr val="dk1"/>
              </a:solidFill>
              <a:effectLst/>
              <a:uFillTx/>
              <a:latin typeface="ＭＳ Ｐゴシック"/>
            </a:endParaRPr>
          </a:p>
        </p:txBody>
      </p:sp>
      <p:sp>
        <p:nvSpPr>
          <p:cNvPr id="351" name="PlaceHolder 5"/>
          <p:cNvSpPr>
            <a:spLocks noGrp="1"/>
          </p:cNvSpPr>
          <p:nvPr>
            <p:ph type="body"/>
          </p:nvPr>
        </p:nvSpPr>
        <p:spPr>
          <a:xfrm>
            <a:off x="5200560" y="1752480"/>
            <a:ext cx="4209840" cy="639720"/>
          </a:xfrm>
          <a:prstGeom prst="rect">
            <a:avLst/>
          </a:prstGeom>
          <a:solidFill>
            <a:schemeClr val="accent4"/>
          </a:solidFill>
          <a:ln w="9360">
            <a:noFill/>
          </a:ln>
        </p:spPr>
        <p:txBody>
          <a:bodyPr numCol="1" spcCol="0" lIns="91440" rIns="91440" tIns="45720" bIns="45720" anchor="ctr">
            <a:noAutofit/>
          </a:bodyPr>
          <a:p>
            <a:pPr indent="0">
              <a:lnSpc>
                <a:spcPct val="100000"/>
              </a:lnSpc>
              <a:spcBef>
                <a:spcPts val="700"/>
              </a:spcBef>
              <a:buNone/>
              <a:tabLst>
                <a:tab algn="l" pos="0"/>
              </a:tabLst>
            </a:pPr>
            <a:r>
              <a:rPr b="1" lang="ja-JP" sz="2000" strike="noStrike" u="none">
                <a:solidFill>
                  <a:srgbClr val="ffffff"/>
                </a:solidFill>
                <a:effectLst/>
                <a:uFillTx/>
                <a:latin typeface="ＭＳ Ｐゴシック"/>
                <a:ea typeface="ＭＳ Ｐゴシック"/>
              </a:rPr>
              <a:t>マスター テキストの書式設定</a:t>
            </a:r>
            <a:endParaRPr b="0" lang="en-US" sz="2000" strike="noStrike" u="none">
              <a:solidFill>
                <a:schemeClr val="dk1"/>
              </a:solidFill>
              <a:effectLst/>
              <a:uFillTx/>
              <a:latin typeface="ＭＳ Ｐゴシック"/>
            </a:endParaRPr>
          </a:p>
        </p:txBody>
      </p:sp>
      <p:sp>
        <p:nvSpPr>
          <p:cNvPr id="352" name="PlaceHolder 6"/>
          <p:cNvSpPr>
            <a:spLocks noGrp="1"/>
          </p:cNvSpPr>
          <p:nvPr>
            <p:ph type="dt" idx="116"/>
          </p:nvPr>
        </p:nvSpPr>
        <p:spPr>
          <a:xfrm>
            <a:off x="6603840" y="6248520"/>
            <a:ext cx="2889000" cy="364680"/>
          </a:xfrm>
          <a:prstGeom prst="rect">
            <a:avLst/>
          </a:prstGeom>
          <a:noFill/>
          <a:ln w="0">
            <a:noFill/>
          </a:ln>
        </p:spPr>
        <p:txBody>
          <a:bodyPr numCol="1" spcCol="0" lIns="91440" rIns="91440" tIns="45720" bIns="45720" anchor="ctr">
            <a:noAutofit/>
          </a:bodyPr>
          <a:lstStyle>
            <a:lvl1pPr indent="0">
              <a:lnSpc>
                <a:spcPct val="100000"/>
              </a:lnSpc>
              <a:buNone/>
              <a:defRPr b="0" lang="en-US" sz="1400" strike="noStrike" u="none">
                <a:solidFill>
                  <a:srgbClr val="4f271c"/>
                </a:solidFill>
                <a:effectLst/>
                <a:uFillTx/>
                <a:latin typeface="ＭＳ Ｐゴシック"/>
                <a:ea typeface="ＭＳ Ｐゴシック"/>
              </a:defRPr>
            </a:lvl1pPr>
          </a:lstStyle>
          <a:p>
            <a:pPr indent="0">
              <a:lnSpc>
                <a:spcPct val="100000"/>
              </a:lnSpc>
              <a:buNone/>
            </a:pPr>
            <a:r>
              <a:rPr b="0" lang="en-US" sz="1400" strike="noStrike" u="none">
                <a:solidFill>
                  <a:srgbClr val="4f271c"/>
                </a:solidFill>
                <a:effectLst/>
                <a:uFillTx/>
                <a:latin typeface="ＭＳ Ｐゴシック"/>
                <a:ea typeface="ＭＳ Ｐゴシック"/>
              </a:rPr>
              <a:t>&lt;日付/時刻&gt;</a:t>
            </a:r>
            <a:endParaRPr b="0" lang="en-US" sz="1400" strike="noStrike" u="none">
              <a:solidFill>
                <a:srgbClr val="000000"/>
              </a:solidFill>
              <a:effectLst/>
              <a:uFillTx/>
              <a:latin typeface="游明朝"/>
            </a:endParaRPr>
          </a:p>
        </p:txBody>
      </p:sp>
      <p:sp>
        <p:nvSpPr>
          <p:cNvPr id="353" name="PlaceHolder 7"/>
          <p:cNvSpPr>
            <a:spLocks noGrp="1"/>
          </p:cNvSpPr>
          <p:nvPr>
            <p:ph type="sldNum" idx="117"/>
          </p:nvPr>
        </p:nvSpPr>
        <p:spPr>
          <a:xfrm>
            <a:off x="9328320" y="6613560"/>
            <a:ext cx="577440" cy="244080"/>
          </a:xfrm>
          <a:prstGeom prst="rect">
            <a:avLst/>
          </a:prstGeom>
          <a:noFill/>
          <a:ln w="0">
            <a:noFill/>
          </a:ln>
        </p:spPr>
        <p:txBody>
          <a:bodyPr numCol="1" spcCol="0" lIns="91440" rIns="91440" tIns="45720" bIns="45720" anchor="ctr">
            <a:noAutofit/>
          </a:bodyPr>
          <a:lstStyle>
            <a:lvl1pPr indent="0" algn="ctr">
              <a:lnSpc>
                <a:spcPct val="100000"/>
              </a:lnSpc>
              <a:buNone/>
              <a:defRPr b="1" lang="en-US" sz="1400" strike="noStrike" u="none">
                <a:solidFill>
                  <a:srgbClr val="000000"/>
                </a:solidFill>
                <a:effectLst/>
                <a:uFillTx/>
                <a:latin typeface="Tw Cen MT"/>
                <a:ea typeface="ＭＳ Ｐゴシック"/>
              </a:defRPr>
            </a:lvl1pPr>
          </a:lstStyle>
          <a:p>
            <a:pPr indent="0" algn="ctr">
              <a:lnSpc>
                <a:spcPct val="100000"/>
              </a:lnSpc>
              <a:buNone/>
            </a:pPr>
            <a:fld id="{37FE3A1A-DC1D-47E7-A395-1ED704817ACC}" type="slidenum">
              <a:rPr b="1" lang="en-US" sz="1400" strike="noStrike" u="none">
                <a:solidFill>
                  <a:srgbClr val="000000"/>
                </a:solidFill>
                <a:effectLst/>
                <a:uFillTx/>
                <a:latin typeface="Tw Cen MT"/>
                <a:ea typeface="ＭＳ Ｐゴシック"/>
              </a:rPr>
              <a:t>&lt;番号&gt;</a:t>
            </a:fld>
            <a:endParaRPr b="0" lang="en-US" sz="1400" strike="noStrike" u="none">
              <a:solidFill>
                <a:srgbClr val="000000"/>
              </a:solidFill>
              <a:effectLst/>
              <a:uFillTx/>
              <a:latin typeface="游明朝"/>
            </a:endParaRPr>
          </a:p>
        </p:txBody>
      </p:sp>
      <p:sp>
        <p:nvSpPr>
          <p:cNvPr id="354" name="PlaceHolder 8"/>
          <p:cNvSpPr>
            <a:spLocks noGrp="1"/>
          </p:cNvSpPr>
          <p:nvPr>
            <p:ph type="ftr" idx="118"/>
          </p:nvPr>
        </p:nvSpPr>
        <p:spPr>
          <a:xfrm>
            <a:off x="660240" y="6248520"/>
            <a:ext cx="5871960" cy="364680"/>
          </a:xfrm>
          <a:prstGeom prst="rect">
            <a:avLst/>
          </a:prstGeom>
          <a:noFill/>
          <a:ln w="0">
            <a:noFill/>
          </a:ln>
        </p:spPr>
        <p:txBody>
          <a:bodyPr numCol="1" spcCol="0" lIns="91440" rIns="91440" tIns="45720" bIns="45720" anchor="ctr">
            <a:noAutofit/>
          </a:bodyPr>
          <a:lstStyle>
            <a:lvl1pPr indent="0" algn="ctr">
              <a:buNone/>
              <a:defRPr b="0" lang="en-US" sz="1400" strike="noStrike" u="none">
                <a:solidFill>
                  <a:srgbClr val="000000"/>
                </a:solidFill>
                <a:effectLst/>
                <a:uFillTx/>
                <a:latin typeface="游明朝"/>
              </a:defRPr>
            </a:lvl1pPr>
          </a:lstStyle>
          <a:p>
            <a:pPr indent="0" algn="ctr">
              <a:buNone/>
            </a:pPr>
            <a:r>
              <a:rPr b="0" lang="en-US" sz="1400" strike="noStrike" u="none">
                <a:solidFill>
                  <a:srgbClr val="000000"/>
                </a:solidFill>
                <a:effectLst/>
                <a:uFillTx/>
                <a:latin typeface="游明朝"/>
              </a:rPr>
              <a:t>&lt;フッター&gt;</a:t>
            </a:r>
            <a:endParaRPr b="0" lang="en-US" sz="1400" strike="noStrike" u="none">
              <a:solidFill>
                <a:srgbClr val="000000"/>
              </a:solidFill>
              <a:effectLst/>
              <a:uFillTx/>
              <a:latin typeface="游明朝"/>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標準 26">
    <p:bg>
      <p:bgPr>
        <a:blipFill rotWithShape="0">
          <a:blip r:embed="rId2"/>
          <a:tile tx="0" ty="0" sx="100000" sy="100000" algn="tl"/>
        </a:blipFill>
      </p:bgPr>
    </p:bg>
    <p:spTree>
      <p:nvGrpSpPr>
        <p:cNvPr id="1" name=""/>
        <p:cNvGrpSpPr/>
        <p:nvPr/>
      </p:nvGrpSpPr>
      <p:grpSpPr>
        <a:xfrm>
          <a:off x="0" y="0"/>
          <a:ext cx="0" cy="0"/>
          <a:chOff x="0" y="0"/>
          <a:chExt cx="0" cy="0"/>
        </a:xfrm>
      </p:grpSpPr>
      <p:sp>
        <p:nvSpPr>
          <p:cNvPr id="355" name="Rectangle 6" hidden="1"/>
          <p:cNvSpPr/>
          <p:nvPr/>
        </p:nvSpPr>
        <p:spPr>
          <a:xfrm>
            <a:off x="0" y="1235160"/>
            <a:ext cx="9905760" cy="31860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356" name="Rectangle 7" hidden="1"/>
          <p:cNvSpPr/>
          <p:nvPr/>
        </p:nvSpPr>
        <p:spPr>
          <a:xfrm>
            <a:off x="0" y="1279440"/>
            <a:ext cx="577440" cy="2282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357" name="Rectangle 8" hidden="1"/>
          <p:cNvSpPr/>
          <p:nvPr/>
        </p:nvSpPr>
        <p:spPr>
          <a:xfrm>
            <a:off x="639720" y="1279440"/>
            <a:ext cx="9266040" cy="22824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358" name="Rectangle 7"/>
          <p:cNvSpPr/>
          <p:nvPr/>
        </p:nvSpPr>
        <p:spPr>
          <a:xfrm>
            <a:off x="0" y="907920"/>
            <a:ext cx="577440" cy="2282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359" name="Rectangle 8"/>
          <p:cNvSpPr/>
          <p:nvPr/>
        </p:nvSpPr>
        <p:spPr>
          <a:xfrm>
            <a:off x="639720" y="907920"/>
            <a:ext cx="9266040" cy="22824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360" name="PlaceHolder 1"/>
          <p:cNvSpPr>
            <a:spLocks noGrp="1"/>
          </p:cNvSpPr>
          <p:nvPr>
            <p:ph type="title"/>
          </p:nvPr>
        </p:nvSpPr>
        <p:spPr>
          <a:xfrm>
            <a:off x="660240" y="228600"/>
            <a:ext cx="8832600" cy="990360"/>
          </a:xfrm>
          <a:prstGeom prst="rect">
            <a:avLst/>
          </a:prstGeom>
          <a:noFill/>
          <a:ln w="9360">
            <a:noFill/>
          </a:ln>
        </p:spPr>
        <p:txBody>
          <a:bodyPr numCol="1" spcCol="0" lIns="91440" rIns="91440" tIns="45720" bIns="45720" anchor="ctr">
            <a:noAutofit/>
          </a:bodyPr>
          <a:p>
            <a:pPr indent="0">
              <a:lnSpc>
                <a:spcPct val="100000"/>
              </a:lnSpc>
              <a:buNone/>
            </a:pPr>
            <a:r>
              <a:rPr b="0" lang="ja-JP" sz="3600" strike="noStrike" u="none">
                <a:solidFill>
                  <a:schemeClr val="dk1"/>
                </a:solidFill>
                <a:effectLst/>
                <a:uFillTx/>
                <a:latin typeface="ＭＳ Ｐゴシック"/>
                <a:ea typeface="ＭＳ Ｐゴシック"/>
              </a:rPr>
              <a:t>マスター タイトルの書式設定</a:t>
            </a:r>
            <a:endParaRPr b="0" lang="en-US" sz="3600" strike="noStrike" u="none">
              <a:solidFill>
                <a:schemeClr val="dk1"/>
              </a:solidFill>
              <a:effectLst/>
              <a:uFillTx/>
              <a:latin typeface="Tw Cen MT"/>
            </a:endParaRPr>
          </a:p>
        </p:txBody>
      </p:sp>
      <p:sp>
        <p:nvSpPr>
          <p:cNvPr id="361" name="PlaceHolder 2"/>
          <p:cNvSpPr>
            <a:spLocks noGrp="1"/>
          </p:cNvSpPr>
          <p:nvPr>
            <p:ph type="dt" idx="119"/>
          </p:nvPr>
        </p:nvSpPr>
        <p:spPr>
          <a:xfrm>
            <a:off x="6603840" y="6248520"/>
            <a:ext cx="2889000" cy="364680"/>
          </a:xfrm>
          <a:prstGeom prst="rect">
            <a:avLst/>
          </a:prstGeom>
          <a:noFill/>
          <a:ln w="0">
            <a:noFill/>
          </a:ln>
        </p:spPr>
        <p:txBody>
          <a:bodyPr numCol="1" spcCol="0" lIns="91440" rIns="91440" tIns="45720" bIns="45720" anchor="ctr">
            <a:noAutofit/>
          </a:bodyPr>
          <a:lstStyle>
            <a:lvl1pPr indent="0">
              <a:lnSpc>
                <a:spcPct val="100000"/>
              </a:lnSpc>
              <a:buNone/>
              <a:defRPr b="0" lang="en-US" sz="1400" strike="noStrike" u="none">
                <a:solidFill>
                  <a:srgbClr val="4f271c"/>
                </a:solidFill>
                <a:effectLst/>
                <a:uFillTx/>
                <a:latin typeface="ＭＳ Ｐゴシック"/>
                <a:ea typeface="ＭＳ Ｐゴシック"/>
              </a:defRPr>
            </a:lvl1pPr>
          </a:lstStyle>
          <a:p>
            <a:pPr indent="0">
              <a:lnSpc>
                <a:spcPct val="100000"/>
              </a:lnSpc>
              <a:buNone/>
            </a:pPr>
            <a:r>
              <a:rPr b="0" lang="en-US" sz="1400" strike="noStrike" u="none">
                <a:solidFill>
                  <a:srgbClr val="4f271c"/>
                </a:solidFill>
                <a:effectLst/>
                <a:uFillTx/>
                <a:latin typeface="ＭＳ Ｐゴシック"/>
                <a:ea typeface="ＭＳ Ｐゴシック"/>
              </a:rPr>
              <a:t>&lt;日付/時刻&gt;</a:t>
            </a:r>
            <a:endParaRPr b="0" lang="en-US" sz="1400" strike="noStrike" u="none">
              <a:solidFill>
                <a:srgbClr val="000000"/>
              </a:solidFill>
              <a:effectLst/>
              <a:uFillTx/>
              <a:latin typeface="游明朝"/>
            </a:endParaRPr>
          </a:p>
        </p:txBody>
      </p:sp>
      <p:sp>
        <p:nvSpPr>
          <p:cNvPr id="362" name="PlaceHolder 3"/>
          <p:cNvSpPr>
            <a:spLocks noGrp="1"/>
          </p:cNvSpPr>
          <p:nvPr>
            <p:ph type="ftr" idx="120"/>
          </p:nvPr>
        </p:nvSpPr>
        <p:spPr>
          <a:xfrm>
            <a:off x="660240" y="6248520"/>
            <a:ext cx="5871960" cy="364680"/>
          </a:xfrm>
          <a:prstGeom prst="rect">
            <a:avLst/>
          </a:prstGeom>
          <a:noFill/>
          <a:ln w="0">
            <a:noFill/>
          </a:ln>
        </p:spPr>
        <p:txBody>
          <a:bodyPr numCol="1" spcCol="0" lIns="91440" rIns="91440" tIns="45720" bIns="45720" anchor="ctr">
            <a:noAutofit/>
          </a:bodyPr>
          <a:lstStyle>
            <a:lvl1pPr indent="0" algn="ctr">
              <a:buNone/>
              <a:defRPr b="0" lang="en-US" sz="1400" strike="noStrike" u="none">
                <a:solidFill>
                  <a:srgbClr val="000000"/>
                </a:solidFill>
                <a:effectLst/>
                <a:uFillTx/>
                <a:latin typeface="游明朝"/>
              </a:defRPr>
            </a:lvl1pPr>
          </a:lstStyle>
          <a:p>
            <a:pPr indent="0" algn="ctr">
              <a:buNone/>
            </a:pPr>
            <a:r>
              <a:rPr b="0" lang="en-US" sz="1400" strike="noStrike" u="none">
                <a:solidFill>
                  <a:srgbClr val="000000"/>
                </a:solidFill>
                <a:effectLst/>
                <a:uFillTx/>
                <a:latin typeface="游明朝"/>
              </a:rPr>
              <a:t>&lt;フッター&gt;</a:t>
            </a:r>
            <a:endParaRPr b="0" lang="en-US" sz="1400" strike="noStrike" u="none">
              <a:solidFill>
                <a:srgbClr val="000000"/>
              </a:solidFill>
              <a:effectLst/>
              <a:uFillTx/>
              <a:latin typeface="游明朝"/>
            </a:endParaRPr>
          </a:p>
        </p:txBody>
      </p:sp>
      <p:sp>
        <p:nvSpPr>
          <p:cNvPr id="363" name="PlaceHolder 4"/>
          <p:cNvSpPr>
            <a:spLocks noGrp="1"/>
          </p:cNvSpPr>
          <p:nvPr>
            <p:ph type="sldNum" idx="121"/>
          </p:nvPr>
        </p:nvSpPr>
        <p:spPr>
          <a:xfrm>
            <a:off x="9309240" y="6613560"/>
            <a:ext cx="577440" cy="244080"/>
          </a:xfrm>
          <a:prstGeom prst="rect">
            <a:avLst/>
          </a:prstGeom>
          <a:noFill/>
          <a:ln w="0">
            <a:noFill/>
          </a:ln>
        </p:spPr>
        <p:txBody>
          <a:bodyPr numCol="1" spcCol="0" lIns="91440" rIns="91440" tIns="45720" bIns="45720" anchor="ctr">
            <a:noAutofit/>
          </a:bodyPr>
          <a:lstStyle>
            <a:lvl1pPr indent="0" algn="ctr">
              <a:lnSpc>
                <a:spcPct val="100000"/>
              </a:lnSpc>
              <a:buNone/>
              <a:defRPr b="1" lang="en-US" sz="1400" strike="noStrike" u="none">
                <a:solidFill>
                  <a:srgbClr val="000000"/>
                </a:solidFill>
                <a:effectLst/>
                <a:uFillTx/>
                <a:latin typeface="Tw Cen MT"/>
                <a:ea typeface="ＭＳ Ｐゴシック"/>
              </a:defRPr>
            </a:lvl1pPr>
          </a:lstStyle>
          <a:p>
            <a:pPr indent="0" algn="ctr">
              <a:lnSpc>
                <a:spcPct val="100000"/>
              </a:lnSpc>
              <a:buNone/>
            </a:pPr>
            <a:fld id="{EFED2371-9BEA-4D98-82A9-420816C6A4BE}" type="slidenum">
              <a:rPr b="1" lang="en-US" sz="1400" strike="noStrike" u="none">
                <a:solidFill>
                  <a:srgbClr val="000000"/>
                </a:solidFill>
                <a:effectLst/>
                <a:uFillTx/>
                <a:latin typeface="Tw Cen MT"/>
                <a:ea typeface="ＭＳ Ｐゴシック"/>
              </a:rPr>
              <a:t>&lt;番号&gt;</a:t>
            </a:fld>
            <a:endParaRPr b="0" lang="en-US" sz="1400" strike="noStrike" u="none">
              <a:solidFill>
                <a:srgbClr val="000000"/>
              </a:solidFill>
              <a:effectLst/>
              <a:uFillTx/>
              <a:latin typeface="游明朝"/>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標準 27">
    <p:bg>
      <p:bgPr>
        <a:blipFill rotWithShape="0">
          <a:blip r:embed="rId2"/>
          <a:tile tx="0" ty="0" sx="100000" sy="100000" algn="tl"/>
        </a:blipFill>
      </p:bgPr>
    </p:bg>
    <p:spTree>
      <p:nvGrpSpPr>
        <p:cNvPr id="1" name=""/>
        <p:cNvGrpSpPr/>
        <p:nvPr/>
      </p:nvGrpSpPr>
      <p:grpSpPr>
        <a:xfrm>
          <a:off x="0" y="0"/>
          <a:ext cx="0" cy="0"/>
          <a:chOff x="0" y="0"/>
          <a:chExt cx="0" cy="0"/>
        </a:xfrm>
      </p:grpSpPr>
      <p:sp>
        <p:nvSpPr>
          <p:cNvPr id="364" name="Rectangle 6" hidden="1"/>
          <p:cNvSpPr/>
          <p:nvPr/>
        </p:nvSpPr>
        <p:spPr>
          <a:xfrm>
            <a:off x="0" y="1235160"/>
            <a:ext cx="9905760" cy="31860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365" name="Rectangle 7" hidden="1"/>
          <p:cNvSpPr/>
          <p:nvPr/>
        </p:nvSpPr>
        <p:spPr>
          <a:xfrm>
            <a:off x="0" y="1279440"/>
            <a:ext cx="577440" cy="2282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366" name="Rectangle 8" hidden="1"/>
          <p:cNvSpPr/>
          <p:nvPr/>
        </p:nvSpPr>
        <p:spPr>
          <a:xfrm>
            <a:off x="639720" y="1279440"/>
            <a:ext cx="9266040" cy="22824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367" name="PlaceHolder 1"/>
          <p:cNvSpPr>
            <a:spLocks noGrp="1"/>
          </p:cNvSpPr>
          <p:nvPr>
            <p:ph type="dt" idx="122"/>
          </p:nvPr>
        </p:nvSpPr>
        <p:spPr>
          <a:xfrm>
            <a:off x="6603840" y="6248520"/>
            <a:ext cx="2889000" cy="364680"/>
          </a:xfrm>
          <a:prstGeom prst="rect">
            <a:avLst/>
          </a:prstGeom>
          <a:noFill/>
          <a:ln w="0">
            <a:noFill/>
          </a:ln>
        </p:spPr>
        <p:txBody>
          <a:bodyPr numCol="1" spcCol="0" lIns="91440" rIns="91440" tIns="45720" bIns="45720" anchor="ctr">
            <a:noAutofit/>
          </a:bodyPr>
          <a:lstStyle>
            <a:lvl1pPr indent="0">
              <a:lnSpc>
                <a:spcPct val="100000"/>
              </a:lnSpc>
              <a:buNone/>
              <a:defRPr b="0" lang="en-US" sz="1400" strike="noStrike" u="none">
                <a:solidFill>
                  <a:srgbClr val="000000"/>
                </a:solidFill>
                <a:effectLst/>
                <a:uFillTx/>
                <a:latin typeface="ＭＳ Ｐゴシック"/>
                <a:ea typeface="ＭＳ Ｐゴシック"/>
              </a:defRPr>
            </a:lvl1pPr>
          </a:lstStyle>
          <a:p>
            <a:pPr indent="0">
              <a:lnSpc>
                <a:spcPct val="100000"/>
              </a:lnSpc>
              <a:buNone/>
            </a:pPr>
            <a:r>
              <a:rPr b="0" lang="en-US" sz="1400" strike="noStrike" u="none">
                <a:solidFill>
                  <a:srgbClr val="000000"/>
                </a:solidFill>
                <a:effectLst/>
                <a:uFillTx/>
                <a:latin typeface="ＭＳ Ｐゴシック"/>
                <a:ea typeface="ＭＳ Ｐゴシック"/>
              </a:rPr>
              <a:t>&lt;日付/時刻&gt;</a:t>
            </a:r>
            <a:endParaRPr b="0" lang="en-US" sz="1400" strike="noStrike" u="none">
              <a:solidFill>
                <a:srgbClr val="000000"/>
              </a:solidFill>
              <a:effectLst/>
              <a:uFillTx/>
              <a:latin typeface="游明朝"/>
            </a:endParaRPr>
          </a:p>
        </p:txBody>
      </p:sp>
      <p:sp>
        <p:nvSpPr>
          <p:cNvPr id="368" name="PlaceHolder 2"/>
          <p:cNvSpPr>
            <a:spLocks noGrp="1"/>
          </p:cNvSpPr>
          <p:nvPr>
            <p:ph type="ftr" idx="123"/>
          </p:nvPr>
        </p:nvSpPr>
        <p:spPr>
          <a:xfrm>
            <a:off x="660240" y="6248520"/>
            <a:ext cx="5871960" cy="364680"/>
          </a:xfrm>
          <a:prstGeom prst="rect">
            <a:avLst/>
          </a:prstGeom>
          <a:noFill/>
          <a:ln w="0">
            <a:noFill/>
          </a:ln>
        </p:spPr>
        <p:txBody>
          <a:bodyPr numCol="1" spcCol="0" lIns="91440" rIns="91440" tIns="45720" bIns="45720" anchor="ctr">
            <a:noAutofit/>
          </a:bodyPr>
          <a:lstStyle>
            <a:lvl1pPr indent="0" algn="ctr">
              <a:buNone/>
              <a:defRPr b="0" lang="en-US" sz="1400" strike="noStrike" u="none">
                <a:solidFill>
                  <a:srgbClr val="000000"/>
                </a:solidFill>
                <a:effectLst/>
                <a:uFillTx/>
                <a:latin typeface="游明朝"/>
              </a:defRPr>
            </a:lvl1pPr>
          </a:lstStyle>
          <a:p>
            <a:pPr indent="0" algn="ctr">
              <a:buNone/>
            </a:pPr>
            <a:r>
              <a:rPr b="0" lang="en-US" sz="1400" strike="noStrike" u="none">
                <a:solidFill>
                  <a:srgbClr val="000000"/>
                </a:solidFill>
                <a:effectLst/>
                <a:uFillTx/>
                <a:latin typeface="游明朝"/>
              </a:rPr>
              <a:t>&lt;フッター&gt;</a:t>
            </a:r>
            <a:endParaRPr b="0" lang="en-US" sz="1400" strike="noStrike" u="none">
              <a:solidFill>
                <a:srgbClr val="000000"/>
              </a:solidFill>
              <a:effectLst/>
              <a:uFillTx/>
              <a:latin typeface="游明朝"/>
            </a:endParaRPr>
          </a:p>
        </p:txBody>
      </p:sp>
      <p:sp>
        <p:nvSpPr>
          <p:cNvPr id="369" name="PlaceHolder 3"/>
          <p:cNvSpPr>
            <a:spLocks noGrp="1"/>
          </p:cNvSpPr>
          <p:nvPr>
            <p:ph type="sldNum" idx="124"/>
          </p:nvPr>
        </p:nvSpPr>
        <p:spPr>
          <a:xfrm>
            <a:off x="0" y="6248520"/>
            <a:ext cx="577440" cy="380520"/>
          </a:xfrm>
          <a:prstGeom prst="rect">
            <a:avLst/>
          </a:prstGeom>
          <a:noFill/>
          <a:ln w="0">
            <a:noFill/>
          </a:ln>
        </p:spPr>
        <p:txBody>
          <a:bodyPr numCol="1" spcCol="0" lIns="91440" rIns="91440" tIns="45720" bIns="45720" anchor="ctr">
            <a:noAutofit/>
          </a:bodyPr>
          <a:lstStyle>
            <a:lvl1pPr indent="0" algn="ctr">
              <a:lnSpc>
                <a:spcPct val="100000"/>
              </a:lnSpc>
              <a:buNone/>
              <a:defRPr b="1" lang="en-US" sz="1400" strike="noStrike" u="none">
                <a:solidFill>
                  <a:srgbClr val="4f271c"/>
                </a:solidFill>
                <a:effectLst/>
                <a:uFillTx/>
                <a:latin typeface="Tw Cen MT"/>
                <a:ea typeface="ＭＳ Ｐゴシック"/>
              </a:defRPr>
            </a:lvl1pPr>
          </a:lstStyle>
          <a:p>
            <a:pPr indent="0" algn="ctr">
              <a:lnSpc>
                <a:spcPct val="100000"/>
              </a:lnSpc>
              <a:buNone/>
            </a:pPr>
            <a:fld id="{E390CDA1-9908-4700-9243-0E1ED4F27951}" type="slidenum">
              <a:rPr b="1" lang="en-US" sz="1400" strike="noStrike" u="none">
                <a:solidFill>
                  <a:srgbClr val="4f271c"/>
                </a:solidFill>
                <a:effectLst/>
                <a:uFillTx/>
                <a:latin typeface="Tw Cen MT"/>
                <a:ea typeface="ＭＳ Ｐゴシック"/>
              </a:rPr>
              <a:t>&lt;番号&gt;</a:t>
            </a:fld>
            <a:endParaRPr b="0" lang="en-US" sz="1400" strike="noStrike" u="none">
              <a:solidFill>
                <a:srgbClr val="000000"/>
              </a:solidFill>
              <a:effectLst/>
              <a:uFillTx/>
              <a:latin typeface="游明朝"/>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標準 28">
    <p:bg>
      <p:bgPr>
        <a:blipFill rotWithShape="0">
          <a:blip r:embed="rId2"/>
          <a:tile tx="0" ty="0" sx="100000" sy="100000" algn="tl"/>
        </a:blipFill>
      </p:bgPr>
    </p:bg>
    <p:spTree>
      <p:nvGrpSpPr>
        <p:cNvPr id="1" name=""/>
        <p:cNvGrpSpPr/>
        <p:nvPr/>
      </p:nvGrpSpPr>
      <p:grpSpPr>
        <a:xfrm>
          <a:off x="0" y="0"/>
          <a:ext cx="0" cy="0"/>
          <a:chOff x="0" y="0"/>
          <a:chExt cx="0" cy="0"/>
        </a:xfrm>
      </p:grpSpPr>
      <p:sp>
        <p:nvSpPr>
          <p:cNvPr id="370" name="Rectangle 6" hidden="1"/>
          <p:cNvSpPr/>
          <p:nvPr/>
        </p:nvSpPr>
        <p:spPr>
          <a:xfrm>
            <a:off x="0" y="1235160"/>
            <a:ext cx="9905760" cy="31860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371" name="Rectangle 7" hidden="1"/>
          <p:cNvSpPr/>
          <p:nvPr/>
        </p:nvSpPr>
        <p:spPr>
          <a:xfrm>
            <a:off x="0" y="1279440"/>
            <a:ext cx="577440" cy="2282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372" name="Rectangle 8" hidden="1"/>
          <p:cNvSpPr/>
          <p:nvPr/>
        </p:nvSpPr>
        <p:spPr>
          <a:xfrm>
            <a:off x="639720" y="1279440"/>
            <a:ext cx="9266040" cy="22824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373" name="Rectangle 7"/>
          <p:cNvSpPr/>
          <p:nvPr/>
        </p:nvSpPr>
        <p:spPr>
          <a:xfrm>
            <a:off x="0" y="907920"/>
            <a:ext cx="577440" cy="2282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374" name="Rectangle 8"/>
          <p:cNvSpPr/>
          <p:nvPr/>
        </p:nvSpPr>
        <p:spPr>
          <a:xfrm>
            <a:off x="639720" y="907920"/>
            <a:ext cx="9266040" cy="22824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pic>
        <p:nvPicPr>
          <p:cNvPr id="375" name="Picture 7" descr="sm_pencil.png"/>
          <p:cNvPicPr/>
          <p:nvPr/>
        </p:nvPicPr>
        <p:blipFill>
          <a:blip r:embed="rId3"/>
          <a:stretch/>
        </p:blipFill>
        <p:spPr>
          <a:xfrm>
            <a:off x="663480" y="1755720"/>
            <a:ext cx="1749240" cy="2144520"/>
          </a:xfrm>
          <a:prstGeom prst="rect">
            <a:avLst/>
          </a:prstGeom>
          <a:noFill/>
          <a:ln cap="sq" w="50800">
            <a:solidFill>
              <a:srgbClr val="feb80a"/>
            </a:solidFill>
            <a:miter/>
          </a:ln>
        </p:spPr>
      </p:pic>
      <p:sp>
        <p:nvSpPr>
          <p:cNvPr id="376" name="PlaceHolder 1"/>
          <p:cNvSpPr>
            <a:spLocks noGrp="1"/>
          </p:cNvSpPr>
          <p:nvPr>
            <p:ph type="title"/>
          </p:nvPr>
        </p:nvSpPr>
        <p:spPr>
          <a:xfrm>
            <a:off x="639720" y="6480"/>
            <a:ext cx="8749800" cy="869760"/>
          </a:xfrm>
          <a:prstGeom prst="rect">
            <a:avLst/>
          </a:prstGeom>
          <a:noFill/>
          <a:ln w="9360">
            <a:noFill/>
          </a:ln>
        </p:spPr>
        <p:txBody>
          <a:bodyPr numCol="1" spcCol="0" lIns="91440" rIns="91440" tIns="45720" bIns="45720" anchor="ctr">
            <a:noAutofit/>
          </a:bodyPr>
          <a:p>
            <a:pPr indent="0">
              <a:lnSpc>
                <a:spcPct val="100000"/>
              </a:lnSpc>
              <a:buNone/>
            </a:pPr>
            <a:r>
              <a:rPr b="0" lang="ja-JP" sz="3600" strike="noStrike" u="none">
                <a:solidFill>
                  <a:schemeClr val="dk1"/>
                </a:solidFill>
                <a:effectLst/>
                <a:uFillTx/>
                <a:latin typeface="ＭＳ Ｐゴシック"/>
                <a:ea typeface="ＭＳ Ｐゴシック"/>
              </a:rPr>
              <a:t>マスター タイトルの書式設定</a:t>
            </a:r>
            <a:endParaRPr b="0" lang="en-US" sz="3600" strike="noStrike" u="none">
              <a:solidFill>
                <a:schemeClr val="dk1"/>
              </a:solidFill>
              <a:effectLst/>
              <a:uFillTx/>
              <a:latin typeface="Tw Cen MT"/>
            </a:endParaRPr>
          </a:p>
        </p:txBody>
      </p:sp>
      <p:sp>
        <p:nvSpPr>
          <p:cNvPr id="377" name="PlaceHolder 2"/>
          <p:cNvSpPr>
            <a:spLocks noGrp="1"/>
          </p:cNvSpPr>
          <p:nvPr>
            <p:ph type="body"/>
          </p:nvPr>
        </p:nvSpPr>
        <p:spPr>
          <a:xfrm>
            <a:off x="2558880" y="1752480"/>
            <a:ext cx="6933960" cy="4419360"/>
          </a:xfrm>
          <a:prstGeom prst="rect">
            <a:avLst/>
          </a:prstGeom>
          <a:noFill/>
          <a:ln w="9360">
            <a:noFill/>
          </a:ln>
        </p:spPr>
        <p:txBody>
          <a:bodyPr numCol="1" spcCol="0" lIns="91440" rIns="91440" tIns="45720" bIns="45720" anchor="t">
            <a:noAutofit/>
          </a:bodyPr>
          <a:p>
            <a:pPr marL="318960" indent="-318960">
              <a:lnSpc>
                <a:spcPct val="100000"/>
              </a:lnSpc>
              <a:spcBef>
                <a:spcPts val="700"/>
              </a:spcBef>
              <a:buClr>
                <a:srgbClr val="feb80a"/>
              </a:buClr>
              <a:buSzPct val="60000"/>
              <a:buFont typeface="Wingdings" charset="2"/>
              <a:buChar char=""/>
            </a:pPr>
            <a:r>
              <a:rPr b="0" lang="ja-JP" sz="2900" strike="noStrike" u="none">
                <a:solidFill>
                  <a:schemeClr val="dk1"/>
                </a:solidFill>
                <a:effectLst/>
                <a:uFillTx/>
                <a:latin typeface="ＭＳ Ｐゴシック"/>
                <a:ea typeface="ＭＳ Ｐゴシック"/>
              </a:rPr>
              <a:t>マスター テキストの書式設定</a:t>
            </a:r>
            <a:endParaRPr b="0" lang="en-US" sz="2900" strike="noStrike" u="none">
              <a:solidFill>
                <a:schemeClr val="dk1"/>
              </a:solidFill>
              <a:effectLst/>
              <a:uFillTx/>
              <a:latin typeface="ＭＳ Ｐゴシック"/>
            </a:endParaRPr>
          </a:p>
          <a:p>
            <a:pPr lvl="1" marL="639720" indent="-272880">
              <a:lnSpc>
                <a:spcPct val="100000"/>
              </a:lnSpc>
              <a:spcBef>
                <a:spcPts val="550"/>
              </a:spcBef>
              <a:buClr>
                <a:srgbClr val="3891a7"/>
              </a:buClr>
              <a:buSzPct val="70000"/>
              <a:buFont typeface="Wingdings 2" charset="2"/>
              <a:buChar char=""/>
            </a:pPr>
            <a:r>
              <a:rPr b="0" lang="ja-JP" sz="2600" strike="noStrike" u="none">
                <a:solidFill>
                  <a:schemeClr val="dk1"/>
                </a:solidFill>
                <a:effectLst/>
                <a:uFillTx/>
                <a:latin typeface="ＭＳ Ｐゴシック"/>
                <a:ea typeface="ＭＳ Ｐゴシック"/>
              </a:rPr>
              <a:t>第 </a:t>
            </a:r>
            <a:r>
              <a:rPr b="0" lang="en-US" sz="2600" strike="noStrike" u="none">
                <a:solidFill>
                  <a:schemeClr val="dk1"/>
                </a:solidFill>
                <a:effectLst/>
                <a:uFillTx/>
                <a:latin typeface="ＭＳ Ｐゴシック"/>
                <a:ea typeface="ＭＳ Ｐゴシック"/>
              </a:rPr>
              <a:t>2 </a:t>
            </a:r>
            <a:r>
              <a:rPr b="0" lang="ja-JP" sz="2600" strike="noStrike" u="none">
                <a:solidFill>
                  <a:schemeClr val="dk1"/>
                </a:solidFill>
                <a:effectLst/>
                <a:uFillTx/>
                <a:latin typeface="ＭＳ Ｐゴシック"/>
                <a:ea typeface="ＭＳ Ｐゴシック"/>
              </a:rPr>
              <a:t>レベル</a:t>
            </a:r>
            <a:endParaRPr b="0" lang="en-US" sz="2600" strike="noStrike" u="none">
              <a:solidFill>
                <a:schemeClr val="dk1"/>
              </a:solidFill>
              <a:effectLst/>
              <a:uFillTx/>
              <a:latin typeface="ＭＳ Ｐゴシック"/>
            </a:endParaRPr>
          </a:p>
          <a:p>
            <a:pPr lvl="2" marL="914400" indent="-228600">
              <a:lnSpc>
                <a:spcPct val="100000"/>
              </a:lnSpc>
              <a:spcBef>
                <a:spcPts val="499"/>
              </a:spcBef>
              <a:buClr>
                <a:srgbClr val="feb80a"/>
              </a:buClr>
              <a:buSzPct val="75000"/>
              <a:buFont typeface="Wingdings" charset="2"/>
              <a:buChar char=""/>
            </a:pPr>
            <a:r>
              <a:rPr b="0" lang="ja-JP" sz="2300" strike="noStrike" u="none">
                <a:solidFill>
                  <a:schemeClr val="dk1"/>
                </a:solidFill>
                <a:effectLst/>
                <a:uFillTx/>
                <a:latin typeface="ＭＳ Ｐゴシック"/>
                <a:ea typeface="ＭＳ Ｐゴシック"/>
              </a:rPr>
              <a:t>第 </a:t>
            </a:r>
            <a:r>
              <a:rPr b="0" lang="en-US" sz="2300" strike="noStrike" u="none">
                <a:solidFill>
                  <a:schemeClr val="dk1"/>
                </a:solidFill>
                <a:effectLst/>
                <a:uFillTx/>
                <a:latin typeface="ＭＳ Ｐゴシック"/>
                <a:ea typeface="ＭＳ Ｐゴシック"/>
              </a:rPr>
              <a:t>3 </a:t>
            </a:r>
            <a:r>
              <a:rPr b="0" lang="ja-JP" sz="2300" strike="noStrike" u="none">
                <a:solidFill>
                  <a:schemeClr val="dk1"/>
                </a:solidFill>
                <a:effectLst/>
                <a:uFillTx/>
                <a:latin typeface="ＭＳ Ｐゴシック"/>
                <a:ea typeface="ＭＳ Ｐゴシック"/>
              </a:rPr>
              <a:t>レベル</a:t>
            </a:r>
            <a:endParaRPr b="0" lang="en-US" sz="2300" strike="noStrike" u="none">
              <a:solidFill>
                <a:schemeClr val="dk1"/>
              </a:solidFill>
              <a:effectLst/>
              <a:uFillTx/>
              <a:latin typeface="ＭＳ Ｐゴシック"/>
            </a:endParaRPr>
          </a:p>
          <a:p>
            <a:pPr lvl="3" marL="1371600" indent="-228600">
              <a:lnSpc>
                <a:spcPct val="100000"/>
              </a:lnSpc>
              <a:spcBef>
                <a:spcPts val="400"/>
              </a:spcBef>
              <a:buClr>
                <a:srgbClr val="c32d2e"/>
              </a:buClr>
              <a:buSzPct val="7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4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a:p>
            <a:pPr lvl="4" marL="1828800" indent="-228600">
              <a:lnSpc>
                <a:spcPct val="100000"/>
              </a:lnSpc>
              <a:spcBef>
                <a:spcPts val="400"/>
              </a:spcBef>
              <a:buClr>
                <a:srgbClr val="84aa33"/>
              </a:buClr>
              <a:buSzPct val="65000"/>
              <a:buFont typeface="Wingdings" charset="2"/>
              <a:buChar char=""/>
            </a:pPr>
            <a:r>
              <a:rPr b="0" lang="ja-JP" sz="2000" strike="noStrike" u="none">
                <a:solidFill>
                  <a:schemeClr val="dk1"/>
                </a:solidFill>
                <a:effectLst/>
                <a:uFillTx/>
                <a:latin typeface="ＭＳ Ｐゴシック"/>
                <a:ea typeface="ＭＳ Ｐゴシック"/>
              </a:rPr>
              <a:t>第 </a:t>
            </a:r>
            <a:r>
              <a:rPr b="0" lang="en-US" sz="2000" strike="noStrike" u="none">
                <a:solidFill>
                  <a:schemeClr val="dk1"/>
                </a:solidFill>
                <a:effectLst/>
                <a:uFillTx/>
                <a:latin typeface="ＭＳ Ｐゴシック"/>
                <a:ea typeface="ＭＳ Ｐゴシック"/>
              </a:rPr>
              <a:t>5 </a:t>
            </a:r>
            <a:r>
              <a:rPr b="0" lang="ja-JP" sz="2000" strike="noStrike" u="none">
                <a:solidFill>
                  <a:schemeClr val="dk1"/>
                </a:solidFill>
                <a:effectLst/>
                <a:uFillTx/>
                <a:latin typeface="ＭＳ Ｐゴシック"/>
                <a:ea typeface="ＭＳ Ｐゴシック"/>
              </a:rPr>
              <a:t>レベル</a:t>
            </a:r>
            <a:endParaRPr b="0" lang="en-US" sz="2000" strike="noStrike" u="none">
              <a:solidFill>
                <a:schemeClr val="dk1"/>
              </a:solidFill>
              <a:effectLst/>
              <a:uFillTx/>
              <a:latin typeface="ＭＳ Ｐゴシック"/>
            </a:endParaRPr>
          </a:p>
        </p:txBody>
      </p:sp>
      <p:sp>
        <p:nvSpPr>
          <p:cNvPr id="378" name="PlaceHolder 3"/>
          <p:cNvSpPr>
            <a:spLocks noGrp="1"/>
          </p:cNvSpPr>
          <p:nvPr>
            <p:ph type="dt" idx="125"/>
          </p:nvPr>
        </p:nvSpPr>
        <p:spPr>
          <a:xfrm>
            <a:off x="6603840" y="6248520"/>
            <a:ext cx="2889000" cy="364680"/>
          </a:xfrm>
          <a:prstGeom prst="rect">
            <a:avLst/>
          </a:prstGeom>
          <a:noFill/>
          <a:ln w="0">
            <a:noFill/>
          </a:ln>
        </p:spPr>
        <p:txBody>
          <a:bodyPr numCol="1" spcCol="0" lIns="91440" rIns="91440" tIns="45720" bIns="45720" anchor="ctr">
            <a:noAutofit/>
          </a:bodyPr>
          <a:lstStyle>
            <a:lvl1pPr indent="0">
              <a:lnSpc>
                <a:spcPct val="100000"/>
              </a:lnSpc>
              <a:buNone/>
              <a:defRPr b="0" lang="en-US" sz="1400" strike="noStrike" u="none">
                <a:solidFill>
                  <a:srgbClr val="4f271c"/>
                </a:solidFill>
                <a:effectLst/>
                <a:uFillTx/>
                <a:latin typeface="ＭＳ Ｐゴシック"/>
                <a:ea typeface="ＭＳ Ｐゴシック"/>
              </a:defRPr>
            </a:lvl1pPr>
          </a:lstStyle>
          <a:p>
            <a:pPr indent="0">
              <a:lnSpc>
                <a:spcPct val="100000"/>
              </a:lnSpc>
              <a:buNone/>
            </a:pPr>
            <a:r>
              <a:rPr b="0" lang="en-US" sz="1400" strike="noStrike" u="none">
                <a:solidFill>
                  <a:srgbClr val="4f271c"/>
                </a:solidFill>
                <a:effectLst/>
                <a:uFillTx/>
                <a:latin typeface="ＭＳ Ｐゴシック"/>
                <a:ea typeface="ＭＳ Ｐゴシック"/>
              </a:rPr>
              <a:t>&lt;日付/時刻&gt;</a:t>
            </a:r>
            <a:endParaRPr b="0" lang="en-US" sz="1400" strike="noStrike" u="none">
              <a:solidFill>
                <a:srgbClr val="000000"/>
              </a:solidFill>
              <a:effectLst/>
              <a:uFillTx/>
              <a:latin typeface="游明朝"/>
            </a:endParaRPr>
          </a:p>
        </p:txBody>
      </p:sp>
      <p:sp>
        <p:nvSpPr>
          <p:cNvPr id="379" name="PlaceHolder 4"/>
          <p:cNvSpPr>
            <a:spLocks noGrp="1"/>
          </p:cNvSpPr>
          <p:nvPr>
            <p:ph type="ftr" idx="126"/>
          </p:nvPr>
        </p:nvSpPr>
        <p:spPr>
          <a:xfrm>
            <a:off x="660240" y="6248520"/>
            <a:ext cx="5871960" cy="364680"/>
          </a:xfrm>
          <a:prstGeom prst="rect">
            <a:avLst/>
          </a:prstGeom>
          <a:noFill/>
          <a:ln w="0">
            <a:noFill/>
          </a:ln>
        </p:spPr>
        <p:txBody>
          <a:bodyPr numCol="1" spcCol="0" lIns="91440" rIns="91440" tIns="45720" bIns="45720" anchor="ctr">
            <a:noAutofit/>
          </a:bodyPr>
          <a:lstStyle>
            <a:lvl1pPr indent="0" algn="ctr">
              <a:buNone/>
              <a:defRPr b="0" lang="en-US" sz="1400" strike="noStrike" u="none">
                <a:solidFill>
                  <a:srgbClr val="000000"/>
                </a:solidFill>
                <a:effectLst/>
                <a:uFillTx/>
                <a:latin typeface="游明朝"/>
              </a:defRPr>
            </a:lvl1pPr>
          </a:lstStyle>
          <a:p>
            <a:pPr indent="0" algn="ctr">
              <a:buNone/>
            </a:pPr>
            <a:r>
              <a:rPr b="0" lang="en-US" sz="1400" strike="noStrike" u="none">
                <a:solidFill>
                  <a:srgbClr val="000000"/>
                </a:solidFill>
                <a:effectLst/>
                <a:uFillTx/>
                <a:latin typeface="游明朝"/>
              </a:rPr>
              <a:t>&lt;フッター&gt;</a:t>
            </a:r>
            <a:endParaRPr b="0" lang="en-US" sz="1400" strike="noStrike" u="none">
              <a:solidFill>
                <a:srgbClr val="000000"/>
              </a:solidFill>
              <a:effectLst/>
              <a:uFillTx/>
              <a:latin typeface="游明朝"/>
            </a:endParaRPr>
          </a:p>
        </p:txBody>
      </p:sp>
      <p:sp>
        <p:nvSpPr>
          <p:cNvPr id="380" name="PlaceHolder 5"/>
          <p:cNvSpPr>
            <a:spLocks noGrp="1"/>
          </p:cNvSpPr>
          <p:nvPr>
            <p:ph type="sldNum" idx="127"/>
          </p:nvPr>
        </p:nvSpPr>
        <p:spPr>
          <a:xfrm>
            <a:off x="9328320" y="6613560"/>
            <a:ext cx="577440" cy="244080"/>
          </a:xfrm>
          <a:prstGeom prst="rect">
            <a:avLst/>
          </a:prstGeom>
          <a:noFill/>
          <a:ln w="0">
            <a:noFill/>
          </a:ln>
        </p:spPr>
        <p:txBody>
          <a:bodyPr numCol="1" spcCol="0" lIns="91440" rIns="91440" tIns="45720" bIns="45720" anchor="ctr">
            <a:noAutofit/>
          </a:bodyPr>
          <a:lstStyle>
            <a:lvl1pPr indent="0" algn="ctr">
              <a:lnSpc>
                <a:spcPct val="100000"/>
              </a:lnSpc>
              <a:buNone/>
              <a:defRPr b="1" lang="en-US" sz="1400" strike="noStrike" u="none">
                <a:solidFill>
                  <a:srgbClr val="000000"/>
                </a:solidFill>
                <a:effectLst/>
                <a:uFillTx/>
                <a:latin typeface="Tw Cen MT"/>
                <a:ea typeface="ＭＳ Ｐゴシック"/>
              </a:defRPr>
            </a:lvl1pPr>
          </a:lstStyle>
          <a:p>
            <a:pPr indent="0" algn="ctr">
              <a:lnSpc>
                <a:spcPct val="100000"/>
              </a:lnSpc>
              <a:buNone/>
            </a:pPr>
            <a:fld id="{D69177C7-D2D3-43D7-B78D-CDC022E3B682}" type="slidenum">
              <a:rPr b="1" lang="en-US" sz="1400" strike="noStrike" u="none">
                <a:solidFill>
                  <a:srgbClr val="000000"/>
                </a:solidFill>
                <a:effectLst/>
                <a:uFillTx/>
                <a:latin typeface="Tw Cen MT"/>
                <a:ea typeface="ＭＳ Ｐゴシック"/>
              </a:rPr>
              <a:t>&lt;番号&gt;</a:t>
            </a:fld>
            <a:endParaRPr b="0" lang="en-US" sz="1400" strike="noStrike" u="none">
              <a:solidFill>
                <a:srgbClr val="000000"/>
              </a:solidFill>
              <a:effectLst/>
              <a:uFillTx/>
              <a:latin typeface="游明朝"/>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標準 29">
    <p:bg>
      <p:bgPr>
        <a:blipFill rotWithShape="0">
          <a:blip r:embed="rId2"/>
          <a:tile tx="0" ty="0" sx="100000" sy="100000" algn="tl"/>
        </a:blipFill>
      </p:bgPr>
    </p:bg>
    <p:spTree>
      <p:nvGrpSpPr>
        <p:cNvPr id="1" name=""/>
        <p:cNvGrpSpPr/>
        <p:nvPr/>
      </p:nvGrpSpPr>
      <p:grpSpPr>
        <a:xfrm>
          <a:off x="0" y="0"/>
          <a:ext cx="0" cy="0"/>
          <a:chOff x="0" y="0"/>
          <a:chExt cx="0" cy="0"/>
        </a:xfrm>
      </p:grpSpPr>
      <p:sp>
        <p:nvSpPr>
          <p:cNvPr id="381" name="Rectangle 6" hidden="1"/>
          <p:cNvSpPr/>
          <p:nvPr/>
        </p:nvSpPr>
        <p:spPr>
          <a:xfrm>
            <a:off x="0" y="1235160"/>
            <a:ext cx="9905760" cy="31860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382" name="Rectangle 7" hidden="1"/>
          <p:cNvSpPr/>
          <p:nvPr/>
        </p:nvSpPr>
        <p:spPr>
          <a:xfrm>
            <a:off x="0" y="1279440"/>
            <a:ext cx="577440" cy="2282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383" name="Rectangle 8" hidden="1"/>
          <p:cNvSpPr/>
          <p:nvPr/>
        </p:nvSpPr>
        <p:spPr>
          <a:xfrm>
            <a:off x="639720" y="1279440"/>
            <a:ext cx="9266040" cy="22824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384" name="Rectangle 7"/>
          <p:cNvSpPr/>
          <p:nvPr/>
        </p:nvSpPr>
        <p:spPr>
          <a:xfrm>
            <a:off x="-9360" y="4572000"/>
            <a:ext cx="9905760" cy="88704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385" name="Rectangle 8"/>
          <p:cNvSpPr/>
          <p:nvPr/>
        </p:nvSpPr>
        <p:spPr>
          <a:xfrm>
            <a:off x="-9360" y="4664160"/>
            <a:ext cx="1584000" cy="712440"/>
          </a:xfrm>
          <a:prstGeom prst="rect">
            <a:avLst/>
          </a:prstGeom>
          <a:solidFill>
            <a:schemeClr val="accent2">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386" name="Rectangle 9"/>
          <p:cNvSpPr/>
          <p:nvPr/>
        </p:nvSpPr>
        <p:spPr>
          <a:xfrm>
            <a:off x="1674720" y="4654440"/>
            <a:ext cx="8230680" cy="712440"/>
          </a:xfrm>
          <a:prstGeom prst="rect">
            <a:avLst/>
          </a:prstGeom>
          <a:solidFill>
            <a:schemeClr val="accent1">
              <a:alpha val="100000"/>
            </a:schemeClr>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387" name="Rectangle 10"/>
          <p:cNvSpPr/>
          <p:nvPr/>
        </p:nvSpPr>
        <p:spPr>
          <a:xfrm>
            <a:off x="1568520" y="0"/>
            <a:ext cx="109080" cy="6867000"/>
          </a:xfrm>
          <a:prstGeom prst="rect">
            <a:avLst/>
          </a:prstGeom>
          <a:solidFill>
            <a:srgbClr val="ffffff"/>
          </a:solidFill>
          <a:ln w="50800">
            <a:noFill/>
          </a:ln>
          <a:effectLst>
            <a:outerShdw blurRad="38160" dir="5400000" dist="29880" rotWithShape="0">
              <a:srgbClr val="000000">
                <a:alpha val="45000"/>
              </a:srgbClr>
            </a:outerShdw>
          </a:effectLst>
        </p:spPr>
        <p:style>
          <a:lnRef idx="3">
            <a:schemeClr val="lt1"/>
          </a:lnRef>
          <a:fillRef idx="1">
            <a:schemeClr val="accent1"/>
          </a:fillRef>
          <a:effectRef idx="1">
            <a:schemeClr val="accent1"/>
          </a:effectRef>
          <a:fontRef idx="minor"/>
        </p:style>
        <p:txBody>
          <a:bodyPr lIns="90000" rIns="90000" tIns="45000" bIns="45000" anchor="ctr">
            <a:noAutofit/>
          </a:bodyPr>
          <a:p>
            <a:pPr algn="ctr">
              <a:lnSpc>
                <a:spcPct val="100000"/>
              </a:lnSpc>
            </a:pPr>
            <a:endParaRPr b="0" lang="en-US" sz="1800" strike="noStrike" u="none">
              <a:solidFill>
                <a:srgbClr val="ffffff"/>
              </a:solidFill>
              <a:effectLst/>
              <a:uFillTx/>
              <a:latin typeface="Calibri"/>
              <a:ea typeface="SimSun"/>
            </a:endParaRPr>
          </a:p>
        </p:txBody>
      </p:sp>
      <p:sp>
        <p:nvSpPr>
          <p:cNvPr id="388" name="PlaceHolder 1"/>
          <p:cNvSpPr>
            <a:spLocks noGrp="1"/>
          </p:cNvSpPr>
          <p:nvPr>
            <p:ph type="body"/>
          </p:nvPr>
        </p:nvSpPr>
        <p:spPr>
          <a:xfrm>
            <a:off x="1733400" y="5486400"/>
            <a:ext cx="7924320" cy="685440"/>
          </a:xfrm>
          <a:prstGeom prst="rect">
            <a:avLst/>
          </a:prstGeom>
          <a:noFill/>
          <a:ln w="9360">
            <a:noFill/>
          </a:ln>
        </p:spPr>
        <p:txBody>
          <a:bodyPr numCol="1" spcCol="0" lIns="91440" rIns="91440" tIns="45720" bIns="45720" anchor="t">
            <a:noAutofit/>
          </a:bodyPr>
          <a:p>
            <a:pPr indent="0">
              <a:lnSpc>
                <a:spcPct val="100000"/>
              </a:lnSpc>
              <a:spcBef>
                <a:spcPts val="700"/>
              </a:spcBef>
              <a:buNone/>
              <a:tabLst>
                <a:tab algn="l" pos="0"/>
              </a:tabLst>
            </a:pPr>
            <a:r>
              <a:rPr b="0" lang="ja-JP" sz="1700" strike="noStrike" u="none">
                <a:solidFill>
                  <a:schemeClr val="dk1"/>
                </a:solidFill>
                <a:effectLst/>
                <a:uFillTx/>
                <a:latin typeface="ＭＳ Ｐゴシック"/>
                <a:ea typeface="ＭＳ Ｐゴシック"/>
              </a:rPr>
              <a:t>マスター テキストの書式設定</a:t>
            </a:r>
            <a:endParaRPr b="0" lang="en-US" sz="1700" strike="noStrike" u="none">
              <a:solidFill>
                <a:schemeClr val="dk1"/>
              </a:solidFill>
              <a:effectLst/>
              <a:uFillTx/>
              <a:latin typeface="ＭＳ Ｐゴシック"/>
            </a:endParaRPr>
          </a:p>
        </p:txBody>
      </p:sp>
      <p:sp>
        <p:nvSpPr>
          <p:cNvPr id="389" name="PlaceHolder 2"/>
          <p:cNvSpPr>
            <a:spLocks noGrp="1"/>
          </p:cNvSpPr>
          <p:nvPr>
            <p:ph type="title"/>
          </p:nvPr>
        </p:nvSpPr>
        <p:spPr>
          <a:xfrm>
            <a:off x="1733400" y="4648320"/>
            <a:ext cx="7924320" cy="685440"/>
          </a:xfrm>
          <a:prstGeom prst="rect">
            <a:avLst/>
          </a:prstGeom>
          <a:noFill/>
          <a:ln w="9360">
            <a:noFill/>
          </a:ln>
        </p:spPr>
        <p:txBody>
          <a:bodyPr numCol="1" spcCol="0" lIns="91440" rIns="91440" tIns="45720" bIns="45720" anchor="ctr">
            <a:noAutofit/>
          </a:bodyPr>
          <a:p>
            <a:pPr indent="0">
              <a:lnSpc>
                <a:spcPct val="100000"/>
              </a:lnSpc>
              <a:buNone/>
            </a:pPr>
            <a:r>
              <a:rPr b="0" lang="ja-JP" sz="2800" strike="noStrike" u="none">
                <a:solidFill>
                  <a:srgbClr val="ffffff"/>
                </a:solidFill>
                <a:effectLst/>
                <a:uFillTx/>
                <a:latin typeface="ＭＳ Ｐゴシック"/>
                <a:ea typeface="ＭＳ Ｐゴシック"/>
              </a:rPr>
              <a:t>マスター タイトルの書式設定</a:t>
            </a:r>
            <a:endParaRPr b="0" lang="en-US" sz="2800" strike="noStrike" u="none">
              <a:solidFill>
                <a:schemeClr val="dk1"/>
              </a:solidFill>
              <a:effectLst/>
              <a:uFillTx/>
              <a:latin typeface="Tw Cen MT"/>
            </a:endParaRPr>
          </a:p>
        </p:txBody>
      </p:sp>
      <p:sp>
        <p:nvSpPr>
          <p:cNvPr id="390" name="PlaceHolder 3"/>
          <p:cNvSpPr>
            <a:spLocks noGrp="1"/>
          </p:cNvSpPr>
          <p:nvPr>
            <p:ph type="body"/>
          </p:nvPr>
        </p:nvSpPr>
        <p:spPr>
          <a:xfrm>
            <a:off x="1690560" y="0"/>
            <a:ext cx="8214840" cy="4568760"/>
          </a:xfrm>
          <a:prstGeom prst="rect">
            <a:avLst/>
          </a:prstGeom>
          <a:solidFill>
            <a:schemeClr val="accent1">
              <a:tint val="40000"/>
            </a:schemeClr>
          </a:solidFill>
          <a:ln w="0">
            <a:noFill/>
          </a:ln>
        </p:spPr>
        <p:txBody>
          <a:bodyPr lIns="90000" rIns="90000" tIns="45000" bIns="45000" anchor="t">
            <a:normAutofit/>
          </a:bodyPr>
          <a:p>
            <a:pPr indent="0">
              <a:lnSpc>
                <a:spcPct val="100000"/>
              </a:lnSpc>
              <a:buNone/>
              <a:tabLst>
                <a:tab algn="l" pos="0"/>
              </a:tabLst>
            </a:pPr>
            <a:r>
              <a:rPr b="0" lang="ja-JP" sz="3200" strike="noStrike" u="none">
                <a:solidFill>
                  <a:schemeClr val="dk1"/>
                </a:solidFill>
                <a:effectLst/>
                <a:uFillTx/>
                <a:latin typeface="Tw Cen MT"/>
                <a:ea typeface="SimSun"/>
              </a:rPr>
              <a:t>アイコンをクリックして図を追加</a:t>
            </a:r>
            <a:endParaRPr b="0" lang="en-US" sz="3200" strike="noStrike" u="none">
              <a:solidFill>
                <a:schemeClr val="dk1"/>
              </a:solidFill>
              <a:effectLst/>
              <a:uFillTx/>
              <a:latin typeface="ＭＳ Ｐゴシック"/>
            </a:endParaRPr>
          </a:p>
        </p:txBody>
      </p:sp>
      <p:sp>
        <p:nvSpPr>
          <p:cNvPr id="391" name="PlaceHolder 4"/>
          <p:cNvSpPr>
            <a:spLocks noGrp="1"/>
          </p:cNvSpPr>
          <p:nvPr>
            <p:ph type="dt" idx="128"/>
          </p:nvPr>
        </p:nvSpPr>
        <p:spPr>
          <a:xfrm>
            <a:off x="6769080" y="6248520"/>
            <a:ext cx="2889000" cy="364680"/>
          </a:xfrm>
          <a:prstGeom prst="rect">
            <a:avLst/>
          </a:prstGeom>
          <a:noFill/>
          <a:ln w="0">
            <a:noFill/>
          </a:ln>
        </p:spPr>
        <p:txBody>
          <a:bodyPr numCol="1" spcCol="0" lIns="91440" rIns="91440" tIns="45720" bIns="45720" anchor="ctr">
            <a:noAutofit/>
          </a:bodyPr>
          <a:lstStyle>
            <a:lvl1pPr indent="0">
              <a:lnSpc>
                <a:spcPct val="100000"/>
              </a:lnSpc>
              <a:buNone/>
              <a:defRPr b="0" lang="en-US" sz="1400" strike="noStrike" u="none">
                <a:solidFill>
                  <a:srgbClr val="4f271c"/>
                </a:solidFill>
                <a:effectLst/>
                <a:uFillTx/>
                <a:latin typeface="ＭＳ Ｐゴシック"/>
                <a:ea typeface="ＭＳ Ｐゴシック"/>
              </a:defRPr>
            </a:lvl1pPr>
          </a:lstStyle>
          <a:p>
            <a:pPr indent="0">
              <a:lnSpc>
                <a:spcPct val="100000"/>
              </a:lnSpc>
              <a:buNone/>
            </a:pPr>
            <a:r>
              <a:rPr b="0" lang="en-US" sz="1400" strike="noStrike" u="none">
                <a:solidFill>
                  <a:srgbClr val="4f271c"/>
                </a:solidFill>
                <a:effectLst/>
                <a:uFillTx/>
                <a:latin typeface="ＭＳ Ｐゴシック"/>
                <a:ea typeface="ＭＳ Ｐゴシック"/>
              </a:rPr>
              <a:t>&lt;日付/時刻&gt;</a:t>
            </a:r>
            <a:endParaRPr b="0" lang="en-US" sz="1400" strike="noStrike" u="none">
              <a:solidFill>
                <a:srgbClr val="000000"/>
              </a:solidFill>
              <a:effectLst/>
              <a:uFillTx/>
              <a:latin typeface="游明朝"/>
            </a:endParaRPr>
          </a:p>
        </p:txBody>
      </p:sp>
      <p:sp>
        <p:nvSpPr>
          <p:cNvPr id="392" name="PlaceHolder 5"/>
          <p:cNvSpPr>
            <a:spLocks noGrp="1"/>
          </p:cNvSpPr>
          <p:nvPr>
            <p:ph type="sldNum" idx="129"/>
          </p:nvPr>
        </p:nvSpPr>
        <p:spPr>
          <a:xfrm>
            <a:off x="0" y="4667400"/>
            <a:ext cx="1568160" cy="663120"/>
          </a:xfrm>
          <a:prstGeom prst="rect">
            <a:avLst/>
          </a:prstGeom>
          <a:noFill/>
          <a:ln w="0">
            <a:noFill/>
          </a:ln>
        </p:spPr>
        <p:txBody>
          <a:bodyPr numCol="1" spcCol="0" lIns="91440" rIns="91440" tIns="45720" bIns="45720" anchor="ctr">
            <a:noAutofit/>
          </a:bodyPr>
          <a:lstStyle>
            <a:lvl1pPr indent="0" algn="ctr">
              <a:lnSpc>
                <a:spcPct val="100000"/>
              </a:lnSpc>
              <a:buNone/>
              <a:defRPr b="1" lang="en-US" sz="2800" strike="noStrike" u="none">
                <a:solidFill>
                  <a:srgbClr val="ffffff"/>
                </a:solidFill>
                <a:effectLst/>
                <a:uFillTx/>
                <a:latin typeface="Tw Cen MT"/>
                <a:ea typeface="ＭＳ Ｐゴシック"/>
              </a:defRPr>
            </a:lvl1pPr>
          </a:lstStyle>
          <a:p>
            <a:pPr indent="0" algn="ctr">
              <a:lnSpc>
                <a:spcPct val="100000"/>
              </a:lnSpc>
              <a:buNone/>
            </a:pPr>
            <a:fld id="{3C217A73-041E-4F17-B82C-B3178597E383}" type="slidenum">
              <a:rPr b="1" lang="en-US" sz="2800" strike="noStrike" u="none">
                <a:solidFill>
                  <a:srgbClr val="ffffff"/>
                </a:solidFill>
                <a:effectLst/>
                <a:uFillTx/>
                <a:latin typeface="Tw Cen MT"/>
                <a:ea typeface="ＭＳ Ｐゴシック"/>
              </a:rPr>
              <a:t>&lt;番号&gt;</a:t>
            </a:fld>
            <a:endParaRPr b="0" lang="en-US" sz="2800" strike="noStrike" u="none">
              <a:solidFill>
                <a:srgbClr val="000000"/>
              </a:solidFill>
              <a:effectLst/>
              <a:uFillTx/>
              <a:latin typeface="游明朝"/>
            </a:endParaRPr>
          </a:p>
        </p:txBody>
      </p:sp>
      <p:sp>
        <p:nvSpPr>
          <p:cNvPr id="393" name="PlaceHolder 6"/>
          <p:cNvSpPr>
            <a:spLocks noGrp="1"/>
          </p:cNvSpPr>
          <p:nvPr>
            <p:ph type="ftr" idx="130"/>
          </p:nvPr>
        </p:nvSpPr>
        <p:spPr>
          <a:xfrm>
            <a:off x="1733400" y="6248520"/>
            <a:ext cx="4952520" cy="364680"/>
          </a:xfrm>
          <a:prstGeom prst="rect">
            <a:avLst/>
          </a:prstGeom>
          <a:noFill/>
          <a:ln w="0">
            <a:noFill/>
          </a:ln>
        </p:spPr>
        <p:txBody>
          <a:bodyPr numCol="1" spcCol="0" lIns="91440" rIns="91440" tIns="45720" bIns="45720" anchor="ctr">
            <a:noAutofit/>
          </a:bodyPr>
          <a:lstStyle>
            <a:lvl1pPr indent="0" algn="ctr">
              <a:buNone/>
              <a:defRPr b="0" lang="en-US" sz="1400" strike="noStrike" u="none">
                <a:solidFill>
                  <a:srgbClr val="000000"/>
                </a:solidFill>
                <a:effectLst/>
                <a:uFillTx/>
                <a:latin typeface="游明朝"/>
              </a:defRPr>
            </a:lvl1pPr>
          </a:lstStyle>
          <a:p>
            <a:pPr indent="0" algn="ctr">
              <a:buNone/>
            </a:pPr>
            <a:r>
              <a:rPr b="0" lang="en-US" sz="1400" strike="noStrike" u="none">
                <a:solidFill>
                  <a:srgbClr val="000000"/>
                </a:solidFill>
                <a:effectLst/>
                <a:uFillTx/>
                <a:latin typeface="游明朝"/>
              </a:rPr>
              <a:t>&lt;フッター&gt;</a:t>
            </a:r>
            <a:endParaRPr b="0" lang="en-US" sz="1400" strike="noStrike" u="none">
              <a:solidFill>
                <a:srgbClr val="000000"/>
              </a:solidFill>
              <a:effectLst/>
              <a:uFillTx/>
              <a:latin typeface="游明朝"/>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0.xml"/><Relationship Id="rId3" Type="http://schemas.openxmlformats.org/officeDocument/2006/relationships/slideLayout" Target="../slideLayouts/slideLayout11.xml"/><Relationship Id="rId4" Type="http://schemas.openxmlformats.org/officeDocument/2006/relationships/slideLayout" Target="../slideLayouts/slideLayout12.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 Id="rId9" Type="http://schemas.openxmlformats.org/officeDocument/2006/relationships/slideLayout" Target="../slideLayouts/slideLayout17.xml"/><Relationship Id="rId10" Type="http://schemas.openxmlformats.org/officeDocument/2006/relationships/slideLayout" Target="../slideLayouts/slideLayout18.xml"/><Relationship Id="rId11" Type="http://schemas.openxmlformats.org/officeDocument/2006/relationships/slideLayout" Target="../slideLayouts/slideLayout19.xml"/><Relationship Id="rId12" Type="http://schemas.openxmlformats.org/officeDocument/2006/relationships/slideLayout" Target="../slideLayouts/slideLayout20.xml"/><Relationship Id="rId13"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2.xml"/><Relationship Id="rId3" Type="http://schemas.openxmlformats.org/officeDocument/2006/relationships/slideLayout" Target="../slideLayouts/slideLayout23.xml"/><Relationship Id="rId4" Type="http://schemas.openxmlformats.org/officeDocument/2006/relationships/slideLayout" Target="../slideLayouts/slideLayout24.xml"/><Relationship Id="rId5" Type="http://schemas.openxmlformats.org/officeDocument/2006/relationships/slideLayout" Target="../slideLayouts/slideLayout25.xml"/><Relationship Id="rId6" Type="http://schemas.openxmlformats.org/officeDocument/2006/relationships/slideLayout" Target="../slideLayouts/slideLayout26.xml"/><Relationship Id="rId7" Type="http://schemas.openxmlformats.org/officeDocument/2006/relationships/slideLayout" Target="../slideLayouts/slideLayout27.xml"/><Relationship Id="rId8" Type="http://schemas.openxmlformats.org/officeDocument/2006/relationships/slideLayout" Target="../slideLayouts/slideLayout28.xml"/><Relationship Id="rId9" Type="http://schemas.openxmlformats.org/officeDocument/2006/relationships/slideLayout" Target="../slideLayouts/slideLayout29.xml"/><Relationship Id="rId10" Type="http://schemas.openxmlformats.org/officeDocument/2006/relationships/slideLayout" Target="../slideLayouts/slideLayout30.xml"/><Relationship Id="rId11" Type="http://schemas.openxmlformats.org/officeDocument/2006/relationships/slideLayout" Target="../slideLayouts/slideLayout31.xml"/><Relationship Id="rId12" Type="http://schemas.openxmlformats.org/officeDocument/2006/relationships/slideLayout" Target="../slideLayouts/slideLayout32.xml"/><Relationship Id="rId13" Type="http://schemas.openxmlformats.org/officeDocument/2006/relationships/slideLayout" Target="../slideLayouts/slideLayout33.xml"/>
</Relationships>
</file>

<file path=ppt/slideMasters/_rels/slideMaster3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4.xml"/><Relationship Id="rId3" Type="http://schemas.openxmlformats.org/officeDocument/2006/relationships/slideLayout" Target="../slideLayouts/slideLayout35.xml"/><Relationship Id="rId4" Type="http://schemas.openxmlformats.org/officeDocument/2006/relationships/slideLayout" Target="../slideLayouts/slideLayout36.xml"/><Relationship Id="rId5" Type="http://schemas.openxmlformats.org/officeDocument/2006/relationships/slideLayout" Target="../slideLayouts/slideLayout37.xml"/><Relationship Id="rId6" Type="http://schemas.openxmlformats.org/officeDocument/2006/relationships/slideLayout" Target="../slideLayouts/slideLayout38.xml"/><Relationship Id="rId7" Type="http://schemas.openxmlformats.org/officeDocument/2006/relationships/slideLayout" Target="../slideLayouts/slideLayout39.xml"/><Relationship Id="rId8" Type="http://schemas.openxmlformats.org/officeDocument/2006/relationships/slideLayout" Target="../slideLayouts/slideLayout40.xml"/><Relationship Id="rId9" Type="http://schemas.openxmlformats.org/officeDocument/2006/relationships/slideLayout" Target="../slideLayouts/slideLayout41.xml"/><Relationship Id="rId10" Type="http://schemas.openxmlformats.org/officeDocument/2006/relationships/slideLayout" Target="../slideLayouts/slideLayout42.xml"/><Relationship Id="rId11" Type="http://schemas.openxmlformats.org/officeDocument/2006/relationships/slideLayout" Target="../slideLayouts/slideLayout43.xml"/><Relationship Id="rId12" Type="http://schemas.openxmlformats.org/officeDocument/2006/relationships/slideLayout" Target="../slideLayouts/slideLayout4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Lst>
</p:sldMaster>
</file>

<file path=ppt/slideMasters/slideMaster3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diagramData" Target="../diagrams/data1.xml"/><Relationship Id="rId2" Type="http://schemas.openxmlformats.org/officeDocument/2006/relationships/diagramLayout" Target="../diagrams/layout1.xml"/><Relationship Id="rId3" Type="http://schemas.openxmlformats.org/officeDocument/2006/relationships/diagramQuickStyle" Target="../diagrams/quickStyle1.xml"/><Relationship Id="rId4" Type="http://schemas.openxmlformats.org/officeDocument/2006/relationships/diagramColors" Target="../diagrams/colors1.xml"/><Relationship Id="rId5" Type="http://schemas.openxmlformats.org/officeDocument/2006/relationships/slideLayout" Target="../slideLayouts/slideLayout2.xml"/><Relationship Id="rId6"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0" name="PlaceHolder 1"/>
          <p:cNvSpPr>
            <a:spLocks noGrp="1"/>
          </p:cNvSpPr>
          <p:nvPr>
            <p:ph type="subTitle"/>
          </p:nvPr>
        </p:nvSpPr>
        <p:spPr>
          <a:xfrm>
            <a:off x="2558880" y="6049800"/>
            <a:ext cx="7264080" cy="685440"/>
          </a:xfrm>
          <a:prstGeom prst="rect">
            <a:avLst/>
          </a:prstGeom>
          <a:noFill/>
          <a:ln w="9360">
            <a:noFill/>
          </a:ln>
        </p:spPr>
        <p:txBody>
          <a:bodyPr numCol="1" spcCol="0" lIns="91440" rIns="91440" tIns="45720" bIns="45720" anchor="ctr">
            <a:noAutofit/>
          </a:bodyPr>
          <a:p>
            <a:pPr>
              <a:lnSpc>
                <a:spcPct val="80000"/>
              </a:lnSpc>
              <a:spcBef>
                <a:spcPts val="700"/>
              </a:spcBef>
              <a:tabLst>
                <a:tab algn="l" pos="0"/>
              </a:tabLst>
            </a:pPr>
            <a:br>
              <a:rPr sz="2200"/>
            </a:br>
            <a:endParaRPr b="0" lang="en-US" sz="2200" strike="noStrike" u="none">
              <a:solidFill>
                <a:srgbClr val="000000"/>
              </a:solidFill>
              <a:effectLst/>
              <a:uFillTx/>
              <a:latin typeface="Arial"/>
            </a:endParaRPr>
          </a:p>
        </p:txBody>
      </p:sp>
      <p:sp>
        <p:nvSpPr>
          <p:cNvPr id="401" name="スライド番号プレースホルダー 1"/>
          <p:cNvSpPr/>
          <p:nvPr/>
        </p:nvSpPr>
        <p:spPr>
          <a:xfrm>
            <a:off x="9009000" y="6453360"/>
            <a:ext cx="907560" cy="3805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fld id="{B2145616-CFD5-4CD6-A4DD-B57682C5E520}" type="slidenum">
              <a:rPr b="1" lang="en-US" sz="1400" strike="noStrike" u="none">
                <a:solidFill>
                  <a:schemeClr val="dk2"/>
                </a:solidFill>
                <a:effectLst/>
                <a:uFillTx/>
                <a:latin typeface="Calibri"/>
                <a:ea typeface="SimSun"/>
              </a:rPr>
              <a:t>&lt;番号&gt;</a:t>
            </a:fld>
            <a:endParaRPr b="0" lang="en-US" sz="1400" strike="noStrike" u="none">
              <a:solidFill>
                <a:srgbClr val="000000"/>
              </a:solidFill>
              <a:effectLst/>
              <a:uFillTx/>
              <a:latin typeface="Arial"/>
            </a:endParaRPr>
          </a:p>
        </p:txBody>
      </p:sp>
      <p:sp>
        <p:nvSpPr>
          <p:cNvPr id="402" name="Rectangle 1"/>
          <p:cNvSpPr/>
          <p:nvPr/>
        </p:nvSpPr>
        <p:spPr>
          <a:xfrm>
            <a:off x="2476440" y="4343400"/>
            <a:ext cx="7084800" cy="1447560"/>
          </a:xfrm>
          <a:prstGeom prst="rect">
            <a:avLst/>
          </a:prstGeom>
          <a:noFill/>
          <a:ln w="9525">
            <a:noFill/>
          </a:ln>
        </p:spPr>
        <p:style>
          <a:lnRef idx="0"/>
          <a:fillRef idx="0"/>
          <a:effectRef idx="0"/>
          <a:fontRef idx="minor"/>
        </p:style>
        <p:txBody>
          <a:bodyPr lIns="90000" rIns="90000" tIns="45000" bIns="45000" anchor="b">
            <a:noAutofit/>
          </a:bodyPr>
          <a:p>
            <a:pPr>
              <a:lnSpc>
                <a:spcPct val="100000"/>
              </a:lnSpc>
            </a:pPr>
            <a:r>
              <a:rPr b="0" lang="ja-JP" sz="5400" strike="noStrike" u="none">
                <a:solidFill>
                  <a:schemeClr val="dk1"/>
                </a:solidFill>
                <a:effectLst/>
                <a:uFillTx/>
                <a:latin typeface="ＭＳ Ｐゴシック"/>
                <a:ea typeface="ＭＳ Ｐゴシック"/>
              </a:rPr>
              <a:t>第２時限</a:t>
            </a:r>
            <a:br>
              <a:rPr sz="5400"/>
            </a:br>
            <a:r>
              <a:rPr b="0" lang="ja-JP" sz="5400" strike="noStrike" u="none">
                <a:solidFill>
                  <a:schemeClr val="dk1"/>
                </a:solidFill>
                <a:effectLst/>
                <a:uFillTx/>
                <a:latin typeface="ＭＳ Ｐゴシック"/>
                <a:ea typeface="ＭＳ Ｐゴシック"/>
              </a:rPr>
              <a:t>特許制度概要（２）</a:t>
            </a:r>
            <a:endParaRPr b="0" lang="en-US" sz="5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3" name="PlaceHolder 1"/>
          <p:cNvSpPr>
            <a:spLocks noGrp="1"/>
          </p:cNvSpPr>
          <p:nvPr>
            <p:ph type="title"/>
          </p:nvPr>
        </p:nvSpPr>
        <p:spPr>
          <a:xfrm>
            <a:off x="631800" y="0"/>
            <a:ext cx="9273960" cy="914040"/>
          </a:xfrm>
          <a:prstGeom prst="rect">
            <a:avLst/>
          </a:prstGeom>
          <a:noFill/>
          <a:ln w="9360">
            <a:noFill/>
          </a:ln>
        </p:spPr>
        <p:txBody>
          <a:bodyPr numCol="1" spcCol="0" lIns="91440" rIns="91440" tIns="45720" bIns="45720" anchor="ctr">
            <a:noAutofit/>
          </a:bodyPr>
          <a:p>
            <a:pPr indent="0">
              <a:lnSpc>
                <a:spcPct val="100000"/>
              </a:lnSpc>
              <a:buNone/>
            </a:pPr>
            <a:r>
              <a:rPr b="0" lang="ja-JP" sz="3600" strike="noStrike" u="none">
                <a:solidFill>
                  <a:schemeClr val="dk1"/>
                </a:solidFill>
                <a:effectLst/>
                <a:uFillTx/>
                <a:latin typeface="ＭＳ Ｐゴシック"/>
                <a:ea typeface="ＭＳ Ｐゴシック"/>
              </a:rPr>
              <a:t>第２時限　目次</a:t>
            </a:r>
            <a:endParaRPr b="0" lang="en-US" sz="3600" strike="noStrike" u="none">
              <a:solidFill>
                <a:schemeClr val="dk1"/>
              </a:solidFill>
              <a:effectLst/>
              <a:uFillTx/>
              <a:latin typeface="Tw Cen MT"/>
            </a:endParaRPr>
          </a:p>
        </p:txBody>
      </p:sp>
      <p:sp>
        <p:nvSpPr>
          <p:cNvPr id="404" name="Rectangle 2"/>
          <p:cNvSpPr/>
          <p:nvPr/>
        </p:nvSpPr>
        <p:spPr>
          <a:xfrm>
            <a:off x="2751120" y="1700280"/>
            <a:ext cx="6810120" cy="4176360"/>
          </a:xfrm>
          <a:prstGeom prst="rect">
            <a:avLst/>
          </a:prstGeom>
          <a:noFill/>
          <a:ln w="19050">
            <a:solidFill>
              <a:srgbClr val="feb80a">
                <a:lumMod val="75000"/>
              </a:srgbClr>
            </a:solidFill>
            <a:round/>
          </a:ln>
        </p:spPr>
        <p:style>
          <a:lnRef idx="0"/>
          <a:fillRef idx="0"/>
          <a:effectRef idx="0"/>
          <a:fontRef idx="minor"/>
        </p:style>
        <p:txBody>
          <a:bodyPr lIns="90000" rIns="90000" tIns="45000" bIns="45000" anchor="t">
            <a:normAutofit/>
          </a:bodyPr>
          <a:p>
            <a:pPr>
              <a:lnSpc>
                <a:spcPct val="100000"/>
              </a:lnSpc>
            </a:pPr>
            <a:r>
              <a:rPr b="0" lang="ja-JP" sz="2000" strike="noStrike" u="none">
                <a:solidFill>
                  <a:srgbClr val="ff0000"/>
                </a:solidFill>
                <a:effectLst/>
                <a:uFillTx/>
                <a:latin typeface="Tw Cen MT"/>
                <a:ea typeface="ＭＳ Ｐゴシック"/>
              </a:rPr>
              <a:t>２－１　特許制度と研究・開発者</a:t>
            </a:r>
            <a:endParaRPr b="0" lang="en-US" sz="2000" strike="noStrike" u="none">
              <a:solidFill>
                <a:srgbClr val="000000"/>
              </a:solidFill>
              <a:effectLst/>
              <a:uFillTx/>
              <a:latin typeface="Arial"/>
            </a:endParaRPr>
          </a:p>
          <a:p>
            <a:pPr>
              <a:lnSpc>
                <a:spcPct val="100000"/>
              </a:lnSpc>
              <a:spcBef>
                <a:spcPts val="700"/>
              </a:spcBef>
            </a:pPr>
            <a:r>
              <a:rPr b="0" lang="ja-JP" sz="2000" strike="noStrike" u="none">
                <a:solidFill>
                  <a:srgbClr val="ff0000"/>
                </a:solidFill>
                <a:effectLst/>
                <a:uFillTx/>
                <a:latin typeface="Tw Cen MT"/>
                <a:ea typeface="ＭＳ Ｐゴシック"/>
              </a:rPr>
              <a:t>２－２　特許を受けることができる発明</a:t>
            </a:r>
            <a:endParaRPr b="0" lang="en-US" sz="2000" strike="noStrike" u="none">
              <a:solidFill>
                <a:srgbClr val="000000"/>
              </a:solidFill>
              <a:effectLst/>
              <a:uFillTx/>
              <a:latin typeface="Arial"/>
            </a:endParaRPr>
          </a:p>
          <a:p>
            <a:pPr>
              <a:lnSpc>
                <a:spcPct val="100000"/>
              </a:lnSpc>
              <a:spcBef>
                <a:spcPts val="700"/>
              </a:spcBef>
            </a:pPr>
            <a:r>
              <a:rPr b="0" lang="ja-JP" sz="2000" strike="noStrike" u="none">
                <a:solidFill>
                  <a:srgbClr val="000000"/>
                </a:solidFill>
                <a:effectLst/>
                <a:uFillTx/>
                <a:latin typeface="Tw Cen MT"/>
                <a:ea typeface="ＭＳ Ｐゴシック"/>
              </a:rPr>
              <a:t>２－３　新規性について</a:t>
            </a:r>
            <a:endParaRPr b="0" lang="en-US" sz="2000" strike="noStrike" u="none">
              <a:solidFill>
                <a:srgbClr val="000000"/>
              </a:solidFill>
              <a:effectLst/>
              <a:uFillTx/>
              <a:latin typeface="Arial"/>
            </a:endParaRPr>
          </a:p>
          <a:p>
            <a:pPr>
              <a:lnSpc>
                <a:spcPct val="100000"/>
              </a:lnSpc>
              <a:spcBef>
                <a:spcPts val="700"/>
              </a:spcBef>
            </a:pPr>
            <a:r>
              <a:rPr b="0" lang="ja-JP" sz="2000" strike="noStrike" u="none">
                <a:solidFill>
                  <a:srgbClr val="000000"/>
                </a:solidFill>
                <a:effectLst/>
                <a:uFillTx/>
                <a:latin typeface="Tw Cen MT"/>
                <a:ea typeface="ＭＳ Ｐゴシック"/>
              </a:rPr>
              <a:t>２－４　進歩性について</a:t>
            </a:r>
            <a:endParaRPr b="0" lang="en-US" sz="2000" strike="noStrike" u="none">
              <a:solidFill>
                <a:srgbClr val="000000"/>
              </a:solidFill>
              <a:effectLst/>
              <a:uFillTx/>
              <a:latin typeface="Arial"/>
            </a:endParaRPr>
          </a:p>
          <a:p>
            <a:pPr>
              <a:lnSpc>
                <a:spcPct val="100000"/>
              </a:lnSpc>
              <a:spcBef>
                <a:spcPts val="700"/>
              </a:spcBef>
            </a:pPr>
            <a:r>
              <a:rPr b="0" lang="ja-JP" sz="2000" strike="noStrike" u="none">
                <a:solidFill>
                  <a:schemeClr val="dk1"/>
                </a:solidFill>
                <a:effectLst/>
                <a:uFillTx/>
                <a:latin typeface="Tw Cen MT"/>
                <a:ea typeface="ＭＳ Ｐゴシック"/>
              </a:rPr>
              <a:t>２－５　特許権の効力について</a:t>
            </a:r>
            <a:endParaRPr b="0" lang="en-US" sz="2000" strike="noStrike" u="none">
              <a:solidFill>
                <a:srgbClr val="000000"/>
              </a:solidFill>
              <a:effectLst/>
              <a:uFillTx/>
              <a:latin typeface="Arial"/>
            </a:endParaRPr>
          </a:p>
          <a:p>
            <a:pPr>
              <a:lnSpc>
                <a:spcPct val="100000"/>
              </a:lnSpc>
              <a:spcBef>
                <a:spcPts val="700"/>
              </a:spcBef>
            </a:pPr>
            <a:r>
              <a:rPr b="0" lang="ja-JP" sz="2000" strike="noStrike" u="none">
                <a:solidFill>
                  <a:schemeClr val="dk1"/>
                </a:solidFill>
                <a:effectLst/>
                <a:uFillTx/>
                <a:latin typeface="Tw Cen MT"/>
                <a:ea typeface="ＭＳ Ｐゴシック"/>
              </a:rPr>
              <a:t>２－６　外国での特許権の取得について</a:t>
            </a:r>
            <a:endParaRPr b="0" lang="en-US" sz="2000" strike="noStrike" u="none">
              <a:solidFill>
                <a:srgbClr val="000000"/>
              </a:solidFill>
              <a:effectLst/>
              <a:uFillTx/>
              <a:latin typeface="Arial"/>
            </a:endParaRPr>
          </a:p>
        </p:txBody>
      </p:sp>
      <p:sp>
        <p:nvSpPr>
          <p:cNvPr id="405" name="スライド番号プレースホルダー 5"/>
          <p:cNvSpPr/>
          <p:nvPr/>
        </p:nvSpPr>
        <p:spPr>
          <a:xfrm>
            <a:off x="9415440" y="6524640"/>
            <a:ext cx="577440" cy="244080"/>
          </a:xfrm>
          <a:prstGeom prst="rect">
            <a:avLst/>
          </a:prstGeom>
          <a:noFill/>
          <a:ln w="9525">
            <a:noFill/>
          </a:ln>
        </p:spPr>
        <p:style>
          <a:lnRef idx="0"/>
          <a:fillRef idx="0"/>
          <a:effectRef idx="0"/>
          <a:fontRef idx="minor"/>
        </p:style>
        <p:txBody>
          <a:bodyPr lIns="90000" rIns="90000" tIns="45000" bIns="45000" anchor="t">
            <a:noAutofit/>
          </a:bodyPr>
          <a:p>
            <a:pPr>
              <a:lnSpc>
                <a:spcPct val="80000"/>
              </a:lnSpc>
            </a:pPr>
            <a:fld id="{8249F678-355C-4420-A687-5CF30C9C2367}" type="slidenum">
              <a:rPr b="0" lang="en-US" sz="1100" strike="noStrike" u="none">
                <a:solidFill>
                  <a:srgbClr val="000000"/>
                </a:solidFill>
                <a:effectLst/>
                <a:uFillTx/>
                <a:latin typeface="Tw Cen MT"/>
                <a:ea typeface="SimSun"/>
              </a:rPr>
              <a:t>&lt;番号&gt;</a:t>
            </a:fld>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6" name="Rectangle 3"/>
          <p:cNvSpPr/>
          <p:nvPr/>
        </p:nvSpPr>
        <p:spPr>
          <a:xfrm>
            <a:off x="428760" y="2887560"/>
            <a:ext cx="1794960" cy="1080720"/>
          </a:xfrm>
          <a:prstGeom prst="flowChartAlternateProcess">
            <a:avLst/>
          </a:prstGeom>
          <a:solidFill>
            <a:schemeClr val="bg1"/>
          </a:solidFill>
          <a:ln w="25400">
            <a:solidFill>
              <a:srgbClr val="ff9900"/>
            </a:solidFill>
            <a:miter/>
          </a:ln>
        </p:spPr>
        <p:style>
          <a:lnRef idx="0"/>
          <a:fillRef idx="0"/>
          <a:effectRef idx="0"/>
          <a:fontRef idx="minor"/>
        </p:style>
        <p:txBody>
          <a:bodyPr wrap="none" lIns="90000" rIns="90000" tIns="45000" bIns="45000" anchor="ctr">
            <a:noAutofit/>
          </a:bodyPr>
          <a:p>
            <a:pPr algn="ctr">
              <a:lnSpc>
                <a:spcPct val="100000"/>
              </a:lnSpc>
            </a:pPr>
            <a:r>
              <a:rPr b="1" lang="ja-JP" sz="2000" strike="noStrike" u="none">
                <a:solidFill>
                  <a:schemeClr val="dk1"/>
                </a:solidFill>
                <a:effectLst/>
                <a:uFillTx/>
                <a:latin typeface="Arial"/>
                <a:ea typeface="ＭＳ Ｐゴシック"/>
              </a:rPr>
              <a:t>発明の保護</a:t>
            </a:r>
            <a:endParaRPr b="0" lang="en-US" sz="2000" strike="noStrike" u="none">
              <a:solidFill>
                <a:srgbClr val="000000"/>
              </a:solidFill>
              <a:effectLst/>
              <a:uFillTx/>
              <a:latin typeface="Arial"/>
            </a:endParaRPr>
          </a:p>
          <a:p>
            <a:pPr algn="ctr">
              <a:lnSpc>
                <a:spcPct val="100000"/>
              </a:lnSpc>
            </a:pPr>
            <a:r>
              <a:rPr b="1" lang="ja-JP" sz="2000" strike="noStrike" u="none">
                <a:solidFill>
                  <a:schemeClr val="dk1"/>
                </a:solidFill>
                <a:effectLst/>
                <a:uFillTx/>
                <a:latin typeface="Arial"/>
                <a:ea typeface="ＭＳ Ｐゴシック"/>
              </a:rPr>
              <a:t>（権利者）</a:t>
            </a:r>
            <a:endParaRPr b="0" lang="en-US" sz="2000" strike="noStrike" u="none">
              <a:solidFill>
                <a:srgbClr val="000000"/>
              </a:solidFill>
              <a:effectLst/>
              <a:uFillTx/>
              <a:latin typeface="Arial"/>
            </a:endParaRPr>
          </a:p>
        </p:txBody>
      </p:sp>
      <p:sp>
        <p:nvSpPr>
          <p:cNvPr id="407" name="Rectangle 4"/>
          <p:cNvSpPr/>
          <p:nvPr/>
        </p:nvSpPr>
        <p:spPr>
          <a:xfrm>
            <a:off x="415800" y="5373720"/>
            <a:ext cx="1794960" cy="1080720"/>
          </a:xfrm>
          <a:prstGeom prst="roundRect">
            <a:avLst>
              <a:gd name="adj" fmla="val 16667"/>
            </a:avLst>
          </a:prstGeom>
          <a:solidFill>
            <a:schemeClr val="bg1"/>
          </a:solidFill>
          <a:ln w="25400">
            <a:solidFill>
              <a:srgbClr val="ff9900"/>
            </a:solidFill>
            <a:miter/>
          </a:ln>
        </p:spPr>
        <p:style>
          <a:lnRef idx="0"/>
          <a:fillRef idx="0"/>
          <a:effectRef idx="0"/>
          <a:fontRef idx="minor"/>
        </p:style>
        <p:txBody>
          <a:bodyPr wrap="none" lIns="90000" rIns="90000" tIns="45000" bIns="45000" anchor="ctr">
            <a:noAutofit/>
          </a:bodyPr>
          <a:p>
            <a:pPr algn="ctr">
              <a:lnSpc>
                <a:spcPct val="100000"/>
              </a:lnSpc>
            </a:pPr>
            <a:r>
              <a:rPr b="1" lang="ja-JP" sz="2000" strike="noStrike" u="none">
                <a:solidFill>
                  <a:schemeClr val="dk1"/>
                </a:solidFill>
                <a:effectLst/>
                <a:uFillTx/>
                <a:latin typeface="Tw Cen MT"/>
                <a:ea typeface="ＭＳ Ｐゴシック"/>
              </a:rPr>
              <a:t>発明の利用</a:t>
            </a:r>
            <a:endParaRPr b="0" lang="en-US" sz="2000" strike="noStrike" u="none">
              <a:solidFill>
                <a:srgbClr val="000000"/>
              </a:solidFill>
              <a:effectLst/>
              <a:uFillTx/>
              <a:latin typeface="Arial"/>
            </a:endParaRPr>
          </a:p>
        </p:txBody>
      </p:sp>
      <p:sp>
        <p:nvSpPr>
          <p:cNvPr id="408" name="Rectangle 5"/>
          <p:cNvSpPr/>
          <p:nvPr/>
        </p:nvSpPr>
        <p:spPr>
          <a:xfrm>
            <a:off x="5108400" y="2781360"/>
            <a:ext cx="4350960" cy="1510920"/>
          </a:xfrm>
          <a:prstGeom prst="rect">
            <a:avLst/>
          </a:prstGeom>
          <a:solidFill>
            <a:srgbClr val="ccecff"/>
          </a:solidFill>
          <a:ln w="28575">
            <a:solidFill>
              <a:srgbClr val="8dc765"/>
            </a:solidFill>
            <a:miter/>
          </a:ln>
        </p:spPr>
        <p:style>
          <a:lnRef idx="0"/>
          <a:fillRef idx="0"/>
          <a:effectRef idx="0"/>
          <a:fontRef idx="minor"/>
        </p:style>
        <p:txBody>
          <a:bodyPr wrap="none" lIns="90000" rIns="90000" tIns="45000" bIns="45000" anchor="ctr">
            <a:noAutofit/>
          </a:bodyPr>
          <a:p>
            <a:pPr>
              <a:lnSpc>
                <a:spcPct val="100000"/>
              </a:lnSpc>
            </a:pPr>
            <a:r>
              <a:rPr b="0" lang="ja-JP" sz="2400" strike="noStrike" u="none">
                <a:solidFill>
                  <a:schemeClr val="dk1"/>
                </a:solidFill>
                <a:effectLst/>
                <a:uFillTx/>
                <a:latin typeface="Tw Cen MT"/>
                <a:ea typeface="ＭＳ Ｐゴシック"/>
              </a:rPr>
              <a:t>一定期間独占権の付与</a:t>
            </a:r>
            <a:endParaRPr b="0" lang="en-US" sz="2400" strike="noStrike" u="none">
              <a:solidFill>
                <a:srgbClr val="000000"/>
              </a:solidFill>
              <a:effectLst/>
              <a:uFillTx/>
              <a:latin typeface="Arial"/>
            </a:endParaRPr>
          </a:p>
          <a:p>
            <a:pPr>
              <a:lnSpc>
                <a:spcPct val="100000"/>
              </a:lnSpc>
            </a:pPr>
            <a:r>
              <a:rPr b="0" lang="ja-JP" sz="2400" strike="noStrike" u="none">
                <a:solidFill>
                  <a:schemeClr val="dk1"/>
                </a:solidFill>
                <a:effectLst/>
                <a:uFillTx/>
                <a:latin typeface="Tw Cen MT"/>
                <a:ea typeface="ＭＳ Ｐゴシック"/>
              </a:rPr>
              <a:t>（模倣に対して「やめなさい！」</a:t>
            </a:r>
            <a:endParaRPr b="0" lang="en-US" sz="2400" strike="noStrike" u="none">
              <a:solidFill>
                <a:srgbClr val="000000"/>
              </a:solidFill>
              <a:effectLst/>
              <a:uFillTx/>
              <a:latin typeface="Arial"/>
            </a:endParaRPr>
          </a:p>
          <a:p>
            <a:pPr>
              <a:lnSpc>
                <a:spcPct val="100000"/>
              </a:lnSpc>
            </a:pPr>
            <a:r>
              <a:rPr b="0" lang="ja-JP" sz="2400" strike="noStrike" u="none">
                <a:solidFill>
                  <a:schemeClr val="dk1"/>
                </a:solidFill>
                <a:effectLst/>
                <a:uFillTx/>
                <a:latin typeface="Tw Cen MT"/>
                <a:ea typeface="ＭＳ Ｐゴシック"/>
              </a:rPr>
              <a:t>　と言える権利）</a:t>
            </a:r>
            <a:endParaRPr b="0" lang="en-US" sz="2400" strike="noStrike" u="none">
              <a:solidFill>
                <a:srgbClr val="000000"/>
              </a:solidFill>
              <a:effectLst/>
              <a:uFillTx/>
              <a:latin typeface="Arial"/>
            </a:endParaRPr>
          </a:p>
        </p:txBody>
      </p:sp>
      <p:sp>
        <p:nvSpPr>
          <p:cNvPr id="409" name="Rectangle 6"/>
          <p:cNvSpPr/>
          <p:nvPr/>
        </p:nvSpPr>
        <p:spPr>
          <a:xfrm>
            <a:off x="5097600" y="5229360"/>
            <a:ext cx="4290480" cy="1368000"/>
          </a:xfrm>
          <a:prstGeom prst="rect">
            <a:avLst/>
          </a:prstGeom>
          <a:solidFill>
            <a:schemeClr val="accent2">
              <a:lumMod val="40000"/>
              <a:lumOff val="60000"/>
            </a:schemeClr>
          </a:solidFill>
          <a:ln w="28575">
            <a:solidFill>
              <a:srgbClr val="8dc765"/>
            </a:solidFill>
            <a:miter/>
          </a:ln>
        </p:spPr>
        <p:style>
          <a:lnRef idx="0"/>
          <a:fillRef idx="0"/>
          <a:effectRef idx="0"/>
          <a:fontRef idx="minor"/>
        </p:style>
        <p:txBody>
          <a:bodyPr wrap="none" lIns="90000" rIns="90000" tIns="45000" bIns="45000" anchor="ctr">
            <a:noAutofit/>
          </a:bodyPr>
          <a:p>
            <a:pPr>
              <a:lnSpc>
                <a:spcPct val="100000"/>
              </a:lnSpc>
            </a:pPr>
            <a:r>
              <a:rPr b="1" lang="ja-JP" sz="2000" strike="noStrike" u="none">
                <a:solidFill>
                  <a:schemeClr val="dk1"/>
                </a:solidFill>
                <a:effectLst/>
                <a:uFillTx/>
                <a:latin typeface="ＭＳ Ｐゴシック"/>
                <a:ea typeface="ＭＳ Ｐゴシック"/>
              </a:rPr>
              <a:t>公開された発明をもとにした改良</a:t>
            </a:r>
            <a:endParaRPr b="0" lang="en-US" sz="2000" strike="noStrike" u="none">
              <a:solidFill>
                <a:srgbClr val="000000"/>
              </a:solidFill>
              <a:effectLst/>
              <a:uFillTx/>
              <a:latin typeface="Arial"/>
            </a:endParaRPr>
          </a:p>
          <a:p>
            <a:pPr>
              <a:lnSpc>
                <a:spcPct val="100000"/>
              </a:lnSpc>
            </a:pPr>
            <a:r>
              <a:rPr b="1" lang="ja-JP" sz="2000" strike="noStrike" u="none">
                <a:solidFill>
                  <a:schemeClr val="dk1"/>
                </a:solidFill>
                <a:effectLst/>
                <a:uFillTx/>
                <a:latin typeface="ＭＳ Ｐゴシック"/>
                <a:ea typeface="ＭＳ Ｐゴシック"/>
              </a:rPr>
              <a:t>技術の開発</a:t>
            </a:r>
            <a:r>
              <a:rPr b="1" lang="ja-JP" sz="2000" strike="noStrike" u="none">
                <a:solidFill>
                  <a:schemeClr val="dk1"/>
                </a:solidFill>
                <a:effectLst/>
                <a:uFillTx/>
                <a:latin typeface="ＭＳ Ｐゴシック"/>
                <a:ea typeface="ＭＳ Ｐゴシック"/>
              </a:rPr>
              <a:t>（改良発明の誘発、</a:t>
            </a:r>
            <a:endParaRPr b="0" lang="en-US" sz="2000" strike="noStrike" u="none">
              <a:solidFill>
                <a:srgbClr val="000000"/>
              </a:solidFill>
              <a:effectLst/>
              <a:uFillTx/>
              <a:latin typeface="Arial"/>
            </a:endParaRPr>
          </a:p>
          <a:p>
            <a:pPr>
              <a:lnSpc>
                <a:spcPct val="100000"/>
              </a:lnSpc>
            </a:pPr>
            <a:r>
              <a:rPr b="1" lang="ja-JP" sz="2000" strike="noStrike" u="none">
                <a:solidFill>
                  <a:schemeClr val="dk1"/>
                </a:solidFill>
                <a:effectLst/>
                <a:uFillTx/>
                <a:latin typeface="ＭＳ Ｐゴシック"/>
                <a:ea typeface="ＭＳ Ｐゴシック"/>
              </a:rPr>
              <a:t>新たな発明の機会）、</a:t>
            </a:r>
            <a:endParaRPr b="0" lang="en-US" sz="2000" strike="noStrike" u="none">
              <a:solidFill>
                <a:srgbClr val="000000"/>
              </a:solidFill>
              <a:effectLst/>
              <a:uFillTx/>
              <a:latin typeface="Arial"/>
            </a:endParaRPr>
          </a:p>
          <a:p>
            <a:pPr>
              <a:lnSpc>
                <a:spcPct val="100000"/>
              </a:lnSpc>
            </a:pPr>
            <a:r>
              <a:rPr b="1" lang="ja-JP" sz="2000" strike="noStrike" u="none">
                <a:solidFill>
                  <a:schemeClr val="dk1"/>
                </a:solidFill>
                <a:effectLst/>
                <a:uFillTx/>
                <a:latin typeface="ＭＳ Ｐゴシック"/>
                <a:ea typeface="ＭＳ Ｐゴシック"/>
              </a:rPr>
              <a:t>発明の利用等の促進</a:t>
            </a:r>
            <a:endParaRPr b="0" lang="en-US" sz="2000" strike="noStrike" u="none">
              <a:solidFill>
                <a:srgbClr val="000000"/>
              </a:solidFill>
              <a:effectLst/>
              <a:uFillTx/>
              <a:latin typeface="Arial"/>
            </a:endParaRPr>
          </a:p>
        </p:txBody>
      </p:sp>
      <p:sp>
        <p:nvSpPr>
          <p:cNvPr id="410" name="Line 7"/>
          <p:cNvSpPr/>
          <p:nvPr/>
        </p:nvSpPr>
        <p:spPr>
          <a:xfrm>
            <a:off x="2215800" y="3429000"/>
            <a:ext cx="2887920" cy="360"/>
          </a:xfrm>
          <a:prstGeom prst="line">
            <a:avLst/>
          </a:prstGeom>
          <a:ln w="57150">
            <a:solidFill>
              <a:srgbClr val="99cc00"/>
            </a:solidFill>
            <a:round/>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Tw Cen MT"/>
              <a:ea typeface="SimSun"/>
            </a:endParaRPr>
          </a:p>
        </p:txBody>
      </p:sp>
      <p:sp>
        <p:nvSpPr>
          <p:cNvPr id="411" name="Line 8"/>
          <p:cNvSpPr/>
          <p:nvPr/>
        </p:nvSpPr>
        <p:spPr>
          <a:xfrm>
            <a:off x="2222280" y="5913360"/>
            <a:ext cx="2887560" cy="360"/>
          </a:xfrm>
          <a:prstGeom prst="line">
            <a:avLst/>
          </a:prstGeom>
          <a:ln w="57150">
            <a:solidFill>
              <a:srgbClr val="8dc765"/>
            </a:solidFill>
            <a:round/>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Tw Cen MT"/>
              <a:ea typeface="SimSun"/>
            </a:endParaRPr>
          </a:p>
        </p:txBody>
      </p:sp>
      <p:sp>
        <p:nvSpPr>
          <p:cNvPr id="412" name="Rectangle 9"/>
          <p:cNvSpPr/>
          <p:nvPr/>
        </p:nvSpPr>
        <p:spPr>
          <a:xfrm>
            <a:off x="428760" y="1557360"/>
            <a:ext cx="9048240" cy="1134720"/>
          </a:xfrm>
          <a:prstGeom prst="rect">
            <a:avLst/>
          </a:prstGeom>
          <a:solidFill>
            <a:schemeClr val="accent1">
              <a:lumMod val="60000"/>
              <a:lumOff val="40000"/>
            </a:schemeClr>
          </a:solidFill>
          <a:ln w="38100">
            <a:solidFill>
              <a:srgbClr val="003366"/>
            </a:solidFill>
            <a:miter/>
          </a:ln>
        </p:spPr>
        <p:style>
          <a:lnRef idx="0"/>
          <a:fillRef idx="0"/>
          <a:effectRef idx="0"/>
          <a:fontRef idx="minor"/>
        </p:style>
        <p:txBody>
          <a:bodyPr lIns="158760" rIns="90000" tIns="45000" bIns="45000" anchor="ctr">
            <a:spAutoFit/>
          </a:bodyPr>
          <a:p>
            <a:pPr>
              <a:lnSpc>
                <a:spcPct val="110000"/>
              </a:lnSpc>
            </a:pPr>
            <a:r>
              <a:rPr b="1" lang="ja-JP" sz="2000" strike="noStrike" u="none">
                <a:solidFill>
                  <a:schemeClr val="dk1"/>
                </a:solidFill>
                <a:effectLst/>
                <a:uFillTx/>
                <a:latin typeface="FC平成丸ゴシック体"/>
                <a:ea typeface="ＭＳ Ｐゴシック"/>
              </a:rPr>
              <a:t>（目的）</a:t>
            </a:r>
            <a:endParaRPr b="0" lang="en-US" sz="2000" strike="noStrike" u="none">
              <a:solidFill>
                <a:srgbClr val="000000"/>
              </a:solidFill>
              <a:effectLst/>
              <a:uFillTx/>
              <a:latin typeface="Arial"/>
            </a:endParaRPr>
          </a:p>
          <a:p>
            <a:pPr>
              <a:lnSpc>
                <a:spcPct val="110000"/>
              </a:lnSpc>
            </a:pPr>
            <a:r>
              <a:rPr b="1" lang="ja-JP" sz="2000" strike="noStrike" u="none">
                <a:solidFill>
                  <a:schemeClr val="dk1"/>
                </a:solidFill>
                <a:effectLst/>
                <a:uFillTx/>
                <a:latin typeface="FC平成丸ゴシック体"/>
                <a:ea typeface="ＭＳ Ｐゴシック"/>
              </a:rPr>
              <a:t>第１条</a:t>
            </a:r>
            <a:r>
              <a:rPr b="0" lang="ja-JP" sz="2000" strike="noStrike" u="none">
                <a:solidFill>
                  <a:schemeClr val="dk1"/>
                </a:solidFill>
                <a:effectLst/>
                <a:uFillTx/>
                <a:latin typeface="FC平成丸ゴシック体"/>
                <a:ea typeface="ＭＳ Ｐゴシック"/>
              </a:rPr>
              <a:t>　この法律は、</a:t>
            </a:r>
            <a:r>
              <a:rPr b="0" lang="ja-JP" sz="2000" strike="noStrike" u="none">
                <a:solidFill>
                  <a:schemeClr val="dk1"/>
                </a:solidFill>
                <a:effectLst/>
                <a:uFillTx/>
                <a:latin typeface="ＤＦ特太ゴシック体"/>
                <a:ea typeface="ＭＳ Ｐゴシック"/>
              </a:rPr>
              <a:t>発明の保護</a:t>
            </a:r>
            <a:r>
              <a:rPr b="0" lang="ja-JP" sz="2000" strike="noStrike" u="none">
                <a:solidFill>
                  <a:schemeClr val="dk1"/>
                </a:solidFill>
                <a:effectLst/>
                <a:uFillTx/>
                <a:latin typeface="FC平成丸ゴシック体"/>
                <a:ea typeface="ＭＳ Ｐゴシック"/>
              </a:rPr>
              <a:t>及び</a:t>
            </a:r>
            <a:r>
              <a:rPr b="0" lang="ja-JP" sz="2000" strike="noStrike" u="none">
                <a:solidFill>
                  <a:schemeClr val="dk1"/>
                </a:solidFill>
                <a:effectLst/>
                <a:uFillTx/>
                <a:latin typeface="ＤＦ特太ゴシック体"/>
                <a:ea typeface="ＭＳ Ｐゴシック"/>
              </a:rPr>
              <a:t>利用</a:t>
            </a:r>
            <a:r>
              <a:rPr b="0" lang="ja-JP" sz="2000" strike="noStrike" u="none">
                <a:solidFill>
                  <a:schemeClr val="dk1"/>
                </a:solidFill>
                <a:effectLst/>
                <a:uFillTx/>
                <a:latin typeface="FC平成丸ゴシック体"/>
                <a:ea typeface="ＭＳ Ｐゴシック"/>
              </a:rPr>
              <a:t>を図ることにより、発明を</a:t>
            </a:r>
            <a:endParaRPr b="0" lang="en-US" sz="2000" strike="noStrike" u="none">
              <a:solidFill>
                <a:srgbClr val="000000"/>
              </a:solidFill>
              <a:effectLst/>
              <a:uFillTx/>
              <a:latin typeface="Arial"/>
            </a:endParaRPr>
          </a:p>
          <a:p>
            <a:pPr>
              <a:lnSpc>
                <a:spcPct val="110000"/>
              </a:lnSpc>
            </a:pPr>
            <a:r>
              <a:rPr b="0" lang="ja-JP" sz="2000" strike="noStrike" u="none">
                <a:solidFill>
                  <a:schemeClr val="dk1"/>
                </a:solidFill>
                <a:effectLst/>
                <a:uFillTx/>
                <a:latin typeface="FC平成丸ゴシック体"/>
                <a:ea typeface="ＭＳ Ｐゴシック"/>
              </a:rPr>
              <a:t>　奨励し、もつて産業の発達に寄与することを目的とする。</a:t>
            </a:r>
            <a:r>
              <a:rPr b="0" lang="en-US" sz="1800" strike="noStrike" u="none">
                <a:solidFill>
                  <a:schemeClr val="dk1"/>
                </a:solidFill>
                <a:effectLst/>
                <a:uFillTx/>
                <a:latin typeface="FC平成丸ゴシック体"/>
                <a:ea typeface="ＭＳ Ｐゴシック"/>
              </a:rPr>
              <a:t> </a:t>
            </a:r>
            <a:endParaRPr b="0" lang="en-US" sz="1800" strike="noStrike" u="none">
              <a:solidFill>
                <a:srgbClr val="000000"/>
              </a:solidFill>
              <a:effectLst/>
              <a:uFillTx/>
              <a:latin typeface="Arial"/>
            </a:endParaRPr>
          </a:p>
        </p:txBody>
      </p:sp>
      <p:sp>
        <p:nvSpPr>
          <p:cNvPr id="413" name="AutoShape 10"/>
          <p:cNvSpPr/>
          <p:nvPr/>
        </p:nvSpPr>
        <p:spPr>
          <a:xfrm>
            <a:off x="128520" y="4005360"/>
            <a:ext cx="4446360" cy="1294920"/>
          </a:xfrm>
          <a:prstGeom prst="star32">
            <a:avLst>
              <a:gd name="adj" fmla="val 42583"/>
            </a:avLst>
          </a:prstGeom>
          <a:solidFill>
            <a:srgbClr val="ffcdd9"/>
          </a:solidFill>
          <a:ln w="28575">
            <a:solidFill>
              <a:srgbClr val="ff99cc"/>
            </a:solidFill>
            <a:miter/>
          </a:ln>
        </p:spPr>
        <p:style>
          <a:lnRef idx="0"/>
          <a:fillRef idx="0"/>
          <a:effectRef idx="0"/>
          <a:fontRef idx="minor"/>
        </p:style>
        <p:txBody>
          <a:bodyPr wrap="none" lIns="90000" rIns="90000" tIns="45000" bIns="45000" anchor="ctr">
            <a:noAutofit/>
          </a:bodyPr>
          <a:p>
            <a:pPr algn="ctr">
              <a:lnSpc>
                <a:spcPct val="100000"/>
              </a:lnSpc>
            </a:pPr>
            <a:r>
              <a:rPr b="0" lang="ja-JP" sz="2400" strike="noStrike" u="none">
                <a:solidFill>
                  <a:schemeClr val="dk1"/>
                </a:solidFill>
                <a:effectLst/>
                <a:uFillTx/>
                <a:latin typeface="Tw Cen MT"/>
                <a:ea typeface="ＭＳ Ｐゴシック"/>
              </a:rPr>
              <a:t>特許は発明をオープン</a:t>
            </a:r>
            <a:endParaRPr b="0" lang="en-US" sz="2400" strike="noStrike" u="none">
              <a:solidFill>
                <a:srgbClr val="000000"/>
              </a:solidFill>
              <a:effectLst/>
              <a:uFillTx/>
              <a:latin typeface="Arial"/>
            </a:endParaRPr>
          </a:p>
          <a:p>
            <a:pPr algn="ctr">
              <a:lnSpc>
                <a:spcPct val="100000"/>
              </a:lnSpc>
            </a:pPr>
            <a:r>
              <a:rPr b="0" lang="ja-JP" sz="2400" strike="noStrike" u="none">
                <a:solidFill>
                  <a:schemeClr val="dk1"/>
                </a:solidFill>
                <a:effectLst/>
                <a:uFillTx/>
                <a:latin typeface="Tw Cen MT"/>
                <a:ea typeface="ＭＳ Ｐゴシック"/>
              </a:rPr>
              <a:t>にすることが前提</a:t>
            </a:r>
            <a:endParaRPr b="0" lang="en-US" sz="2400" strike="noStrike" u="none">
              <a:solidFill>
                <a:srgbClr val="000000"/>
              </a:solidFill>
              <a:effectLst/>
              <a:uFillTx/>
              <a:latin typeface="Arial"/>
            </a:endParaRPr>
          </a:p>
        </p:txBody>
      </p:sp>
      <p:sp>
        <p:nvSpPr>
          <p:cNvPr id="414" name="Rectangle 11"/>
          <p:cNvSpPr/>
          <p:nvPr/>
        </p:nvSpPr>
        <p:spPr>
          <a:xfrm>
            <a:off x="0" y="0"/>
            <a:ext cx="968040" cy="523440"/>
          </a:xfrm>
          <a:prstGeom prst="rect">
            <a:avLst/>
          </a:prstGeom>
          <a:noFill/>
          <a:ln w="9525">
            <a:noFill/>
          </a:ln>
        </p:spPr>
        <p:style>
          <a:lnRef idx="0"/>
          <a:fillRef idx="0"/>
          <a:effectRef idx="0"/>
          <a:fontRef idx="minor"/>
        </p:style>
        <p:txBody>
          <a:bodyPr wrap="none" lIns="90000" rIns="90000" tIns="45000" bIns="45000" anchor="t">
            <a:spAutoFit/>
          </a:bodyPr>
          <a:p>
            <a:pPr>
              <a:lnSpc>
                <a:spcPct val="100000"/>
              </a:lnSpc>
            </a:pPr>
            <a:r>
              <a:rPr b="0" lang="ja-JP" sz="2800" strike="noStrike" u="none">
                <a:solidFill>
                  <a:schemeClr val="dk1"/>
                </a:solidFill>
                <a:effectLst/>
                <a:uFillTx/>
                <a:latin typeface="ＭＳ Ｐゴシック"/>
                <a:ea typeface="ＭＳ Ｐゴシック"/>
              </a:rPr>
              <a:t>２－</a:t>
            </a:r>
            <a:r>
              <a:rPr b="0" lang="en-US" sz="2800" strike="noStrike" u="none">
                <a:solidFill>
                  <a:schemeClr val="dk1"/>
                </a:solidFill>
                <a:effectLst/>
                <a:uFillTx/>
                <a:latin typeface="ＭＳ Ｐゴシック"/>
                <a:ea typeface="ＭＳ Ｐゴシック"/>
              </a:rPr>
              <a:t>1</a:t>
            </a:r>
            <a:endParaRPr b="0" lang="en-US" sz="2800" strike="noStrike" u="none">
              <a:solidFill>
                <a:srgbClr val="000000"/>
              </a:solidFill>
              <a:effectLst/>
              <a:uFillTx/>
              <a:latin typeface="Arial"/>
            </a:endParaRPr>
          </a:p>
        </p:txBody>
      </p:sp>
      <p:sp>
        <p:nvSpPr>
          <p:cNvPr id="415" name="テキスト ボックス 2"/>
          <p:cNvSpPr/>
          <p:nvPr/>
        </p:nvSpPr>
        <p:spPr>
          <a:xfrm>
            <a:off x="7761240" y="6165720"/>
            <a:ext cx="1728360" cy="590040"/>
          </a:xfrm>
          <a:prstGeom prst="rect">
            <a:avLst/>
          </a:prstGeom>
          <a:solidFill>
            <a:srgbClr val="ffc000"/>
          </a:solidFill>
          <a:ln w="9525">
            <a:solidFill>
              <a:srgbClr val="000000"/>
            </a:solidFill>
            <a:miter/>
          </a:ln>
        </p:spPr>
        <p:style>
          <a:lnRef idx="0"/>
          <a:fillRef idx="0"/>
          <a:effectRef idx="0"/>
          <a:fontRef idx="minor"/>
        </p:style>
        <p:txBody>
          <a:bodyPr lIns="90000" rIns="90000" tIns="45000" bIns="45000" anchor="t">
            <a:spAutoFit/>
          </a:bodyPr>
          <a:p>
            <a:pPr>
              <a:lnSpc>
                <a:spcPct val="100000"/>
              </a:lnSpc>
            </a:pPr>
            <a:r>
              <a:rPr b="1" lang="ja-JP" sz="1600" strike="noStrike" u="none">
                <a:solidFill>
                  <a:schemeClr val="dk1"/>
                </a:solidFill>
                <a:effectLst/>
                <a:uFillTx/>
                <a:latin typeface="ＭＳ Ｐゴシック"/>
                <a:ea typeface="ＭＳ Ｐゴシック"/>
              </a:rPr>
              <a:t>研究開発の無駄</a:t>
            </a:r>
            <a:endParaRPr b="0" lang="en-US" sz="1600" strike="noStrike" u="none">
              <a:solidFill>
                <a:srgbClr val="000000"/>
              </a:solidFill>
              <a:effectLst/>
              <a:uFillTx/>
              <a:latin typeface="Arial"/>
            </a:endParaRPr>
          </a:p>
          <a:p>
            <a:pPr>
              <a:lnSpc>
                <a:spcPct val="100000"/>
              </a:lnSpc>
            </a:pPr>
            <a:r>
              <a:rPr b="1" lang="ja-JP" sz="1600" strike="noStrike" u="none">
                <a:solidFill>
                  <a:schemeClr val="dk1"/>
                </a:solidFill>
                <a:effectLst/>
                <a:uFillTx/>
                <a:latin typeface="ＭＳ Ｐゴシック"/>
                <a:ea typeface="ＭＳ Ｐゴシック"/>
              </a:rPr>
              <a:t>（ロス）をなくす</a:t>
            </a:r>
            <a:endParaRPr b="0" lang="en-US" sz="1600" strike="noStrike" u="none">
              <a:solidFill>
                <a:srgbClr val="000000"/>
              </a:solidFill>
              <a:effectLst/>
              <a:uFillTx/>
              <a:latin typeface="Arial"/>
            </a:endParaRPr>
          </a:p>
        </p:txBody>
      </p:sp>
      <p:sp>
        <p:nvSpPr>
          <p:cNvPr id="416" name="PlaceHolder 1"/>
          <p:cNvSpPr>
            <a:spLocks noGrp="1"/>
          </p:cNvSpPr>
          <p:nvPr>
            <p:ph type="title"/>
          </p:nvPr>
        </p:nvSpPr>
        <p:spPr>
          <a:xfrm>
            <a:off x="1449360" y="0"/>
            <a:ext cx="8832600" cy="990360"/>
          </a:xfrm>
          <a:prstGeom prst="rect">
            <a:avLst/>
          </a:prstGeom>
          <a:noFill/>
          <a:ln w="9360">
            <a:noFill/>
          </a:ln>
        </p:spPr>
        <p:txBody>
          <a:bodyPr numCol="1" spcCol="0" lIns="91440" rIns="91440" tIns="45720" bIns="45720" anchor="ctr">
            <a:noAutofit/>
          </a:bodyPr>
          <a:p>
            <a:pPr indent="0">
              <a:lnSpc>
                <a:spcPct val="100000"/>
              </a:lnSpc>
              <a:buNone/>
            </a:pPr>
            <a:r>
              <a:rPr b="0" lang="ja-JP" sz="3600" strike="noStrike" u="none">
                <a:solidFill>
                  <a:schemeClr val="dk1"/>
                </a:solidFill>
                <a:effectLst/>
                <a:uFillTx/>
                <a:latin typeface="ＭＳ Ｐゴシック"/>
                <a:ea typeface="ＭＳ Ｐゴシック"/>
              </a:rPr>
              <a:t>特許制度の目的</a:t>
            </a:r>
            <a:endParaRPr b="0" lang="en-US" sz="3600" strike="noStrike" u="none">
              <a:solidFill>
                <a:schemeClr val="dk1"/>
              </a:solidFill>
              <a:effectLst/>
              <a:uFillTx/>
              <a:latin typeface="Tw Cen MT"/>
            </a:endParaRPr>
          </a:p>
        </p:txBody>
      </p:sp>
      <p:sp>
        <p:nvSpPr>
          <p:cNvPr id="417" name="PlaceHolder 2"/>
          <p:cNvSpPr>
            <a:spLocks noGrp="1"/>
          </p:cNvSpPr>
          <p:nvPr>
            <p:ph type="sldNum" idx="134"/>
          </p:nvPr>
        </p:nvSpPr>
        <p:spPr>
          <a:xfrm>
            <a:off x="9328320" y="6597720"/>
            <a:ext cx="577440" cy="244080"/>
          </a:xfrm>
          <a:prstGeom prst="rect">
            <a:avLst/>
          </a:prstGeom>
          <a:noFill/>
          <a:ln w="0">
            <a:noFill/>
          </a:ln>
        </p:spPr>
        <p:txBody>
          <a:bodyPr numCol="1" spcCol="0" lIns="91440" rIns="91440" tIns="45720" bIns="45720" anchor="ctr">
            <a:normAutofit fontScale="70000" lnSpcReduction="19999"/>
          </a:bodyPr>
          <a:lstStyle>
            <a:lvl1pPr indent="0" algn="ctr">
              <a:lnSpc>
                <a:spcPct val="100000"/>
              </a:lnSpc>
              <a:buNone/>
              <a:defRPr b="1" lang="en-US" sz="1400" strike="noStrike" u="none">
                <a:solidFill>
                  <a:srgbClr val="000000"/>
                </a:solidFill>
                <a:effectLst/>
                <a:uFillTx/>
                <a:latin typeface="Tw Cen MT"/>
                <a:ea typeface="ＭＳ Ｐゴシック"/>
              </a:defRPr>
            </a:lvl1pPr>
          </a:lstStyle>
          <a:p>
            <a:pPr indent="0" algn="ctr">
              <a:lnSpc>
                <a:spcPct val="100000"/>
              </a:lnSpc>
              <a:buNone/>
            </a:pPr>
            <a:fld id="{C94E4583-3B33-462D-AEDB-40154A6B672E}" type="slidenum">
              <a:rPr b="1" lang="en-US" sz="1400" strike="noStrike" u="none">
                <a:solidFill>
                  <a:srgbClr val="000000"/>
                </a:solidFill>
                <a:effectLst/>
                <a:uFillTx/>
                <a:latin typeface="Tw Cen MT"/>
                <a:ea typeface="ＭＳ Ｐゴシック"/>
              </a:rPr>
              <a:t>3</a:t>
            </a:fld>
            <a:endParaRPr b="0" lang="en-US" sz="1400" strike="noStrike" u="none">
              <a:solidFill>
                <a:srgbClr val="000000"/>
              </a:solidFill>
              <a:effectLst/>
              <a:uFillTx/>
              <a:latin typeface="游明朝"/>
            </a:endParaRPr>
          </a:p>
        </p:txBody>
      </p:sp>
      <p:sp>
        <p:nvSpPr>
          <p:cNvPr id="418" name="AutoShape 15"/>
          <p:cNvSpPr/>
          <p:nvPr/>
        </p:nvSpPr>
        <p:spPr>
          <a:xfrm>
            <a:off x="6969240" y="3610080"/>
            <a:ext cx="2879280" cy="1474560"/>
          </a:xfrm>
          <a:prstGeom prst="irregularSeal1">
            <a:avLst/>
          </a:prstGeom>
          <a:solidFill>
            <a:srgbClr val="ff9999"/>
          </a:solidFill>
          <a:ln w="9525">
            <a:noFill/>
          </a:ln>
        </p:spPr>
        <p:style>
          <a:lnRef idx="0"/>
          <a:fillRef idx="0"/>
          <a:effectRef idx="0"/>
          <a:fontRef idx="minor"/>
        </p:style>
        <p:txBody>
          <a:bodyPr wrap="none" lIns="90000" rIns="90000" tIns="45000" bIns="45000" anchor="ctr">
            <a:noAutofit/>
          </a:bodyPr>
          <a:p>
            <a:pPr algn="ctr">
              <a:lnSpc>
                <a:spcPct val="100000"/>
              </a:lnSpc>
            </a:pPr>
            <a:r>
              <a:rPr b="1" lang="ja-JP" sz="1400" strike="noStrike" u="none">
                <a:solidFill>
                  <a:schemeClr val="dk1"/>
                </a:solidFill>
                <a:effectLst/>
                <a:uFillTx/>
                <a:latin typeface="Tw Cen MT"/>
                <a:ea typeface="ＭＳ Ｐゴシック"/>
              </a:rPr>
              <a:t>勝手に使ったらダメ！</a:t>
            </a:r>
            <a:endParaRPr b="0" lang="en-US"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9" name="PlaceHolder 1"/>
          <p:cNvSpPr>
            <a:spLocks noGrp="1"/>
          </p:cNvSpPr>
          <p:nvPr>
            <p:ph type="title"/>
          </p:nvPr>
        </p:nvSpPr>
        <p:spPr>
          <a:xfrm>
            <a:off x="1424160" y="0"/>
            <a:ext cx="8832600" cy="907560"/>
          </a:xfrm>
          <a:prstGeom prst="rect">
            <a:avLst/>
          </a:prstGeom>
          <a:noFill/>
          <a:ln w="9360">
            <a:noFill/>
          </a:ln>
        </p:spPr>
        <p:txBody>
          <a:bodyPr numCol="1" spcCol="0" lIns="91440" rIns="91440" tIns="45720" bIns="45720" anchor="ctr">
            <a:noAutofit/>
          </a:bodyPr>
          <a:p>
            <a:pPr indent="0">
              <a:lnSpc>
                <a:spcPct val="100000"/>
              </a:lnSpc>
              <a:buNone/>
            </a:pPr>
            <a:r>
              <a:rPr b="0" lang="en-US" sz="3600" strike="noStrike" u="none">
                <a:solidFill>
                  <a:schemeClr val="dk1"/>
                </a:solidFill>
                <a:effectLst/>
                <a:uFillTx/>
                <a:latin typeface="ＭＳ Ｐゴシック"/>
                <a:ea typeface="ＭＳ Ｐゴシック"/>
              </a:rPr>
              <a:t>   特許を受けることができる発明</a:t>
            </a:r>
            <a:endParaRPr b="0" lang="en-US" sz="3600" strike="noStrike" u="none">
              <a:solidFill>
                <a:schemeClr val="dk1"/>
              </a:solidFill>
              <a:effectLst/>
              <a:uFillTx/>
              <a:latin typeface="Tw Cen MT"/>
            </a:endParaRPr>
          </a:p>
        </p:txBody>
      </p:sp>
      <p:graphicFrame>
        <p:nvGraphicFramePr>
          <p:cNvPr id="1" name="Diagram1"/>
          <p:cNvGraphicFramePr/>
          <p:nvPr>
            <p:extLst>
              <p:ext uri="{D42A27DB-BD31-4B8C-83A1-F6EECF244321}">
                <p14:modId xmlns:p14="http://schemas.microsoft.com/office/powerpoint/2010/main" val="3917949025"/>
              </p:ext>
            </p:extLst>
          </p:nvPr>
        </p:nvGraphicFramePr>
        <p:xfrm>
          <a:off x="2432880" y="1845000"/>
          <a:ext cx="5184360" cy="40482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420" name="テキスト ボックス 4"/>
          <p:cNvSpPr/>
          <p:nvPr/>
        </p:nvSpPr>
        <p:spPr>
          <a:xfrm>
            <a:off x="1208160" y="1765440"/>
            <a:ext cx="2217240" cy="1823760"/>
          </a:xfrm>
          <a:prstGeom prst="rect">
            <a:avLst/>
          </a:prstGeom>
          <a:solidFill>
            <a:schemeClr val="bg1"/>
          </a:solidFill>
          <a:ln w="9525">
            <a:solidFill>
              <a:srgbClr val="000000"/>
            </a:solidFill>
            <a:miter/>
          </a:ln>
        </p:spPr>
        <p:style>
          <a:lnRef idx="0"/>
          <a:fillRef idx="0"/>
          <a:effectRef idx="0"/>
          <a:fontRef idx="minor"/>
        </p:style>
        <p:txBody>
          <a:bodyPr lIns="90000" rIns="90000" tIns="45000" bIns="45000" anchor="t">
            <a:spAutoFit/>
          </a:bodyPr>
          <a:p>
            <a:pPr>
              <a:lnSpc>
                <a:spcPts val="1199"/>
              </a:lnSpc>
              <a:spcBef>
                <a:spcPts val="649"/>
              </a:spcBef>
            </a:pPr>
            <a:r>
              <a:rPr b="0" lang="en-US" sz="1300" strike="noStrike" u="none">
                <a:solidFill>
                  <a:srgbClr val="ff0000"/>
                </a:solidFill>
                <a:effectLst/>
                <a:uFillTx/>
                <a:latin typeface="ＭＳ Ｐゴシック"/>
                <a:ea typeface="ＭＳ Ｐゴシック"/>
              </a:rPr>
              <a:t>×</a:t>
            </a:r>
            <a:r>
              <a:rPr b="0" lang="ja-JP" sz="1300" strike="noStrike" u="none">
                <a:solidFill>
                  <a:schemeClr val="dk1"/>
                </a:solidFill>
                <a:effectLst/>
                <a:uFillTx/>
                <a:latin typeface="ＭＳ Ｐゴシック"/>
                <a:ea typeface="ＭＳ Ｐゴシック"/>
              </a:rPr>
              <a:t>自然法則以外の法則</a:t>
            </a:r>
            <a:endParaRPr b="0" lang="en-US" sz="1300" strike="noStrike" u="none">
              <a:solidFill>
                <a:srgbClr val="000000"/>
              </a:solidFill>
              <a:effectLst/>
              <a:uFillTx/>
              <a:latin typeface="Arial"/>
            </a:endParaRPr>
          </a:p>
          <a:p>
            <a:pPr>
              <a:lnSpc>
                <a:spcPts val="1199"/>
              </a:lnSpc>
              <a:spcBef>
                <a:spcPts val="649"/>
              </a:spcBef>
            </a:pPr>
            <a:r>
              <a:rPr b="0" lang="en-US" sz="1300" strike="noStrike" u="none">
                <a:solidFill>
                  <a:schemeClr val="dk1"/>
                </a:solidFill>
                <a:effectLst/>
                <a:uFillTx/>
                <a:latin typeface="ＭＳ Ｐゴシック"/>
                <a:ea typeface="ＭＳ Ｐゴシック"/>
              </a:rPr>
              <a:t>→経済法則等</a:t>
            </a:r>
            <a:endParaRPr b="0" lang="en-US" sz="1300" strike="noStrike" u="none">
              <a:solidFill>
                <a:srgbClr val="000000"/>
              </a:solidFill>
              <a:effectLst/>
              <a:uFillTx/>
              <a:latin typeface="Arial"/>
            </a:endParaRPr>
          </a:p>
          <a:p>
            <a:pPr>
              <a:lnSpc>
                <a:spcPts val="1199"/>
              </a:lnSpc>
              <a:spcBef>
                <a:spcPts val="649"/>
              </a:spcBef>
            </a:pPr>
            <a:r>
              <a:rPr b="0" lang="en-US" sz="1300" strike="noStrike" u="none">
                <a:solidFill>
                  <a:srgbClr val="ff0000"/>
                </a:solidFill>
                <a:effectLst/>
                <a:uFillTx/>
                <a:latin typeface="ＭＳ Ｐゴシック"/>
                <a:ea typeface="ＭＳ Ｐゴシック"/>
              </a:rPr>
              <a:t>×</a:t>
            </a:r>
            <a:r>
              <a:rPr b="0" lang="ja-JP" sz="1300" strike="noStrike" u="none">
                <a:solidFill>
                  <a:schemeClr val="dk1"/>
                </a:solidFill>
                <a:effectLst/>
                <a:uFillTx/>
                <a:latin typeface="ＭＳ Ｐゴシック"/>
                <a:ea typeface="ＭＳ Ｐゴシック"/>
              </a:rPr>
              <a:t>人為的取り決め</a:t>
            </a:r>
            <a:endParaRPr b="0" lang="en-US" sz="1300" strike="noStrike" u="none">
              <a:solidFill>
                <a:srgbClr val="000000"/>
              </a:solidFill>
              <a:effectLst/>
              <a:uFillTx/>
              <a:latin typeface="Arial"/>
            </a:endParaRPr>
          </a:p>
          <a:p>
            <a:pPr>
              <a:lnSpc>
                <a:spcPts val="1199"/>
              </a:lnSpc>
              <a:spcBef>
                <a:spcPts val="649"/>
              </a:spcBef>
            </a:pPr>
            <a:r>
              <a:rPr b="0" lang="en-US" sz="1300" strike="noStrike" u="none">
                <a:solidFill>
                  <a:schemeClr val="dk1"/>
                </a:solidFill>
                <a:effectLst/>
                <a:uFillTx/>
                <a:latin typeface="ＭＳ Ｐゴシック"/>
                <a:ea typeface="ＭＳ Ｐゴシック"/>
              </a:rPr>
              <a:t>→商売方法等</a:t>
            </a:r>
            <a:endParaRPr b="0" lang="en-US" sz="1300" strike="noStrike" u="none">
              <a:solidFill>
                <a:srgbClr val="000000"/>
              </a:solidFill>
              <a:effectLst/>
              <a:uFillTx/>
              <a:latin typeface="Arial"/>
            </a:endParaRPr>
          </a:p>
          <a:p>
            <a:pPr>
              <a:lnSpc>
                <a:spcPts val="1199"/>
              </a:lnSpc>
              <a:spcBef>
                <a:spcPts val="649"/>
              </a:spcBef>
            </a:pPr>
            <a:r>
              <a:rPr b="0" lang="en-US" sz="1300" strike="noStrike" u="none">
                <a:solidFill>
                  <a:srgbClr val="ff0000"/>
                </a:solidFill>
                <a:effectLst/>
                <a:uFillTx/>
                <a:latin typeface="ＭＳ Ｐゴシック"/>
                <a:ea typeface="ＭＳ Ｐゴシック"/>
              </a:rPr>
              <a:t>×</a:t>
            </a:r>
            <a:r>
              <a:rPr b="0" lang="ja-JP" sz="1300" strike="noStrike" u="none">
                <a:solidFill>
                  <a:schemeClr val="dk1"/>
                </a:solidFill>
                <a:effectLst/>
                <a:uFillTx/>
                <a:latin typeface="ＭＳ Ｐゴシック"/>
                <a:ea typeface="ＭＳ Ｐゴシック"/>
              </a:rPr>
              <a:t>自然法則自体（「利用」にあたらない　　　　　　　</a:t>
            </a:r>
            <a:endParaRPr b="0" lang="en-US" sz="1300" strike="noStrike" u="none">
              <a:solidFill>
                <a:srgbClr val="000000"/>
              </a:solidFill>
              <a:effectLst/>
              <a:uFillTx/>
              <a:latin typeface="Arial"/>
            </a:endParaRPr>
          </a:p>
          <a:p>
            <a:pPr>
              <a:lnSpc>
                <a:spcPts val="1199"/>
              </a:lnSpc>
              <a:spcBef>
                <a:spcPts val="649"/>
              </a:spcBef>
            </a:pPr>
            <a:r>
              <a:rPr b="0" lang="en-US" sz="1300" strike="noStrike" u="none">
                <a:solidFill>
                  <a:schemeClr val="dk1"/>
                </a:solidFill>
                <a:effectLst/>
                <a:uFillTx/>
                <a:latin typeface="ＭＳ Ｐゴシック"/>
                <a:ea typeface="ＭＳ Ｐゴシック"/>
              </a:rPr>
              <a:t>→「エネルギー保存の法則」、「万有引力の法則」自体</a:t>
            </a:r>
            <a:endParaRPr b="0" lang="en-US" sz="1300" strike="noStrike" u="none">
              <a:solidFill>
                <a:srgbClr val="000000"/>
              </a:solidFill>
              <a:effectLst/>
              <a:uFillTx/>
              <a:latin typeface="Arial"/>
            </a:endParaRPr>
          </a:p>
        </p:txBody>
      </p:sp>
      <p:sp>
        <p:nvSpPr>
          <p:cNvPr id="421" name="テキスト ボックス 5"/>
          <p:cNvSpPr/>
          <p:nvPr/>
        </p:nvSpPr>
        <p:spPr>
          <a:xfrm>
            <a:off x="6392880" y="2038320"/>
            <a:ext cx="2339640" cy="1292040"/>
          </a:xfrm>
          <a:prstGeom prst="rect">
            <a:avLst/>
          </a:prstGeom>
          <a:solidFill>
            <a:schemeClr val="bg1"/>
          </a:solidFill>
          <a:ln w="9525">
            <a:solidFill>
              <a:srgbClr val="475a8d">
                <a:lumMod val="75000"/>
              </a:srgbClr>
            </a:solidFill>
            <a:miter/>
          </a:ln>
        </p:spPr>
        <p:style>
          <a:lnRef idx="0"/>
          <a:fillRef idx="0"/>
          <a:effectRef idx="0"/>
          <a:fontRef idx="minor"/>
        </p:style>
        <p:txBody>
          <a:bodyPr lIns="90000" rIns="90000" tIns="45000" bIns="45000" anchor="t">
            <a:spAutoFit/>
          </a:bodyPr>
          <a:p>
            <a:pPr>
              <a:lnSpc>
                <a:spcPct val="100000"/>
              </a:lnSpc>
            </a:pPr>
            <a:r>
              <a:rPr b="0" lang="en-US" sz="1300" strike="noStrike" u="none">
                <a:solidFill>
                  <a:srgbClr val="ff0000"/>
                </a:solidFill>
                <a:effectLst/>
                <a:uFillTx/>
                <a:latin typeface="Tw Cen MT"/>
                <a:ea typeface="ＭＳ Ｐゴシック"/>
              </a:rPr>
              <a:t>×</a:t>
            </a:r>
            <a:r>
              <a:rPr b="0" lang="ja-JP" sz="1300" strike="noStrike" u="none">
                <a:solidFill>
                  <a:schemeClr val="dk1"/>
                </a:solidFill>
                <a:effectLst/>
                <a:uFillTx/>
                <a:latin typeface="Tw Cen MT"/>
                <a:ea typeface="ＭＳ Ｐゴシック"/>
              </a:rPr>
              <a:t>いわゆる技能</a:t>
            </a:r>
            <a:br>
              <a:rPr sz="1300"/>
            </a:br>
            <a:r>
              <a:rPr b="0" lang="en-US" sz="1300" strike="noStrike" u="none">
                <a:solidFill>
                  <a:schemeClr val="dk1"/>
                </a:solidFill>
                <a:effectLst/>
                <a:uFillTx/>
                <a:latin typeface="Tw Cen MT"/>
                <a:ea typeface="ＭＳ Ｐゴシック"/>
              </a:rPr>
              <a:t>→フォークボールの投げ方</a:t>
            </a:r>
            <a:endParaRPr b="0" lang="en-US" sz="1300" strike="noStrike" u="none">
              <a:solidFill>
                <a:srgbClr val="000000"/>
              </a:solidFill>
              <a:effectLst/>
              <a:uFillTx/>
              <a:latin typeface="Arial"/>
            </a:endParaRPr>
          </a:p>
          <a:p>
            <a:pPr>
              <a:lnSpc>
                <a:spcPct val="100000"/>
              </a:lnSpc>
            </a:pPr>
            <a:r>
              <a:rPr b="0" lang="en-US" sz="1300" strike="noStrike" u="none">
                <a:solidFill>
                  <a:srgbClr val="ff0000"/>
                </a:solidFill>
                <a:effectLst/>
                <a:uFillTx/>
                <a:latin typeface="Tw Cen MT"/>
                <a:ea typeface="ＭＳ Ｐゴシック"/>
              </a:rPr>
              <a:t>×</a:t>
            </a:r>
            <a:r>
              <a:rPr b="0" lang="ja-JP" sz="1300" strike="noStrike" u="none">
                <a:solidFill>
                  <a:schemeClr val="dk1"/>
                </a:solidFill>
                <a:effectLst/>
                <a:uFillTx/>
                <a:latin typeface="Tw Cen MT"/>
                <a:ea typeface="ＭＳ Ｐゴシック"/>
              </a:rPr>
              <a:t>単なる情報の提示</a:t>
            </a:r>
            <a:endParaRPr b="0" lang="en-US" sz="1300" strike="noStrike" u="none">
              <a:solidFill>
                <a:srgbClr val="000000"/>
              </a:solidFill>
              <a:effectLst/>
              <a:uFillTx/>
              <a:latin typeface="Arial"/>
            </a:endParaRPr>
          </a:p>
          <a:p>
            <a:pPr>
              <a:lnSpc>
                <a:spcPct val="100000"/>
              </a:lnSpc>
            </a:pPr>
            <a:r>
              <a:rPr b="0" lang="en-US" sz="1300" strike="noStrike" u="none">
                <a:solidFill>
                  <a:schemeClr val="dk1"/>
                </a:solidFill>
                <a:effectLst/>
                <a:uFillTx/>
                <a:latin typeface="Tw Cen MT"/>
                <a:ea typeface="ＭＳ Ｐゴシック"/>
              </a:rPr>
              <a:t>→デジタルカメラの撮影データ</a:t>
            </a:r>
            <a:endParaRPr b="0" lang="en-US" sz="1300" strike="noStrike" u="none">
              <a:solidFill>
                <a:srgbClr val="000000"/>
              </a:solidFill>
              <a:effectLst/>
              <a:uFillTx/>
              <a:latin typeface="Arial"/>
            </a:endParaRPr>
          </a:p>
          <a:p>
            <a:pPr>
              <a:lnSpc>
                <a:spcPct val="100000"/>
              </a:lnSpc>
            </a:pPr>
            <a:r>
              <a:rPr b="0" lang="en-US" sz="1300" strike="noStrike" u="none">
                <a:solidFill>
                  <a:srgbClr val="ff0000"/>
                </a:solidFill>
                <a:effectLst/>
                <a:uFillTx/>
                <a:latin typeface="Tw Cen MT"/>
                <a:ea typeface="ＭＳ Ｐゴシック"/>
              </a:rPr>
              <a:t>×</a:t>
            </a:r>
            <a:r>
              <a:rPr b="0" lang="ja-JP" sz="1300" strike="noStrike" u="none">
                <a:solidFill>
                  <a:schemeClr val="dk1"/>
                </a:solidFill>
                <a:effectLst/>
                <a:uFillTx/>
                <a:latin typeface="Tw Cen MT"/>
                <a:ea typeface="ＭＳ Ｐゴシック"/>
              </a:rPr>
              <a:t>美的創作物</a:t>
            </a:r>
            <a:br>
              <a:rPr sz="1300"/>
            </a:br>
            <a:r>
              <a:rPr b="0" lang="en-US" sz="1300" strike="noStrike" u="none">
                <a:solidFill>
                  <a:schemeClr val="dk1"/>
                </a:solidFill>
                <a:effectLst/>
                <a:uFillTx/>
                <a:latin typeface="Tw Cen MT"/>
                <a:ea typeface="ＭＳ Ｐゴシック"/>
              </a:rPr>
              <a:t>→絵画、彫刻</a:t>
            </a:r>
            <a:endParaRPr b="0" lang="en-US" sz="1300" strike="noStrike" u="none">
              <a:solidFill>
                <a:srgbClr val="000000"/>
              </a:solidFill>
              <a:effectLst/>
              <a:uFillTx/>
              <a:latin typeface="Arial"/>
            </a:endParaRPr>
          </a:p>
        </p:txBody>
      </p:sp>
      <p:sp>
        <p:nvSpPr>
          <p:cNvPr id="422" name="テキスト ボックス 6"/>
          <p:cNvSpPr/>
          <p:nvPr/>
        </p:nvSpPr>
        <p:spPr>
          <a:xfrm>
            <a:off x="272880" y="6093000"/>
            <a:ext cx="4968360" cy="585360"/>
          </a:xfrm>
          <a:prstGeom prst="rect">
            <a:avLst/>
          </a:prstGeom>
          <a:solidFill>
            <a:srgbClr val="ffff99"/>
          </a:solidFill>
          <a:ln w="28575">
            <a:solidFill>
              <a:srgbClr val="000000"/>
            </a:solidFill>
            <a:miter/>
          </a:ln>
        </p:spPr>
        <p:style>
          <a:lnRef idx="0"/>
          <a:fillRef idx="0"/>
          <a:effectRef idx="0"/>
          <a:fontRef idx="minor"/>
        </p:style>
        <p:txBody>
          <a:bodyPr lIns="90000" rIns="90000" tIns="45000" bIns="45000" anchor="t">
            <a:spAutoFit/>
          </a:bodyPr>
          <a:p>
            <a:pPr>
              <a:lnSpc>
                <a:spcPct val="100000"/>
              </a:lnSpc>
            </a:pPr>
            <a:r>
              <a:rPr b="1" lang="ja-JP" sz="1600" strike="noStrike" u="none">
                <a:solidFill>
                  <a:schemeClr val="dk1"/>
                </a:solidFill>
                <a:effectLst/>
                <a:uFillTx/>
                <a:latin typeface="Tw Cen MT"/>
                <a:ea typeface="ＭＳ Ｐゴシック"/>
              </a:rPr>
              <a:t>特許法　２項１項　この法律で「発明」とは、</a:t>
            </a:r>
            <a:r>
              <a:rPr b="1" lang="ja-JP" sz="1600" strike="noStrike" u="sng">
                <a:solidFill>
                  <a:schemeClr val="dk1"/>
                </a:solidFill>
                <a:effectLst/>
                <a:uFillTx/>
                <a:latin typeface="Tw Cen MT"/>
                <a:ea typeface="ＭＳ Ｐゴシック"/>
              </a:rPr>
              <a:t>自然法則を利用</a:t>
            </a:r>
            <a:r>
              <a:rPr b="1" lang="ja-JP" sz="1600" strike="noStrike" u="none">
                <a:solidFill>
                  <a:schemeClr val="dk1"/>
                </a:solidFill>
                <a:effectLst/>
                <a:uFillTx/>
                <a:latin typeface="Tw Cen MT"/>
                <a:ea typeface="ＭＳ Ｐゴシック"/>
              </a:rPr>
              <a:t>した</a:t>
            </a:r>
            <a:r>
              <a:rPr b="1" lang="ja-JP" sz="1600" strike="noStrike" u="sng">
                <a:solidFill>
                  <a:schemeClr val="dk1"/>
                </a:solidFill>
                <a:effectLst/>
                <a:uFillTx/>
                <a:latin typeface="Tw Cen MT"/>
                <a:ea typeface="ＭＳ Ｐゴシック"/>
              </a:rPr>
              <a:t>技術的思想</a:t>
            </a:r>
            <a:r>
              <a:rPr b="1" lang="ja-JP" sz="1600" strike="noStrike" u="none">
                <a:solidFill>
                  <a:schemeClr val="dk1"/>
                </a:solidFill>
                <a:effectLst/>
                <a:uFillTx/>
                <a:latin typeface="Tw Cen MT"/>
                <a:ea typeface="ＭＳ Ｐゴシック"/>
              </a:rPr>
              <a:t>の</a:t>
            </a:r>
            <a:r>
              <a:rPr b="1" lang="ja-JP" sz="1600" strike="noStrike" u="sng">
                <a:solidFill>
                  <a:schemeClr val="dk1"/>
                </a:solidFill>
                <a:effectLst/>
                <a:uFillTx/>
                <a:latin typeface="Tw Cen MT"/>
                <a:ea typeface="ＭＳ Ｐゴシック"/>
              </a:rPr>
              <a:t>創作</a:t>
            </a:r>
            <a:r>
              <a:rPr b="1" lang="ja-JP" sz="1600" strike="noStrike" u="none">
                <a:solidFill>
                  <a:schemeClr val="dk1"/>
                </a:solidFill>
                <a:effectLst/>
                <a:uFillTx/>
                <a:latin typeface="Tw Cen MT"/>
                <a:ea typeface="ＭＳ Ｐゴシック"/>
              </a:rPr>
              <a:t>のうち</a:t>
            </a:r>
            <a:r>
              <a:rPr b="1" lang="ja-JP" sz="1600" strike="noStrike" u="sng">
                <a:solidFill>
                  <a:schemeClr val="dk1"/>
                </a:solidFill>
                <a:effectLst/>
                <a:uFillTx/>
                <a:latin typeface="Tw Cen MT"/>
                <a:ea typeface="ＭＳ Ｐゴシック"/>
              </a:rPr>
              <a:t>高度のもの</a:t>
            </a:r>
            <a:r>
              <a:rPr b="1" lang="ja-JP" sz="1600" strike="noStrike" u="none">
                <a:solidFill>
                  <a:schemeClr val="dk1"/>
                </a:solidFill>
                <a:effectLst/>
                <a:uFillTx/>
                <a:latin typeface="Tw Cen MT"/>
                <a:ea typeface="ＭＳ Ｐゴシック"/>
              </a:rPr>
              <a:t>をいう。</a:t>
            </a:r>
            <a:endParaRPr b="0" lang="en-US" sz="1600" strike="noStrike" u="none">
              <a:solidFill>
                <a:srgbClr val="000000"/>
              </a:solidFill>
              <a:effectLst/>
              <a:uFillTx/>
              <a:latin typeface="Arial"/>
            </a:endParaRPr>
          </a:p>
        </p:txBody>
      </p:sp>
      <p:sp>
        <p:nvSpPr>
          <p:cNvPr id="423" name="テキスト ボックス 7"/>
          <p:cNvSpPr/>
          <p:nvPr/>
        </p:nvSpPr>
        <p:spPr>
          <a:xfrm>
            <a:off x="1352520" y="4791240"/>
            <a:ext cx="2160360" cy="953640"/>
          </a:xfrm>
          <a:prstGeom prst="rect">
            <a:avLst/>
          </a:prstGeom>
          <a:solidFill>
            <a:schemeClr val="bg1"/>
          </a:solidFill>
          <a:ln w="9525">
            <a:solidFill>
              <a:srgbClr val="84aa33">
                <a:lumMod val="50000"/>
              </a:srgbClr>
            </a:solidFill>
            <a:miter/>
          </a:ln>
        </p:spPr>
        <p:style>
          <a:lnRef idx="0"/>
          <a:fillRef idx="0"/>
          <a:effectRef idx="0"/>
          <a:fontRef idx="minor"/>
        </p:style>
        <p:txBody>
          <a:bodyPr lIns="90000" rIns="90000" tIns="45000" bIns="45000" anchor="t">
            <a:spAutoFit/>
          </a:bodyPr>
          <a:p>
            <a:pPr>
              <a:lnSpc>
                <a:spcPct val="100000"/>
              </a:lnSpc>
            </a:pPr>
            <a:r>
              <a:rPr b="0" lang="en-US" sz="1400" strike="noStrike" u="none">
                <a:solidFill>
                  <a:srgbClr val="ff0000"/>
                </a:solidFill>
                <a:effectLst/>
                <a:uFillTx/>
                <a:latin typeface="Tw Cen MT"/>
                <a:ea typeface="ＭＳ Ｐゴシック"/>
              </a:rPr>
              <a:t>○</a:t>
            </a:r>
            <a:r>
              <a:rPr b="0" lang="ja-JP" sz="1400" strike="noStrike" u="none">
                <a:solidFill>
                  <a:schemeClr val="dk1"/>
                </a:solidFill>
                <a:effectLst/>
                <a:uFillTx/>
                <a:latin typeface="Tw Cen MT"/>
                <a:ea typeface="ＭＳ Ｐゴシック"/>
              </a:rPr>
              <a:t>天然物から人為的に分離した化学物質　　　　　</a:t>
            </a:r>
            <a:br>
              <a:rPr sz="1400"/>
            </a:br>
            <a:r>
              <a:rPr b="0" lang="en-US" sz="1400" strike="noStrike" u="none">
                <a:solidFill>
                  <a:srgbClr val="ff0000"/>
                </a:solidFill>
                <a:effectLst/>
                <a:uFillTx/>
                <a:latin typeface="Tw Cen MT"/>
                <a:ea typeface="ＭＳ Ｐゴシック"/>
              </a:rPr>
              <a:t>×</a:t>
            </a:r>
            <a:r>
              <a:rPr b="0" lang="ja-JP" sz="1400" strike="noStrike" u="none">
                <a:solidFill>
                  <a:schemeClr val="dk1"/>
                </a:solidFill>
                <a:effectLst/>
                <a:uFillTx/>
                <a:latin typeface="Tw Cen MT"/>
                <a:ea typeface="ＭＳ Ｐゴシック"/>
              </a:rPr>
              <a:t>天然物の単なる発見など</a:t>
            </a:r>
            <a:endParaRPr b="0" lang="en-US" sz="1400" strike="noStrike" u="none">
              <a:solidFill>
                <a:srgbClr val="000000"/>
              </a:solidFill>
              <a:effectLst/>
              <a:uFillTx/>
              <a:latin typeface="Arial"/>
            </a:endParaRPr>
          </a:p>
        </p:txBody>
      </p:sp>
      <p:sp>
        <p:nvSpPr>
          <p:cNvPr id="424" name="テキスト ボックス 8"/>
          <p:cNvSpPr/>
          <p:nvPr/>
        </p:nvSpPr>
        <p:spPr>
          <a:xfrm>
            <a:off x="6221520" y="4795920"/>
            <a:ext cx="2087280" cy="1169640"/>
          </a:xfrm>
          <a:prstGeom prst="rect">
            <a:avLst/>
          </a:prstGeom>
          <a:solidFill>
            <a:schemeClr val="bg1"/>
          </a:solidFill>
          <a:ln w="9525">
            <a:solidFill>
              <a:srgbClr val="964305">
                <a:lumMod val="60000"/>
                <a:lumOff val="40000"/>
              </a:srgbClr>
            </a:solidFill>
            <a:miter/>
          </a:ln>
        </p:spPr>
        <p:style>
          <a:lnRef idx="0"/>
          <a:fillRef idx="0"/>
          <a:effectRef idx="0"/>
          <a:fontRef idx="minor"/>
        </p:style>
        <p:txBody>
          <a:bodyPr lIns="90000" rIns="90000" tIns="45000" bIns="45000" anchor="t">
            <a:spAutoFit/>
          </a:bodyPr>
          <a:p>
            <a:pPr>
              <a:lnSpc>
                <a:spcPct val="100000"/>
              </a:lnSpc>
            </a:pPr>
            <a:r>
              <a:rPr b="0" lang="ja-JP" sz="1400" strike="noStrike" u="none">
                <a:solidFill>
                  <a:schemeClr val="dk1"/>
                </a:solidFill>
                <a:effectLst/>
                <a:uFillTx/>
                <a:latin typeface="ＭＳ Ｐゴシック"/>
                <a:ea typeface="ＭＳ Ｐゴシック"/>
              </a:rPr>
              <a:t>参考：</a:t>
            </a:r>
            <a:endParaRPr b="0" lang="en-US" sz="1400" strike="noStrike" u="none">
              <a:solidFill>
                <a:srgbClr val="000000"/>
              </a:solidFill>
              <a:effectLst/>
              <a:uFillTx/>
              <a:latin typeface="Arial"/>
            </a:endParaRPr>
          </a:p>
          <a:p>
            <a:pPr>
              <a:lnSpc>
                <a:spcPct val="100000"/>
              </a:lnSpc>
            </a:pPr>
            <a:r>
              <a:rPr b="0" lang="ja-JP" sz="1400" strike="noStrike" u="none">
                <a:solidFill>
                  <a:schemeClr val="dk1"/>
                </a:solidFill>
                <a:effectLst/>
                <a:uFillTx/>
                <a:latin typeface="ＭＳ Ｐゴシック"/>
                <a:ea typeface="ＭＳ Ｐゴシック"/>
              </a:rPr>
              <a:t>実用新案法２条１項　　　</a:t>
            </a:r>
            <a:endParaRPr b="0" lang="en-US" sz="1400" strike="noStrike" u="none">
              <a:solidFill>
                <a:srgbClr val="000000"/>
              </a:solidFill>
              <a:effectLst/>
              <a:uFillTx/>
              <a:latin typeface="Arial"/>
            </a:endParaRPr>
          </a:p>
          <a:p>
            <a:pPr>
              <a:lnSpc>
                <a:spcPct val="100000"/>
              </a:lnSpc>
            </a:pPr>
            <a:r>
              <a:rPr b="0" lang="ja-JP" sz="1400" strike="noStrike" u="none">
                <a:solidFill>
                  <a:schemeClr val="dk1"/>
                </a:solidFill>
                <a:effectLst/>
                <a:uFillTx/>
                <a:latin typeface="ＭＳ Ｐゴシック"/>
                <a:ea typeface="ＭＳ Ｐゴシック"/>
              </a:rPr>
              <a:t>この法律で「考案」とは、自然法則を利用した技術的思想の創作をいう。</a:t>
            </a:r>
            <a:endParaRPr b="0" lang="en-US" sz="1400" strike="noStrike" u="none">
              <a:solidFill>
                <a:srgbClr val="000000"/>
              </a:solidFill>
              <a:effectLst/>
              <a:uFillTx/>
              <a:latin typeface="Arial"/>
            </a:endParaRPr>
          </a:p>
        </p:txBody>
      </p:sp>
      <p:sp>
        <p:nvSpPr>
          <p:cNvPr id="425" name="Rectangle 9"/>
          <p:cNvSpPr/>
          <p:nvPr/>
        </p:nvSpPr>
        <p:spPr>
          <a:xfrm>
            <a:off x="0" y="0"/>
            <a:ext cx="1142640" cy="523440"/>
          </a:xfrm>
          <a:prstGeom prst="rect">
            <a:avLst/>
          </a:prstGeom>
          <a:noFill/>
          <a:ln w="9525">
            <a:noFill/>
          </a:ln>
        </p:spPr>
        <p:style>
          <a:lnRef idx="0"/>
          <a:fillRef idx="0"/>
          <a:effectRef idx="0"/>
          <a:fontRef idx="minor"/>
        </p:style>
        <p:txBody>
          <a:bodyPr wrap="none" lIns="90000" rIns="90000" tIns="45000" bIns="45000" anchor="t">
            <a:spAutoFit/>
          </a:bodyPr>
          <a:p>
            <a:pPr>
              <a:lnSpc>
                <a:spcPct val="100000"/>
              </a:lnSpc>
            </a:pPr>
            <a:r>
              <a:rPr b="0" lang="ja-JP" sz="2800" strike="noStrike" u="none">
                <a:solidFill>
                  <a:schemeClr val="dk1"/>
                </a:solidFill>
                <a:effectLst/>
                <a:uFillTx/>
                <a:latin typeface="ＭＳ Ｐゴシック"/>
                <a:ea typeface="ＭＳ Ｐゴシック"/>
              </a:rPr>
              <a:t>２－２</a:t>
            </a:r>
            <a:r>
              <a:rPr b="0" lang="en-US" sz="2800" strike="noStrike" u="none">
                <a:solidFill>
                  <a:schemeClr val="dk1"/>
                </a:solidFill>
                <a:effectLst/>
                <a:uFillTx/>
                <a:latin typeface="ＭＳ Ｐゴシック"/>
                <a:ea typeface="ＭＳ Ｐゴシック"/>
              </a:rPr>
              <a:t> </a:t>
            </a:r>
            <a:endParaRPr b="0" lang="en-US" sz="2800" strike="noStrike" u="none">
              <a:solidFill>
                <a:srgbClr val="000000"/>
              </a:solidFill>
              <a:effectLst/>
              <a:uFillTx/>
              <a:latin typeface="Arial"/>
            </a:endParaRPr>
          </a:p>
        </p:txBody>
      </p:sp>
      <p:sp>
        <p:nvSpPr>
          <p:cNvPr id="426" name="テキスト ボックス 6"/>
          <p:cNvSpPr/>
          <p:nvPr/>
        </p:nvSpPr>
        <p:spPr>
          <a:xfrm>
            <a:off x="415800" y="1268280"/>
            <a:ext cx="1728360" cy="394920"/>
          </a:xfrm>
          <a:prstGeom prst="rect">
            <a:avLst/>
          </a:prstGeom>
          <a:solidFill>
            <a:srgbClr val="ffffcc"/>
          </a:solidFill>
          <a:ln w="28575">
            <a:solidFill>
              <a:srgbClr val="000000"/>
            </a:solidFill>
            <a:miter/>
          </a:ln>
        </p:spPr>
        <p:style>
          <a:lnRef idx="0"/>
          <a:fillRef idx="0"/>
          <a:effectRef idx="0"/>
          <a:fontRef idx="minor"/>
        </p:style>
        <p:txBody>
          <a:bodyPr lIns="90000" rIns="90000" tIns="45000" bIns="45000" anchor="t">
            <a:spAutoFit/>
          </a:bodyPr>
          <a:p>
            <a:pPr>
              <a:lnSpc>
                <a:spcPct val="100000"/>
              </a:lnSpc>
            </a:pPr>
            <a:r>
              <a:rPr b="1" lang="ja-JP" sz="1800" strike="noStrike" u="none">
                <a:solidFill>
                  <a:schemeClr val="dk1"/>
                </a:solidFill>
                <a:effectLst/>
                <a:uFillTx/>
                <a:latin typeface="Tw Cen MT"/>
                <a:ea typeface="ＭＳ Ｐゴシック"/>
              </a:rPr>
              <a:t>発明であること</a:t>
            </a:r>
            <a:endParaRPr b="0" lang="en-US" sz="1800" strike="noStrike" u="none">
              <a:solidFill>
                <a:srgbClr val="000000"/>
              </a:solidFill>
              <a:effectLst/>
              <a:uFillTx/>
              <a:latin typeface="Arial"/>
            </a:endParaRPr>
          </a:p>
        </p:txBody>
      </p:sp>
      <p:sp>
        <p:nvSpPr>
          <p:cNvPr id="427" name="テキスト ボックス 6"/>
          <p:cNvSpPr/>
          <p:nvPr/>
        </p:nvSpPr>
        <p:spPr>
          <a:xfrm>
            <a:off x="6681960" y="6237360"/>
            <a:ext cx="3024000" cy="307440"/>
          </a:xfrm>
          <a:prstGeom prst="rect">
            <a:avLst/>
          </a:prstGeom>
          <a:solidFill>
            <a:schemeClr val="accent2">
              <a:lumMod val="20000"/>
              <a:lumOff val="80000"/>
            </a:schemeClr>
          </a:solidFill>
          <a:ln w="28575">
            <a:solidFill>
              <a:srgbClr val="000000"/>
            </a:solidFill>
            <a:miter/>
          </a:ln>
        </p:spPr>
        <p:style>
          <a:lnRef idx="0"/>
          <a:fillRef idx="0"/>
          <a:effectRef idx="0"/>
          <a:fontRef idx="minor"/>
        </p:style>
        <p:txBody>
          <a:bodyPr lIns="90000" rIns="90000" tIns="45000" bIns="45000" anchor="t">
            <a:spAutoFit/>
          </a:bodyPr>
          <a:p>
            <a:pPr>
              <a:lnSpc>
                <a:spcPct val="100000"/>
              </a:lnSpc>
            </a:pPr>
            <a:r>
              <a:rPr b="1" lang="ja-JP" sz="1400" strike="noStrike" u="none">
                <a:solidFill>
                  <a:schemeClr val="dk1"/>
                </a:solidFill>
                <a:effectLst/>
                <a:uFillTx/>
                <a:latin typeface="Tw Cen MT"/>
                <a:ea typeface="ＭＳ Ｐゴシック"/>
              </a:rPr>
              <a:t>特許要件の詳細は、次のスライドへ</a:t>
            </a:r>
            <a:endParaRPr b="0" lang="en-US" sz="1400" strike="noStrike" u="none">
              <a:solidFill>
                <a:srgbClr val="000000"/>
              </a:solidFill>
              <a:effectLst/>
              <a:uFillTx/>
              <a:latin typeface="Arial"/>
            </a:endParaRPr>
          </a:p>
        </p:txBody>
      </p:sp>
      <p:sp>
        <p:nvSpPr>
          <p:cNvPr id="428" name="PlaceHolder 2"/>
          <p:cNvSpPr>
            <a:spLocks noGrp="1"/>
          </p:cNvSpPr>
          <p:nvPr>
            <p:ph type="sldNum" idx="135"/>
          </p:nvPr>
        </p:nvSpPr>
        <p:spPr>
          <a:xfrm>
            <a:off x="9328320" y="6597720"/>
            <a:ext cx="577440" cy="244080"/>
          </a:xfrm>
          <a:prstGeom prst="rect">
            <a:avLst/>
          </a:prstGeom>
          <a:noFill/>
          <a:ln w="0">
            <a:noFill/>
          </a:ln>
        </p:spPr>
        <p:txBody>
          <a:bodyPr numCol="1" spcCol="0" lIns="91440" rIns="91440" tIns="45720" bIns="45720" anchor="ctr">
            <a:normAutofit fontScale="70000" lnSpcReduction="19999"/>
          </a:bodyPr>
          <a:lstStyle>
            <a:lvl1pPr indent="0" algn="ctr">
              <a:lnSpc>
                <a:spcPct val="100000"/>
              </a:lnSpc>
              <a:buNone/>
              <a:defRPr b="1" lang="en-US" sz="1400" strike="noStrike" u="none">
                <a:solidFill>
                  <a:srgbClr val="000000"/>
                </a:solidFill>
                <a:effectLst/>
                <a:uFillTx/>
                <a:latin typeface="Tw Cen MT"/>
                <a:ea typeface="ＭＳ Ｐゴシック"/>
              </a:defRPr>
            </a:lvl1pPr>
          </a:lstStyle>
          <a:p>
            <a:pPr indent="0" algn="ctr">
              <a:lnSpc>
                <a:spcPct val="100000"/>
              </a:lnSpc>
              <a:buNone/>
            </a:pPr>
            <a:fld id="{66817A8D-04F8-4165-8A16-B88C0A6BE62A}" type="slidenum">
              <a:rPr b="1" lang="en-US" sz="1400" strike="noStrike" u="none">
                <a:solidFill>
                  <a:srgbClr val="000000"/>
                </a:solidFill>
                <a:effectLst/>
                <a:uFillTx/>
                <a:latin typeface="Tw Cen MT"/>
                <a:ea typeface="ＭＳ Ｐゴシック"/>
              </a:rPr>
              <a:t>4</a:t>
            </a:fld>
            <a:endParaRPr b="0" lang="en-US" sz="1400" strike="noStrike" u="none">
              <a:solidFill>
                <a:srgbClr val="000000"/>
              </a:solidFill>
              <a:effectLst/>
              <a:uFillTx/>
              <a:latin typeface="游明朝"/>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9" name="Rectangle 7"/>
          <p:cNvSpPr/>
          <p:nvPr/>
        </p:nvSpPr>
        <p:spPr>
          <a:xfrm>
            <a:off x="0" y="15840"/>
            <a:ext cx="1034640" cy="523440"/>
          </a:xfrm>
          <a:prstGeom prst="rect">
            <a:avLst/>
          </a:prstGeom>
          <a:noFill/>
          <a:ln w="9525">
            <a:noFill/>
          </a:ln>
        </p:spPr>
        <p:style>
          <a:lnRef idx="0"/>
          <a:fillRef idx="0"/>
          <a:effectRef idx="0"/>
          <a:fontRef idx="minor"/>
        </p:style>
        <p:txBody>
          <a:bodyPr wrap="none" lIns="90000" rIns="90000" tIns="45000" bIns="45000" anchor="t">
            <a:spAutoFit/>
          </a:bodyPr>
          <a:p>
            <a:pPr>
              <a:lnSpc>
                <a:spcPct val="100000"/>
              </a:lnSpc>
            </a:pPr>
            <a:r>
              <a:rPr b="0" lang="ja-JP" sz="2800" strike="noStrike" u="none">
                <a:solidFill>
                  <a:schemeClr val="dk1"/>
                </a:solidFill>
                <a:effectLst/>
                <a:uFillTx/>
                <a:latin typeface="ＭＳ Ｐゴシック"/>
                <a:ea typeface="ＭＳ Ｐゴシック"/>
              </a:rPr>
              <a:t>２－３</a:t>
            </a:r>
            <a:endParaRPr b="0" lang="en-US" sz="2800" strike="noStrike" u="none">
              <a:solidFill>
                <a:srgbClr val="000000"/>
              </a:solidFill>
              <a:effectLst/>
              <a:uFillTx/>
              <a:latin typeface="Arial"/>
            </a:endParaRPr>
          </a:p>
        </p:txBody>
      </p:sp>
      <p:sp>
        <p:nvSpPr>
          <p:cNvPr id="430" name="PlaceHolder 1"/>
          <p:cNvSpPr>
            <a:spLocks noGrp="1"/>
          </p:cNvSpPr>
          <p:nvPr>
            <p:ph type="title"/>
          </p:nvPr>
        </p:nvSpPr>
        <p:spPr>
          <a:xfrm>
            <a:off x="1638360" y="0"/>
            <a:ext cx="8625960" cy="907560"/>
          </a:xfrm>
          <a:prstGeom prst="rect">
            <a:avLst/>
          </a:prstGeom>
          <a:noFill/>
          <a:ln w="9360">
            <a:noFill/>
          </a:ln>
        </p:spPr>
        <p:txBody>
          <a:bodyPr numCol="1" spcCol="0" lIns="91440" rIns="91440" tIns="45720" bIns="45720" anchor="ctr">
            <a:noAutofit/>
          </a:bodyPr>
          <a:p>
            <a:pPr indent="0">
              <a:lnSpc>
                <a:spcPct val="100000"/>
              </a:lnSpc>
              <a:buNone/>
            </a:pPr>
            <a:r>
              <a:rPr b="0" lang="ja-JP" sz="3600" strike="noStrike" u="none">
                <a:solidFill>
                  <a:schemeClr val="dk1"/>
                </a:solidFill>
                <a:effectLst/>
                <a:uFillTx/>
                <a:latin typeface="ＭＳ Ｐゴシック"/>
                <a:ea typeface="ＭＳ Ｐゴシック"/>
              </a:rPr>
              <a:t>新規性について</a:t>
            </a:r>
            <a:endParaRPr b="0" lang="en-US" sz="3600" strike="noStrike" u="none">
              <a:solidFill>
                <a:schemeClr val="dk1"/>
              </a:solidFill>
              <a:effectLst/>
              <a:uFillTx/>
              <a:latin typeface="Tw Cen MT"/>
            </a:endParaRPr>
          </a:p>
        </p:txBody>
      </p:sp>
      <p:sp>
        <p:nvSpPr>
          <p:cNvPr id="431" name="AutoShape 13"/>
          <p:cNvSpPr/>
          <p:nvPr/>
        </p:nvSpPr>
        <p:spPr>
          <a:xfrm>
            <a:off x="268200" y="2781360"/>
            <a:ext cx="6686280" cy="2776320"/>
          </a:xfrm>
          <a:prstGeom prst="rightArrow">
            <a:avLst>
              <a:gd name="adj1" fmla="val 79306"/>
              <a:gd name="adj2" fmla="val 50573"/>
            </a:avLst>
          </a:prstGeom>
          <a:solidFill>
            <a:srgbClr val="e8f2d3"/>
          </a:solidFill>
          <a:ln w="28575">
            <a:solidFill>
              <a:srgbClr val="002060"/>
            </a:solidFill>
            <a:miter/>
          </a:ln>
        </p:spPr>
        <p:style>
          <a:lnRef idx="0"/>
          <a:fillRef idx="0"/>
          <a:effectRef idx="0"/>
          <a:fontRef idx="minor"/>
        </p:style>
        <p:txBody>
          <a:bodyPr wrap="none" lIns="90000" rIns="90000" tIns="45000" bIns="45000" anchor="ctr">
            <a:noAutofit/>
          </a:bodyPr>
          <a:p>
            <a:pPr>
              <a:lnSpc>
                <a:spcPct val="100000"/>
              </a:lnSpc>
            </a:pPr>
            <a:endParaRPr b="0" lang="en-US" sz="1800" strike="noStrike" u="none">
              <a:solidFill>
                <a:srgbClr val="000000"/>
              </a:solidFill>
              <a:effectLst/>
              <a:uFillTx/>
              <a:latin typeface="Tw Cen MT"/>
              <a:ea typeface="SimSun"/>
            </a:endParaRPr>
          </a:p>
        </p:txBody>
      </p:sp>
      <p:sp>
        <p:nvSpPr>
          <p:cNvPr id="432" name="AutoShape 17"/>
          <p:cNvSpPr/>
          <p:nvPr/>
        </p:nvSpPr>
        <p:spPr>
          <a:xfrm>
            <a:off x="5796000" y="4508640"/>
            <a:ext cx="3462120" cy="1337760"/>
          </a:xfrm>
          <a:prstGeom prst="foldedCorner">
            <a:avLst>
              <a:gd name="adj" fmla="val 28381"/>
            </a:avLst>
          </a:prstGeom>
          <a:solidFill>
            <a:srgbClr val="fdfece"/>
          </a:solidFill>
          <a:ln w="15875">
            <a:solidFill>
              <a:srgbClr val="000000"/>
            </a:solidFill>
            <a:round/>
          </a:ln>
        </p:spPr>
        <p:style>
          <a:lnRef idx="0"/>
          <a:fillRef idx="0"/>
          <a:effectRef idx="0"/>
          <a:fontRef idx="minor"/>
        </p:style>
        <p:txBody>
          <a:bodyPr wrap="none" lIns="90000" rIns="90000" tIns="46800" bIns="46800" anchor="t">
            <a:noAutofit/>
          </a:bodyPr>
          <a:p>
            <a:pPr>
              <a:lnSpc>
                <a:spcPct val="100000"/>
              </a:lnSpc>
            </a:pPr>
            <a:r>
              <a:rPr b="1" lang="ja-JP" sz="2000" strike="noStrike" u="none">
                <a:solidFill>
                  <a:srgbClr val="000000"/>
                </a:solidFill>
                <a:effectLst/>
                <a:uFillTx/>
                <a:latin typeface="ＭＳ Ｐゴシック"/>
                <a:ea typeface="ＭＳ Ｐゴシック"/>
              </a:rPr>
              <a:t>新規性喪失の例外（第</a:t>
            </a:r>
            <a:r>
              <a:rPr b="1" lang="en-US" sz="2000" strike="noStrike" u="none">
                <a:solidFill>
                  <a:srgbClr val="000000"/>
                </a:solidFill>
                <a:effectLst/>
                <a:uFillTx/>
                <a:latin typeface="ＭＳ Ｐゴシック"/>
                <a:ea typeface="ＭＳ Ｐゴシック"/>
              </a:rPr>
              <a:t>30</a:t>
            </a:r>
            <a:r>
              <a:rPr b="1" lang="ja-JP" sz="2000" strike="noStrike" u="none">
                <a:solidFill>
                  <a:srgbClr val="000000"/>
                </a:solidFill>
                <a:effectLst/>
                <a:uFillTx/>
                <a:latin typeface="ＭＳ Ｐゴシック"/>
                <a:ea typeface="ＭＳ Ｐゴシック"/>
              </a:rPr>
              <a:t>条）</a:t>
            </a:r>
            <a:endParaRPr b="0" lang="en-US" sz="2000" strike="noStrike" u="none">
              <a:solidFill>
                <a:srgbClr val="000000"/>
              </a:solidFill>
              <a:effectLst/>
              <a:uFillTx/>
              <a:latin typeface="Arial"/>
            </a:endParaRPr>
          </a:p>
          <a:p>
            <a:pPr>
              <a:lnSpc>
                <a:spcPct val="100000"/>
              </a:lnSpc>
            </a:pPr>
            <a:r>
              <a:rPr b="1" lang="ja-JP" sz="1800" strike="noStrike" u="none">
                <a:solidFill>
                  <a:srgbClr val="000000"/>
                </a:solidFill>
                <a:effectLst/>
                <a:uFillTx/>
                <a:latin typeface="ＭＳ Ｐゴシック"/>
                <a:ea typeface="ＭＳ Ｐゴシック"/>
              </a:rPr>
              <a:t>・自らが研究会発表</a:t>
            </a:r>
            <a:endParaRPr b="0" lang="en-US" sz="1800" strike="noStrike" u="none">
              <a:solidFill>
                <a:srgbClr val="000000"/>
              </a:solidFill>
              <a:effectLst/>
              <a:uFillTx/>
              <a:latin typeface="Arial"/>
            </a:endParaRPr>
          </a:p>
          <a:p>
            <a:pPr>
              <a:lnSpc>
                <a:spcPct val="100000"/>
              </a:lnSpc>
            </a:pPr>
            <a:r>
              <a:rPr b="1" lang="ja-JP" sz="1800" strike="noStrike" u="none">
                <a:solidFill>
                  <a:srgbClr val="000000"/>
                </a:solidFill>
                <a:effectLst/>
                <a:uFillTx/>
                <a:latin typeface="ＭＳ Ｐゴシック"/>
                <a:ea typeface="ＭＳ Ｐゴシック"/>
              </a:rPr>
              <a:t>・自らが博覧会へ出品</a:t>
            </a:r>
            <a:endParaRPr b="0" lang="en-US" sz="1800" strike="noStrike" u="none">
              <a:solidFill>
                <a:srgbClr val="000000"/>
              </a:solidFill>
              <a:effectLst/>
              <a:uFillTx/>
              <a:latin typeface="Arial"/>
            </a:endParaRPr>
          </a:p>
          <a:p>
            <a:pPr>
              <a:lnSpc>
                <a:spcPct val="100000"/>
              </a:lnSpc>
            </a:pPr>
            <a:r>
              <a:rPr b="1" lang="ja-JP" sz="1800" strike="noStrike" u="none">
                <a:solidFill>
                  <a:srgbClr val="000000"/>
                </a:solidFill>
                <a:effectLst/>
                <a:uFillTx/>
                <a:latin typeface="Tw Cen MT"/>
                <a:ea typeface="ＭＳ Ｐゴシック"/>
              </a:rPr>
              <a:t>・自らがＴＶに発表　　　等</a:t>
            </a:r>
            <a:endParaRPr b="0" lang="en-US" sz="1800" strike="noStrike" u="none">
              <a:solidFill>
                <a:srgbClr val="000000"/>
              </a:solidFill>
              <a:effectLst/>
              <a:uFillTx/>
              <a:latin typeface="Arial"/>
            </a:endParaRPr>
          </a:p>
        </p:txBody>
      </p:sp>
      <p:sp>
        <p:nvSpPr>
          <p:cNvPr id="433" name="Text Box 5"/>
          <p:cNvSpPr/>
          <p:nvPr/>
        </p:nvSpPr>
        <p:spPr>
          <a:xfrm>
            <a:off x="201600" y="1341360"/>
            <a:ext cx="9575280" cy="1317240"/>
          </a:xfrm>
          <a:prstGeom prst="rect">
            <a:avLst/>
          </a:prstGeom>
          <a:solidFill>
            <a:srgbClr val="ffffff"/>
          </a:solidFill>
          <a:ln w="28575">
            <a:solidFill>
              <a:srgbClr val="006600"/>
            </a:solidFill>
            <a:miter/>
          </a:ln>
        </p:spPr>
        <p:style>
          <a:lnRef idx="0"/>
          <a:fillRef idx="0"/>
          <a:effectRef idx="0"/>
          <a:fontRef idx="minor"/>
        </p:style>
        <p:txBody>
          <a:bodyPr lIns="87120" rIns="87120" tIns="43560" bIns="43560" anchor="ctr">
            <a:spAutoFit/>
          </a:bodyPr>
          <a:p>
            <a:pPr>
              <a:lnSpc>
                <a:spcPts val="2401"/>
              </a:lnSpc>
            </a:pPr>
            <a:r>
              <a:rPr b="1" lang="ja-JP" sz="1800" strike="noStrike" u="none">
                <a:solidFill>
                  <a:srgbClr val="000000"/>
                </a:solidFill>
                <a:effectLst/>
                <a:uFillTx/>
                <a:latin typeface="ＭＳ Ｐゴシック"/>
                <a:ea typeface="ＭＳ Ｐゴシック"/>
              </a:rPr>
              <a:t>　　</a:t>
            </a:r>
            <a:r>
              <a:rPr b="1" lang="en-US" sz="1800" strike="noStrike" u="none">
                <a:solidFill>
                  <a:srgbClr val="000000"/>
                </a:solidFill>
                <a:effectLst/>
                <a:uFillTx/>
                <a:latin typeface="ＭＳ Ｐゴシック"/>
                <a:ea typeface="ＭＳ Ｐゴシック"/>
              </a:rPr>
              <a:t>1</a:t>
            </a:r>
            <a:r>
              <a:rPr b="1" lang="zh-CN" sz="1800" strike="noStrike" u="none">
                <a:solidFill>
                  <a:srgbClr val="000000"/>
                </a:solidFill>
                <a:effectLst/>
                <a:uFillTx/>
                <a:latin typeface="ＭＳ Ｐゴシック"/>
                <a:ea typeface="ＭＳ Ｐゴシック"/>
              </a:rPr>
              <a:t>．特許出願前に日本国内又は外国において</a:t>
            </a:r>
            <a:r>
              <a:rPr b="1" lang="zh-CN" sz="1800" strike="noStrike" u="none">
                <a:solidFill>
                  <a:srgbClr val="ff0000"/>
                </a:solidFill>
                <a:effectLst/>
                <a:uFillTx/>
                <a:latin typeface="ＭＳ Ｐゴシック"/>
                <a:ea typeface="ＭＳ Ｐゴシック"/>
              </a:rPr>
              <a:t>公然知られた</a:t>
            </a:r>
            <a:r>
              <a:rPr b="1" lang="zh-CN" sz="1800" strike="noStrike" u="none">
                <a:solidFill>
                  <a:srgbClr val="000000"/>
                </a:solidFill>
                <a:effectLst/>
                <a:uFillTx/>
                <a:latin typeface="ＭＳ Ｐゴシック"/>
                <a:ea typeface="ＭＳ Ｐゴシック"/>
              </a:rPr>
              <a:t>発明</a:t>
            </a:r>
            <a:endParaRPr b="0" lang="en-US" sz="1800" strike="noStrike" u="none">
              <a:solidFill>
                <a:srgbClr val="000000"/>
              </a:solidFill>
              <a:effectLst/>
              <a:uFillTx/>
              <a:latin typeface="Arial"/>
            </a:endParaRPr>
          </a:p>
          <a:p>
            <a:pPr>
              <a:lnSpc>
                <a:spcPts val="2401"/>
              </a:lnSpc>
            </a:pPr>
            <a:r>
              <a:rPr b="1" lang="ja-JP" sz="1800" strike="noStrike" u="none">
                <a:solidFill>
                  <a:srgbClr val="000000"/>
                </a:solidFill>
                <a:effectLst/>
                <a:uFillTx/>
                <a:latin typeface="ＭＳ Ｐゴシック"/>
                <a:ea typeface="ＭＳ Ｐゴシック"/>
              </a:rPr>
              <a:t>　　</a:t>
            </a:r>
            <a:r>
              <a:rPr b="1" lang="en-US" sz="1800" strike="noStrike" u="none">
                <a:solidFill>
                  <a:srgbClr val="000000"/>
                </a:solidFill>
                <a:effectLst/>
                <a:uFillTx/>
                <a:latin typeface="ＭＳ Ｐゴシック"/>
                <a:ea typeface="ＭＳ Ｐゴシック"/>
              </a:rPr>
              <a:t>2</a:t>
            </a:r>
            <a:r>
              <a:rPr b="1" lang="zh-CN" sz="1800" strike="noStrike" u="none">
                <a:solidFill>
                  <a:srgbClr val="000000"/>
                </a:solidFill>
                <a:effectLst/>
                <a:uFillTx/>
                <a:latin typeface="ＭＳ Ｐゴシック"/>
                <a:ea typeface="ＭＳ Ｐゴシック"/>
              </a:rPr>
              <a:t>．特許出願前に日本国内又は外国において</a:t>
            </a:r>
            <a:r>
              <a:rPr b="1" lang="zh-CN" sz="1800" strike="noStrike" u="none">
                <a:solidFill>
                  <a:srgbClr val="ff0000"/>
                </a:solidFill>
                <a:effectLst/>
                <a:uFillTx/>
                <a:latin typeface="ＭＳ Ｐゴシック"/>
                <a:ea typeface="ＭＳ Ｐゴシック"/>
              </a:rPr>
              <a:t>公然実施をされた</a:t>
            </a:r>
            <a:r>
              <a:rPr b="1" lang="zh-CN" sz="1800" strike="noStrike" u="none">
                <a:solidFill>
                  <a:srgbClr val="000000"/>
                </a:solidFill>
                <a:effectLst/>
                <a:uFillTx/>
                <a:latin typeface="ＭＳ Ｐゴシック"/>
                <a:ea typeface="ＭＳ Ｐゴシック"/>
              </a:rPr>
              <a:t>発明</a:t>
            </a:r>
            <a:endParaRPr b="0" lang="en-US" sz="1800" strike="noStrike" u="none">
              <a:solidFill>
                <a:srgbClr val="000000"/>
              </a:solidFill>
              <a:effectLst/>
              <a:uFillTx/>
              <a:latin typeface="Arial"/>
            </a:endParaRPr>
          </a:p>
          <a:p>
            <a:pPr>
              <a:lnSpc>
                <a:spcPts val="2401"/>
              </a:lnSpc>
            </a:pPr>
            <a:r>
              <a:rPr b="1" lang="ja-JP" sz="1800" strike="noStrike" u="none">
                <a:solidFill>
                  <a:srgbClr val="000000"/>
                </a:solidFill>
                <a:effectLst/>
                <a:uFillTx/>
                <a:latin typeface="ＭＳ Ｐゴシック"/>
                <a:ea typeface="ＭＳ Ｐゴシック"/>
              </a:rPr>
              <a:t>　　</a:t>
            </a:r>
            <a:r>
              <a:rPr b="1" lang="en-US" sz="1800" strike="noStrike" u="none">
                <a:solidFill>
                  <a:srgbClr val="000000"/>
                </a:solidFill>
                <a:effectLst/>
                <a:uFillTx/>
                <a:latin typeface="ＭＳ Ｐゴシック"/>
                <a:ea typeface="ＭＳ Ｐゴシック"/>
              </a:rPr>
              <a:t>3</a:t>
            </a:r>
            <a:r>
              <a:rPr b="1" lang="zh-CN" sz="1800" strike="noStrike" u="none">
                <a:solidFill>
                  <a:srgbClr val="000000"/>
                </a:solidFill>
                <a:effectLst/>
                <a:uFillTx/>
                <a:latin typeface="ＭＳ Ｐゴシック"/>
                <a:ea typeface="ＭＳ Ｐゴシック"/>
              </a:rPr>
              <a:t>．特許出願前に日本国内又は外国において、</a:t>
            </a:r>
            <a:r>
              <a:rPr b="1" lang="zh-CN" sz="1800" strike="noStrike" u="none">
                <a:solidFill>
                  <a:srgbClr val="ff0000"/>
                </a:solidFill>
                <a:effectLst/>
                <a:uFillTx/>
                <a:latin typeface="ＭＳ Ｐゴシック"/>
                <a:ea typeface="ＭＳ Ｐゴシック"/>
              </a:rPr>
              <a:t>頒布された刊行物に記載された発明</a:t>
            </a:r>
            <a:br>
              <a:rPr sz="1800"/>
            </a:br>
            <a:r>
              <a:rPr b="1" lang="ja-JP" sz="1800" strike="noStrike" u="none">
                <a:solidFill>
                  <a:srgbClr val="ff0000"/>
                </a:solidFill>
                <a:effectLst/>
                <a:uFillTx/>
                <a:latin typeface="ＭＳ Ｐゴシック"/>
                <a:ea typeface="ＭＳ Ｐゴシック"/>
              </a:rPr>
              <a:t>　　　　</a:t>
            </a:r>
            <a:r>
              <a:rPr b="1" lang="zh-CN" sz="1800" strike="noStrike" u="none">
                <a:solidFill>
                  <a:srgbClr val="ff0000"/>
                </a:solidFill>
                <a:effectLst/>
                <a:uFillTx/>
                <a:latin typeface="ＭＳ Ｐゴシック"/>
                <a:ea typeface="ＭＳ Ｐゴシック"/>
              </a:rPr>
              <a:t>又は電気通信回線を通じて公衆に利用可能となつた</a:t>
            </a:r>
            <a:r>
              <a:rPr b="1" lang="zh-CN" sz="1800" strike="noStrike" u="none">
                <a:solidFill>
                  <a:srgbClr val="000000"/>
                </a:solidFill>
                <a:effectLst/>
                <a:uFillTx/>
                <a:latin typeface="ＭＳ Ｐゴシック"/>
                <a:ea typeface="ＭＳ Ｐゴシック"/>
              </a:rPr>
              <a:t>発明</a:t>
            </a:r>
            <a:r>
              <a:rPr b="1" lang="ja-JP" sz="1800" strike="noStrike" u="none">
                <a:solidFill>
                  <a:srgbClr val="000000"/>
                </a:solidFill>
                <a:effectLst/>
                <a:uFillTx/>
                <a:latin typeface="ＭＳ Ｐゴシック"/>
                <a:ea typeface="ＭＳ Ｐゴシック"/>
              </a:rPr>
              <a:t>　（</a:t>
            </a:r>
            <a:r>
              <a:rPr b="1" lang="en-US" sz="1800" strike="noStrike" u="none">
                <a:solidFill>
                  <a:srgbClr val="000000"/>
                </a:solidFill>
                <a:effectLst/>
                <a:uFillTx/>
                <a:latin typeface="ＭＳ Ｐゴシック"/>
                <a:ea typeface="ＭＳ Ｐゴシック"/>
              </a:rPr>
              <a:t>29</a:t>
            </a:r>
            <a:r>
              <a:rPr b="1" lang="ja-JP" sz="1800" strike="noStrike" u="none">
                <a:solidFill>
                  <a:srgbClr val="000000"/>
                </a:solidFill>
                <a:effectLst/>
                <a:uFillTx/>
                <a:latin typeface="ＭＳ Ｐゴシック"/>
                <a:ea typeface="ＭＳ Ｐゴシック"/>
              </a:rPr>
              <a:t>条</a:t>
            </a:r>
            <a:r>
              <a:rPr b="1" lang="en-US" sz="1800" strike="noStrike" u="none">
                <a:solidFill>
                  <a:srgbClr val="000000"/>
                </a:solidFill>
                <a:effectLst/>
                <a:uFillTx/>
                <a:latin typeface="ＭＳ Ｐゴシック"/>
                <a:ea typeface="ＭＳ Ｐゴシック"/>
              </a:rPr>
              <a:t>1</a:t>
            </a:r>
            <a:r>
              <a:rPr b="1" lang="ja-JP" sz="1800" strike="noStrike" u="none">
                <a:solidFill>
                  <a:srgbClr val="000000"/>
                </a:solidFill>
                <a:effectLst/>
                <a:uFillTx/>
                <a:latin typeface="ＭＳ Ｐゴシック"/>
                <a:ea typeface="ＭＳ Ｐゴシック"/>
              </a:rPr>
              <a:t>項）</a:t>
            </a:r>
            <a:endParaRPr b="0" lang="en-US" sz="1800" strike="noStrike" u="none">
              <a:solidFill>
                <a:srgbClr val="000000"/>
              </a:solidFill>
              <a:effectLst/>
              <a:uFillTx/>
              <a:latin typeface="Arial"/>
            </a:endParaRPr>
          </a:p>
        </p:txBody>
      </p:sp>
      <p:sp>
        <p:nvSpPr>
          <p:cNvPr id="434" name="Rectangle 9"/>
          <p:cNvSpPr/>
          <p:nvPr/>
        </p:nvSpPr>
        <p:spPr>
          <a:xfrm>
            <a:off x="1371600" y="2957400"/>
            <a:ext cx="3796920" cy="685440"/>
          </a:xfrm>
          <a:prstGeom prst="rect">
            <a:avLst/>
          </a:prstGeom>
          <a:gradFill rotWithShape="0">
            <a:gsLst>
              <a:gs pos="0">
                <a:srgbClr val="75e5ff"/>
              </a:gs>
              <a:gs pos="50000">
                <a:srgbClr val="f0fcff"/>
              </a:gs>
              <a:gs pos="100000">
                <a:srgbClr val="4bddff"/>
              </a:gs>
            </a:gsLst>
            <a:lin ang="5400000"/>
          </a:gradFill>
          <a:ln w="25400">
            <a:solidFill>
              <a:srgbClr val="002060"/>
            </a:solidFill>
            <a:miter/>
          </a:ln>
        </p:spPr>
        <p:style>
          <a:lnRef idx="0"/>
          <a:fillRef idx="0"/>
          <a:effectRef idx="0"/>
          <a:fontRef idx="minor"/>
        </p:style>
        <p:txBody>
          <a:bodyPr wrap="none" lIns="87120" rIns="87120" tIns="43560" bIns="43560" anchor="ctr">
            <a:noAutofit/>
          </a:bodyPr>
          <a:p>
            <a:pPr algn="ctr">
              <a:lnSpc>
                <a:spcPct val="100000"/>
              </a:lnSpc>
            </a:pPr>
            <a:r>
              <a:rPr b="1" lang="ja-JP" sz="2400" strike="noStrike" u="none">
                <a:solidFill>
                  <a:srgbClr val="000066"/>
                </a:solidFill>
                <a:effectLst/>
                <a:uFillTx/>
                <a:latin typeface="ＭＳ Ｐゴシック"/>
                <a:ea typeface="ＭＳ Ｐゴシック"/>
              </a:rPr>
              <a:t>公然と知られた発明</a:t>
            </a:r>
            <a:endParaRPr b="0" lang="en-US" sz="2400" strike="noStrike" u="none">
              <a:solidFill>
                <a:srgbClr val="000000"/>
              </a:solidFill>
              <a:effectLst/>
              <a:uFillTx/>
              <a:latin typeface="Arial"/>
            </a:endParaRPr>
          </a:p>
        </p:txBody>
      </p:sp>
      <p:sp>
        <p:nvSpPr>
          <p:cNvPr id="435" name="Rectangle 10"/>
          <p:cNvSpPr/>
          <p:nvPr/>
        </p:nvSpPr>
        <p:spPr>
          <a:xfrm>
            <a:off x="1371600" y="3857760"/>
            <a:ext cx="3796920" cy="685440"/>
          </a:xfrm>
          <a:prstGeom prst="rect">
            <a:avLst/>
          </a:prstGeom>
          <a:gradFill rotWithShape="0">
            <a:gsLst>
              <a:gs pos="0">
                <a:srgbClr val="75e5ff"/>
              </a:gs>
              <a:gs pos="50000">
                <a:srgbClr val="f0fcff"/>
              </a:gs>
              <a:gs pos="100000">
                <a:srgbClr val="4bddff"/>
              </a:gs>
            </a:gsLst>
            <a:lin ang="5400000"/>
          </a:gradFill>
          <a:ln w="28575">
            <a:solidFill>
              <a:srgbClr val="002060"/>
            </a:solidFill>
            <a:miter/>
          </a:ln>
        </p:spPr>
        <p:style>
          <a:lnRef idx="0"/>
          <a:fillRef idx="0"/>
          <a:effectRef idx="0"/>
          <a:fontRef idx="minor"/>
        </p:style>
        <p:txBody>
          <a:bodyPr wrap="none" lIns="87120" rIns="87120" tIns="43560" bIns="43560" anchor="ctr">
            <a:noAutofit/>
          </a:bodyPr>
          <a:p>
            <a:pPr algn="ctr">
              <a:lnSpc>
                <a:spcPct val="100000"/>
              </a:lnSpc>
            </a:pPr>
            <a:r>
              <a:rPr b="1" lang="ja-JP" sz="2400" strike="noStrike" u="none">
                <a:solidFill>
                  <a:srgbClr val="000066"/>
                </a:solidFill>
                <a:effectLst/>
                <a:uFillTx/>
                <a:latin typeface="ＭＳ Ｐゴシック"/>
                <a:ea typeface="ＭＳ Ｐゴシック"/>
              </a:rPr>
              <a:t>公然と実施された発明</a:t>
            </a:r>
            <a:endParaRPr b="0" lang="en-US" sz="2400" strike="noStrike" u="none">
              <a:solidFill>
                <a:srgbClr val="000000"/>
              </a:solidFill>
              <a:effectLst/>
              <a:uFillTx/>
              <a:latin typeface="Arial"/>
            </a:endParaRPr>
          </a:p>
        </p:txBody>
      </p:sp>
      <p:sp>
        <p:nvSpPr>
          <p:cNvPr id="436" name="Rectangle 11"/>
          <p:cNvSpPr/>
          <p:nvPr/>
        </p:nvSpPr>
        <p:spPr>
          <a:xfrm>
            <a:off x="1363680" y="4775040"/>
            <a:ext cx="3796920" cy="685440"/>
          </a:xfrm>
          <a:prstGeom prst="rect">
            <a:avLst/>
          </a:prstGeom>
          <a:gradFill rotWithShape="0">
            <a:gsLst>
              <a:gs pos="0">
                <a:srgbClr val="75e5ff"/>
              </a:gs>
              <a:gs pos="50000">
                <a:srgbClr val="f0fcff"/>
              </a:gs>
              <a:gs pos="100000">
                <a:srgbClr val="4bddff"/>
              </a:gs>
            </a:gsLst>
            <a:lin ang="5400000"/>
          </a:gradFill>
          <a:ln w="28575">
            <a:solidFill>
              <a:srgbClr val="002060"/>
            </a:solidFill>
            <a:miter/>
          </a:ln>
        </p:spPr>
        <p:style>
          <a:lnRef idx="0"/>
          <a:fillRef idx="0"/>
          <a:effectRef idx="0"/>
          <a:fontRef idx="minor"/>
        </p:style>
        <p:txBody>
          <a:bodyPr wrap="none" lIns="87120" rIns="87120" tIns="43560" bIns="43560" anchor="ctr">
            <a:noAutofit/>
          </a:bodyPr>
          <a:p>
            <a:pPr algn="ctr">
              <a:lnSpc>
                <a:spcPct val="100000"/>
              </a:lnSpc>
            </a:pPr>
            <a:r>
              <a:rPr b="1" lang="ja-JP" sz="2400" strike="noStrike" u="none">
                <a:solidFill>
                  <a:srgbClr val="000066"/>
                </a:solidFill>
                <a:effectLst/>
                <a:uFillTx/>
                <a:latin typeface="ＭＳ Ｐゴシック"/>
                <a:ea typeface="ＭＳ Ｐゴシック"/>
              </a:rPr>
              <a:t>刊行物等に記載された発明</a:t>
            </a:r>
            <a:endParaRPr b="0" lang="en-US" sz="2400" strike="noStrike" u="none">
              <a:solidFill>
                <a:srgbClr val="000000"/>
              </a:solidFill>
              <a:effectLst/>
              <a:uFillTx/>
              <a:latin typeface="Arial"/>
            </a:endParaRPr>
          </a:p>
        </p:txBody>
      </p:sp>
      <p:sp>
        <p:nvSpPr>
          <p:cNvPr id="437" name="Rectangle 14"/>
          <p:cNvSpPr/>
          <p:nvPr/>
        </p:nvSpPr>
        <p:spPr>
          <a:xfrm>
            <a:off x="128520" y="2957400"/>
            <a:ext cx="990360" cy="2503080"/>
          </a:xfrm>
          <a:prstGeom prst="rect">
            <a:avLst/>
          </a:prstGeom>
          <a:solidFill>
            <a:srgbClr val="e8f2d3"/>
          </a:solidFill>
          <a:ln w="10000">
            <a:solidFill>
              <a:srgbClr val="002060"/>
            </a:solidFill>
            <a:round/>
          </a:ln>
          <a:effectLst>
            <a:outerShdw blurRad="38160" dir="5400000" dist="29880" rotWithShape="0">
              <a:srgbClr val="000000">
                <a:alpha val="45000"/>
              </a:srgbClr>
            </a:outerShdw>
          </a:effectLst>
        </p:spPr>
        <p:style>
          <a:lnRef idx="0"/>
          <a:fillRef idx="0"/>
          <a:effectRef idx="0"/>
          <a:fontRef idx="minor"/>
        </p:style>
        <p:txBody>
          <a:bodyPr wrap="none" lIns="87120" rIns="87120" tIns="43560" bIns="43560" anchor="ctr" vert="eaVert">
            <a:noAutofit/>
          </a:bodyPr>
          <a:p>
            <a:pPr algn="ctr">
              <a:lnSpc>
                <a:spcPct val="100000"/>
              </a:lnSpc>
            </a:pPr>
            <a:r>
              <a:rPr b="0" lang="ja-JP" sz="2800" strike="noStrike" u="none">
                <a:solidFill>
                  <a:srgbClr val="000000"/>
                </a:solidFill>
                <a:effectLst/>
                <a:uFillTx/>
                <a:latin typeface="ＭＳ Ｐゴシック"/>
                <a:ea typeface="ＭＳ Ｐゴシック"/>
              </a:rPr>
              <a:t>新規性が喪失</a:t>
            </a:r>
            <a:endParaRPr b="0" lang="en-US" sz="2800" strike="noStrike" u="none">
              <a:solidFill>
                <a:srgbClr val="000000"/>
              </a:solidFill>
              <a:effectLst/>
              <a:uFillTx/>
              <a:latin typeface="Arial"/>
            </a:endParaRPr>
          </a:p>
          <a:p>
            <a:pPr algn="ctr">
              <a:lnSpc>
                <a:spcPct val="100000"/>
              </a:lnSpc>
            </a:pPr>
            <a:r>
              <a:rPr b="0" lang="ja-JP" sz="2800" strike="noStrike" u="none">
                <a:solidFill>
                  <a:srgbClr val="000000"/>
                </a:solidFill>
                <a:effectLst/>
                <a:uFillTx/>
                <a:latin typeface="ＭＳ Ｐゴシック"/>
                <a:ea typeface="ＭＳ Ｐゴシック"/>
              </a:rPr>
              <a:t>しているもの</a:t>
            </a:r>
            <a:endParaRPr b="0" lang="en-US" sz="2800" strike="noStrike" u="none">
              <a:solidFill>
                <a:srgbClr val="000000"/>
              </a:solidFill>
              <a:effectLst/>
              <a:uFillTx/>
              <a:latin typeface="Arial"/>
            </a:endParaRPr>
          </a:p>
        </p:txBody>
      </p:sp>
      <p:sp>
        <p:nvSpPr>
          <p:cNvPr id="438" name="Rectangle 15"/>
          <p:cNvSpPr/>
          <p:nvPr/>
        </p:nvSpPr>
        <p:spPr>
          <a:xfrm>
            <a:off x="330120" y="5622840"/>
            <a:ext cx="7594200" cy="82980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r>
              <a:rPr b="1" lang="en-US" sz="1600" strike="noStrike" u="none">
                <a:solidFill>
                  <a:srgbClr val="ff0000"/>
                </a:solidFill>
                <a:effectLst/>
                <a:uFillTx/>
                <a:latin typeface="ＭＳ Ｐゴシック"/>
                <a:ea typeface="ＭＳ Ｐゴシック"/>
              </a:rPr>
              <a:t>×</a:t>
            </a:r>
            <a:r>
              <a:rPr b="1" lang="ja-JP" sz="1600" strike="noStrike" u="none">
                <a:solidFill>
                  <a:schemeClr val="dk1"/>
                </a:solidFill>
                <a:effectLst/>
                <a:uFillTx/>
                <a:latin typeface="ＭＳ Ｐゴシック"/>
                <a:ea typeface="ＭＳ Ｐゴシック"/>
              </a:rPr>
              <a:t>発表、テレビ放映</a:t>
            </a:r>
            <a:endParaRPr b="0" lang="en-US" sz="1600" strike="noStrike" u="none">
              <a:solidFill>
                <a:srgbClr val="000000"/>
              </a:solidFill>
              <a:effectLst/>
              <a:uFillTx/>
              <a:latin typeface="Arial"/>
            </a:endParaRPr>
          </a:p>
          <a:p>
            <a:pPr>
              <a:lnSpc>
                <a:spcPct val="100000"/>
              </a:lnSpc>
            </a:pPr>
            <a:r>
              <a:rPr b="1" lang="en-US" sz="1600" strike="noStrike" u="none">
                <a:solidFill>
                  <a:srgbClr val="ff0000"/>
                </a:solidFill>
                <a:effectLst/>
                <a:uFillTx/>
                <a:latin typeface="ＭＳ Ｐゴシック"/>
                <a:ea typeface="ＭＳ Ｐゴシック"/>
              </a:rPr>
              <a:t>×</a:t>
            </a:r>
            <a:r>
              <a:rPr b="1" lang="ja-JP" sz="1600" strike="noStrike" u="none">
                <a:solidFill>
                  <a:schemeClr val="dk1"/>
                </a:solidFill>
                <a:effectLst/>
                <a:uFillTx/>
                <a:latin typeface="ＭＳ Ｐゴシック"/>
                <a:ea typeface="ＭＳ Ｐゴシック"/>
              </a:rPr>
              <a:t>販売、製造状況の不特定者見学</a:t>
            </a:r>
            <a:endParaRPr b="0" lang="en-US" sz="1600" strike="noStrike" u="none">
              <a:solidFill>
                <a:srgbClr val="000000"/>
              </a:solidFill>
              <a:effectLst/>
              <a:uFillTx/>
              <a:latin typeface="Arial"/>
            </a:endParaRPr>
          </a:p>
          <a:p>
            <a:pPr>
              <a:lnSpc>
                <a:spcPct val="100000"/>
              </a:lnSpc>
            </a:pPr>
            <a:r>
              <a:rPr b="1" lang="en-US" sz="1600" strike="noStrike" u="none">
                <a:solidFill>
                  <a:srgbClr val="ff0000"/>
                </a:solidFill>
                <a:effectLst/>
                <a:uFillTx/>
                <a:latin typeface="ＭＳ Ｐゴシック"/>
                <a:ea typeface="ＭＳ Ｐゴシック"/>
              </a:rPr>
              <a:t>×</a:t>
            </a:r>
            <a:r>
              <a:rPr b="1" lang="ja-JP" sz="1600" strike="noStrike" u="none">
                <a:solidFill>
                  <a:schemeClr val="dk1"/>
                </a:solidFill>
                <a:effectLst/>
                <a:uFillTx/>
                <a:latin typeface="ＭＳ Ｐゴシック"/>
                <a:ea typeface="ＭＳ Ｐゴシック"/>
              </a:rPr>
              <a:t>特許公報、論文、</a:t>
            </a:r>
            <a:r>
              <a:rPr b="1" lang="en-US" sz="1600" strike="noStrike" u="none">
                <a:solidFill>
                  <a:schemeClr val="dk1"/>
                </a:solidFill>
                <a:effectLst/>
                <a:uFillTx/>
                <a:latin typeface="ＭＳ Ｐゴシック"/>
                <a:ea typeface="ＭＳ Ｐゴシック"/>
              </a:rPr>
              <a:t>CD-ROM</a:t>
            </a:r>
            <a:r>
              <a:rPr b="1" lang="ja-JP" sz="1600" strike="noStrike" u="none">
                <a:solidFill>
                  <a:schemeClr val="dk1"/>
                </a:solidFill>
                <a:effectLst/>
                <a:uFillTx/>
                <a:latin typeface="ＭＳ Ｐゴシック"/>
                <a:ea typeface="ＭＳ Ｐゴシック"/>
              </a:rPr>
              <a:t>、書籍、インターネット</a:t>
            </a:r>
            <a:endParaRPr b="0" lang="en-US" sz="1600" strike="noStrike" u="none">
              <a:solidFill>
                <a:srgbClr val="000000"/>
              </a:solidFill>
              <a:effectLst/>
              <a:uFillTx/>
              <a:latin typeface="Arial"/>
            </a:endParaRPr>
          </a:p>
        </p:txBody>
      </p:sp>
      <p:sp>
        <p:nvSpPr>
          <p:cNvPr id="439" name="雲 31"/>
          <p:cNvSpPr/>
          <p:nvPr/>
        </p:nvSpPr>
        <p:spPr>
          <a:xfrm>
            <a:off x="6824520" y="2768760"/>
            <a:ext cx="2449080" cy="1596600"/>
          </a:xfrm>
          <a:prstGeom prst="cloud">
            <a:avLst/>
          </a:prstGeom>
          <a:solidFill>
            <a:srgbClr val="ffb9ff"/>
          </a:solidFill>
          <a:ln w="25400">
            <a:solidFill>
              <a:srgbClr val="ff0000"/>
            </a:solidFill>
            <a:round/>
          </a:ln>
        </p:spPr>
        <p:style>
          <a:lnRef idx="0"/>
          <a:fillRef idx="0"/>
          <a:effectRef idx="0"/>
          <a:fontRef idx="minor"/>
        </p:style>
        <p:txBody>
          <a:bodyPr lIns="90000" rIns="90000" tIns="45000" bIns="45000" anchor="ctr">
            <a:noAutofit/>
          </a:bodyPr>
          <a:p>
            <a:pPr algn="ctr">
              <a:lnSpc>
                <a:spcPct val="100000"/>
              </a:lnSpc>
            </a:pPr>
            <a:r>
              <a:rPr b="1" lang="ja-JP" sz="3200" strike="noStrike" u="sng">
                <a:solidFill>
                  <a:srgbClr val="000000"/>
                </a:solidFill>
                <a:effectLst/>
                <a:uFillTx/>
                <a:latin typeface="Calibri"/>
                <a:ea typeface="ＭＳ Ｐゴシック"/>
              </a:rPr>
              <a:t>新規性</a:t>
            </a:r>
            <a:endParaRPr b="0" lang="en-US" sz="3200" strike="noStrike" u="none">
              <a:solidFill>
                <a:srgbClr val="000000"/>
              </a:solidFill>
              <a:effectLst/>
              <a:uFillTx/>
              <a:latin typeface="Arial"/>
            </a:endParaRPr>
          </a:p>
        </p:txBody>
      </p:sp>
      <p:sp>
        <p:nvSpPr>
          <p:cNvPr id="440" name="テキスト ボックス 32"/>
          <p:cNvSpPr/>
          <p:nvPr/>
        </p:nvSpPr>
        <p:spPr>
          <a:xfrm>
            <a:off x="6494400" y="5732640"/>
            <a:ext cx="1794960" cy="366480"/>
          </a:xfrm>
          <a:prstGeom prst="rect">
            <a:avLst/>
          </a:prstGeom>
          <a:solidFill>
            <a:srgbClr val="ffff00"/>
          </a:solidFill>
          <a:ln w="9525">
            <a:noFill/>
          </a:ln>
        </p:spPr>
        <p:style>
          <a:lnRef idx="0"/>
          <a:fillRef idx="0"/>
          <a:effectRef idx="0"/>
          <a:fontRef idx="minor"/>
        </p:style>
        <p:txBody>
          <a:bodyPr wrap="none" lIns="90000" rIns="90000" tIns="45000" bIns="45000" anchor="t">
            <a:spAutoFit/>
          </a:bodyPr>
          <a:p>
            <a:pPr>
              <a:lnSpc>
                <a:spcPct val="100000"/>
              </a:lnSpc>
            </a:pPr>
            <a:r>
              <a:rPr b="1" lang="ja-JP" sz="1800" strike="noStrike" u="none">
                <a:solidFill>
                  <a:schemeClr val="dk1"/>
                </a:solidFill>
                <a:effectLst/>
                <a:uFillTx/>
                <a:latin typeface="Tw Cen MT"/>
                <a:ea typeface="ＭＳ Ｐゴシック"/>
              </a:rPr>
              <a:t>例外的措置！！</a:t>
            </a:r>
            <a:endParaRPr b="0" lang="en-US" sz="1800" strike="noStrike" u="none">
              <a:solidFill>
                <a:srgbClr val="000000"/>
              </a:solidFill>
              <a:effectLst/>
              <a:uFillTx/>
              <a:latin typeface="Arial"/>
            </a:endParaRPr>
          </a:p>
        </p:txBody>
      </p:sp>
      <p:sp>
        <p:nvSpPr>
          <p:cNvPr id="441" name="PlaceHolder 2"/>
          <p:cNvSpPr>
            <a:spLocks noGrp="1"/>
          </p:cNvSpPr>
          <p:nvPr>
            <p:ph type="sldNum" idx="136"/>
          </p:nvPr>
        </p:nvSpPr>
        <p:spPr>
          <a:xfrm>
            <a:off x="9328320" y="6640560"/>
            <a:ext cx="577440" cy="244080"/>
          </a:xfrm>
          <a:prstGeom prst="rect">
            <a:avLst/>
          </a:prstGeom>
          <a:noFill/>
          <a:ln w="0">
            <a:noFill/>
          </a:ln>
        </p:spPr>
        <p:txBody>
          <a:bodyPr numCol="1" spcCol="0" lIns="91440" rIns="91440" tIns="45720" bIns="45720" anchor="ctr">
            <a:normAutofit fontScale="70000" lnSpcReduction="19999"/>
          </a:bodyPr>
          <a:lstStyle>
            <a:lvl1pPr indent="0" algn="ctr">
              <a:lnSpc>
                <a:spcPct val="100000"/>
              </a:lnSpc>
              <a:buNone/>
              <a:defRPr b="1" lang="en-US" sz="1400" strike="noStrike" u="none">
                <a:solidFill>
                  <a:srgbClr val="000000"/>
                </a:solidFill>
                <a:effectLst/>
                <a:uFillTx/>
                <a:latin typeface="Tw Cen MT"/>
                <a:ea typeface="ＭＳ Ｐゴシック"/>
              </a:defRPr>
            </a:lvl1pPr>
          </a:lstStyle>
          <a:p>
            <a:pPr indent="0" algn="ctr">
              <a:lnSpc>
                <a:spcPct val="100000"/>
              </a:lnSpc>
              <a:buNone/>
            </a:pPr>
            <a:fld id="{21160C7F-2268-4AF2-83AB-1F2D725BED93}" type="slidenum">
              <a:rPr b="1" lang="en-US" sz="1400" strike="noStrike" u="none">
                <a:solidFill>
                  <a:srgbClr val="000000"/>
                </a:solidFill>
                <a:effectLst/>
                <a:uFillTx/>
                <a:latin typeface="Tw Cen MT"/>
                <a:ea typeface="ＭＳ Ｐゴシック"/>
              </a:rPr>
              <a:t>5</a:t>
            </a:fld>
            <a:endParaRPr b="0" lang="en-US" sz="1400" strike="noStrike" u="none">
              <a:solidFill>
                <a:srgbClr val="000000"/>
              </a:solidFill>
              <a:effectLst/>
              <a:uFillTx/>
              <a:latin typeface="游明朝"/>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2" name="Rectangle 29"/>
          <p:cNvSpPr/>
          <p:nvPr/>
        </p:nvSpPr>
        <p:spPr>
          <a:xfrm>
            <a:off x="1673280" y="15840"/>
            <a:ext cx="7935480" cy="991800"/>
          </a:xfrm>
          <a:prstGeom prst="rect">
            <a:avLst/>
          </a:prstGeom>
          <a:noFill/>
          <a:ln w="9525">
            <a:noFill/>
          </a:ln>
        </p:spPr>
        <p:style>
          <a:lnRef idx="0"/>
          <a:fillRef idx="0"/>
          <a:effectRef idx="0"/>
          <a:fontRef idx="minor"/>
        </p:style>
        <p:txBody>
          <a:bodyPr wrap="none" lIns="87120" rIns="87120" tIns="43560" bIns="43560" anchor="ctr">
            <a:noAutofit/>
          </a:bodyPr>
          <a:p>
            <a:pPr defTabSz="871560">
              <a:lnSpc>
                <a:spcPct val="100000"/>
              </a:lnSpc>
            </a:pPr>
            <a:r>
              <a:rPr b="0" lang="ja-JP" sz="3600" strike="noStrike" u="none">
                <a:solidFill>
                  <a:schemeClr val="dk1"/>
                </a:solidFill>
                <a:effectLst/>
                <a:uFillTx/>
                <a:latin typeface="ＭＳ Ｐゴシック"/>
                <a:ea typeface="ＭＳ Ｐゴシック"/>
              </a:rPr>
              <a:t>新規性喪失の例外</a:t>
            </a:r>
            <a:endParaRPr b="0" lang="en-US" sz="3600" strike="noStrike" u="none">
              <a:solidFill>
                <a:srgbClr val="000000"/>
              </a:solidFill>
              <a:effectLst/>
              <a:uFillTx/>
              <a:latin typeface="Arial"/>
            </a:endParaRPr>
          </a:p>
        </p:txBody>
      </p:sp>
      <p:sp>
        <p:nvSpPr>
          <p:cNvPr id="443" name="Rectangle 7"/>
          <p:cNvSpPr/>
          <p:nvPr/>
        </p:nvSpPr>
        <p:spPr>
          <a:xfrm>
            <a:off x="0" y="15840"/>
            <a:ext cx="1034640" cy="523440"/>
          </a:xfrm>
          <a:prstGeom prst="rect">
            <a:avLst/>
          </a:prstGeom>
          <a:noFill/>
          <a:ln w="9525">
            <a:noFill/>
          </a:ln>
        </p:spPr>
        <p:style>
          <a:lnRef idx="0"/>
          <a:fillRef idx="0"/>
          <a:effectRef idx="0"/>
          <a:fontRef idx="minor"/>
        </p:style>
        <p:txBody>
          <a:bodyPr wrap="none" lIns="90000" rIns="90000" tIns="45000" bIns="45000" anchor="t">
            <a:spAutoFit/>
          </a:bodyPr>
          <a:p>
            <a:pPr>
              <a:lnSpc>
                <a:spcPct val="100000"/>
              </a:lnSpc>
            </a:pPr>
            <a:r>
              <a:rPr b="0" lang="ja-JP" sz="2800" strike="noStrike" u="none">
                <a:solidFill>
                  <a:schemeClr val="dk1"/>
                </a:solidFill>
                <a:effectLst/>
                <a:uFillTx/>
                <a:latin typeface="ＭＳ Ｐゴシック"/>
                <a:ea typeface="ＭＳ Ｐゴシック"/>
              </a:rPr>
              <a:t>２－３</a:t>
            </a:r>
            <a:endParaRPr b="0" lang="en-US" sz="2800" strike="noStrike" u="none">
              <a:solidFill>
                <a:srgbClr val="000000"/>
              </a:solidFill>
              <a:effectLst/>
              <a:uFillTx/>
              <a:latin typeface="Arial"/>
            </a:endParaRPr>
          </a:p>
        </p:txBody>
      </p:sp>
      <p:sp>
        <p:nvSpPr>
          <p:cNvPr id="444" name="Rectangle 4"/>
          <p:cNvSpPr/>
          <p:nvPr/>
        </p:nvSpPr>
        <p:spPr>
          <a:xfrm>
            <a:off x="3862440" y="1773360"/>
            <a:ext cx="1014120" cy="585360"/>
          </a:xfrm>
          <a:prstGeom prst="rect">
            <a:avLst/>
          </a:prstGeom>
          <a:solidFill>
            <a:schemeClr val="accent2">
              <a:lumMod val="60000"/>
              <a:lumOff val="40000"/>
            </a:schemeClr>
          </a:solidFill>
          <a:ln w="0">
            <a:noFill/>
          </a:ln>
        </p:spPr>
        <p:style>
          <a:lnRef idx="0"/>
          <a:fillRef idx="0"/>
          <a:effectRef idx="0"/>
          <a:fontRef idx="minor"/>
        </p:style>
        <p:txBody>
          <a:bodyPr wrap="none" lIns="64800" rIns="64800" tIns="32400" bIns="32400" anchor="ctr">
            <a:noAutofit/>
          </a:bodyPr>
          <a:p>
            <a:pPr algn="ctr" defTabSz="871560">
              <a:lnSpc>
                <a:spcPct val="100000"/>
              </a:lnSpc>
            </a:pPr>
            <a:r>
              <a:rPr b="0" lang="ja-JP" sz="2400" strike="noStrike" u="none">
                <a:solidFill>
                  <a:schemeClr val="dk1"/>
                </a:solidFill>
                <a:effectLst/>
                <a:uFillTx/>
                <a:latin typeface="ＭＳ Ｐゴシック"/>
                <a:ea typeface="ＭＳ Ｐゴシック"/>
              </a:rPr>
              <a:t>本人</a:t>
            </a:r>
            <a:endParaRPr b="0" lang="en-US" sz="2400" strike="noStrike" u="none">
              <a:solidFill>
                <a:srgbClr val="000000"/>
              </a:solidFill>
              <a:effectLst/>
              <a:uFillTx/>
              <a:latin typeface="Arial"/>
            </a:endParaRPr>
          </a:p>
        </p:txBody>
      </p:sp>
      <p:sp>
        <p:nvSpPr>
          <p:cNvPr id="445" name="Rectangle 5"/>
          <p:cNvSpPr/>
          <p:nvPr/>
        </p:nvSpPr>
        <p:spPr>
          <a:xfrm>
            <a:off x="3873600" y="2565360"/>
            <a:ext cx="1337760" cy="585360"/>
          </a:xfrm>
          <a:prstGeom prst="rect">
            <a:avLst/>
          </a:prstGeom>
          <a:solidFill>
            <a:schemeClr val="accent2">
              <a:lumMod val="60000"/>
              <a:lumOff val="40000"/>
            </a:schemeClr>
          </a:solidFill>
          <a:ln w="0">
            <a:noFill/>
          </a:ln>
        </p:spPr>
        <p:style>
          <a:lnRef idx="0"/>
          <a:fillRef idx="0"/>
          <a:effectRef idx="0"/>
          <a:fontRef idx="minor"/>
        </p:style>
        <p:txBody>
          <a:bodyPr wrap="none" lIns="64800" rIns="64800" tIns="32400" bIns="32400" anchor="ctr">
            <a:noAutofit/>
          </a:bodyPr>
          <a:p>
            <a:pPr algn="ctr" defTabSz="871560">
              <a:lnSpc>
                <a:spcPct val="100000"/>
              </a:lnSpc>
            </a:pPr>
            <a:r>
              <a:rPr b="0" lang="ja-JP" sz="1600" strike="noStrike" u="none">
                <a:solidFill>
                  <a:schemeClr val="dk1"/>
                </a:solidFill>
                <a:effectLst/>
                <a:uFillTx/>
                <a:latin typeface="ＭＳ Ｐゴシック"/>
                <a:ea typeface="ＭＳ Ｐゴシック"/>
              </a:rPr>
              <a:t>論文等で発表</a:t>
            </a:r>
            <a:endParaRPr b="0" lang="en-US" sz="1600" strike="noStrike" u="none">
              <a:solidFill>
                <a:srgbClr val="000000"/>
              </a:solidFill>
              <a:effectLst/>
              <a:uFillTx/>
              <a:latin typeface="Arial"/>
            </a:endParaRPr>
          </a:p>
        </p:txBody>
      </p:sp>
      <p:sp>
        <p:nvSpPr>
          <p:cNvPr id="446" name="AutoShape 6"/>
          <p:cNvSpPr/>
          <p:nvPr/>
        </p:nvSpPr>
        <p:spPr>
          <a:xfrm>
            <a:off x="3862440" y="3417840"/>
            <a:ext cx="1672920" cy="587160"/>
          </a:xfrm>
          <a:prstGeom prst="roundRect">
            <a:avLst>
              <a:gd name="adj" fmla="val 50000"/>
            </a:avLst>
          </a:prstGeom>
          <a:solidFill>
            <a:schemeClr val="accent2">
              <a:lumMod val="60000"/>
              <a:lumOff val="40000"/>
            </a:schemeClr>
          </a:solidFill>
          <a:ln w="0">
            <a:noFill/>
          </a:ln>
        </p:spPr>
        <p:style>
          <a:lnRef idx="0"/>
          <a:fillRef idx="0"/>
          <a:effectRef idx="0"/>
          <a:fontRef idx="minor"/>
        </p:style>
        <p:txBody>
          <a:bodyPr wrap="none" lIns="64800" rIns="64800" tIns="32400" bIns="32400" anchor="ctr">
            <a:noAutofit/>
          </a:bodyPr>
          <a:p>
            <a:pPr algn="ctr" defTabSz="871560">
              <a:lnSpc>
                <a:spcPct val="100000"/>
              </a:lnSpc>
            </a:pPr>
            <a:r>
              <a:rPr b="0" lang="ja-JP" sz="1600" strike="noStrike" u="none">
                <a:solidFill>
                  <a:schemeClr val="dk1"/>
                </a:solidFill>
                <a:effectLst/>
                <a:uFillTx/>
                <a:latin typeface="ＭＳ Ｐゴシック"/>
                <a:ea typeface="ＭＳ Ｐゴシック"/>
              </a:rPr>
              <a:t>３０条適用出願</a:t>
            </a:r>
            <a:endParaRPr b="0" lang="en-US" sz="1600" strike="noStrike" u="none">
              <a:solidFill>
                <a:srgbClr val="000000"/>
              </a:solidFill>
              <a:effectLst/>
              <a:uFillTx/>
              <a:latin typeface="Arial"/>
            </a:endParaRPr>
          </a:p>
        </p:txBody>
      </p:sp>
      <p:sp>
        <p:nvSpPr>
          <p:cNvPr id="447" name="Line 7"/>
          <p:cNvSpPr/>
          <p:nvPr/>
        </p:nvSpPr>
        <p:spPr>
          <a:xfrm>
            <a:off x="4357440" y="3151080"/>
            <a:ext cx="360" cy="266760"/>
          </a:xfrm>
          <a:prstGeom prst="line">
            <a:avLst/>
          </a:prstGeom>
          <a:ln w="38100">
            <a:solidFill>
              <a:srgbClr val="000000"/>
            </a:solidFill>
            <a:round/>
            <a:tailEnd len="med" type="triangle" w="med"/>
          </a:ln>
        </p:spPr>
        <p:style>
          <a:lnRef idx="0"/>
          <a:fillRef idx="0"/>
          <a:effectRef idx="0"/>
          <a:fontRef idx="minor"/>
        </p:style>
        <p:txBody>
          <a:bodyPr lIns="64800" rIns="64800" tIns="32400" bIns="32400" anchor="ctr">
            <a:noAutofit/>
          </a:bodyPr>
          <a:p>
            <a:endParaRPr b="0" lang="en-US" sz="1800" strike="noStrike" u="none">
              <a:solidFill>
                <a:schemeClr val="dk1"/>
              </a:solidFill>
              <a:effectLst/>
              <a:uFillTx/>
              <a:latin typeface="Tw Cen MT"/>
              <a:ea typeface="SimSun"/>
            </a:endParaRPr>
          </a:p>
        </p:txBody>
      </p:sp>
      <p:sp>
        <p:nvSpPr>
          <p:cNvPr id="448" name="Line 8"/>
          <p:cNvSpPr/>
          <p:nvPr/>
        </p:nvSpPr>
        <p:spPr>
          <a:xfrm>
            <a:off x="3392280" y="2857320"/>
            <a:ext cx="469800" cy="360"/>
          </a:xfrm>
          <a:prstGeom prst="line">
            <a:avLst/>
          </a:prstGeom>
          <a:ln w="28575">
            <a:solidFill>
              <a:srgbClr val="000000"/>
            </a:solidFill>
            <a:round/>
          </a:ln>
        </p:spPr>
        <p:style>
          <a:lnRef idx="0"/>
          <a:fillRef idx="0"/>
          <a:effectRef idx="0"/>
          <a:fontRef idx="minor"/>
        </p:style>
        <p:txBody>
          <a:bodyPr lIns="64800" rIns="64800" tIns="0" bIns="0" anchor="ctr">
            <a:noAutofit/>
          </a:bodyPr>
          <a:p>
            <a:endParaRPr b="0" lang="en-US" sz="1800" strike="noStrike" u="none">
              <a:solidFill>
                <a:schemeClr val="dk1"/>
              </a:solidFill>
              <a:effectLst/>
              <a:uFillTx/>
              <a:latin typeface="Tw Cen MT"/>
              <a:ea typeface="SimSun"/>
            </a:endParaRPr>
          </a:p>
        </p:txBody>
      </p:sp>
      <p:sp>
        <p:nvSpPr>
          <p:cNvPr id="449" name="Line 9"/>
          <p:cNvSpPr/>
          <p:nvPr/>
        </p:nvSpPr>
        <p:spPr>
          <a:xfrm flipH="1">
            <a:off x="3433680" y="4652640"/>
            <a:ext cx="428400" cy="360"/>
          </a:xfrm>
          <a:prstGeom prst="line">
            <a:avLst/>
          </a:prstGeom>
          <a:ln w="28575">
            <a:solidFill>
              <a:srgbClr val="000000"/>
            </a:solidFill>
            <a:round/>
          </a:ln>
        </p:spPr>
        <p:style>
          <a:lnRef idx="0"/>
          <a:fillRef idx="0"/>
          <a:effectRef idx="0"/>
          <a:fontRef idx="minor"/>
        </p:style>
        <p:txBody>
          <a:bodyPr lIns="64800" rIns="64800" tIns="0" bIns="0" anchor="ctr">
            <a:noAutofit/>
          </a:bodyPr>
          <a:p>
            <a:endParaRPr b="0" lang="en-US" sz="1800" strike="noStrike" u="none">
              <a:solidFill>
                <a:schemeClr val="dk1"/>
              </a:solidFill>
              <a:effectLst/>
              <a:uFillTx/>
              <a:latin typeface="Tw Cen MT"/>
              <a:ea typeface="SimSun"/>
            </a:endParaRPr>
          </a:p>
        </p:txBody>
      </p:sp>
      <p:sp>
        <p:nvSpPr>
          <p:cNvPr id="450" name="Line 10"/>
          <p:cNvSpPr/>
          <p:nvPr/>
        </p:nvSpPr>
        <p:spPr>
          <a:xfrm>
            <a:off x="3601800" y="2857320"/>
            <a:ext cx="360" cy="858960"/>
          </a:xfrm>
          <a:prstGeom prst="line">
            <a:avLst/>
          </a:prstGeom>
          <a:ln w="28575">
            <a:solidFill>
              <a:srgbClr val="000000"/>
            </a:solidFill>
            <a:round/>
            <a:tailEnd len="med" type="triangle" w="med"/>
          </a:ln>
        </p:spPr>
        <p:style>
          <a:lnRef idx="0"/>
          <a:fillRef idx="0"/>
          <a:effectRef idx="0"/>
          <a:fontRef idx="minor"/>
        </p:style>
        <p:txBody>
          <a:bodyPr lIns="64800" rIns="64800" tIns="32400" bIns="32400" anchor="ctr">
            <a:noAutofit/>
          </a:bodyPr>
          <a:p>
            <a:endParaRPr b="0" lang="en-US" sz="1800" strike="noStrike" u="none">
              <a:solidFill>
                <a:schemeClr val="dk1"/>
              </a:solidFill>
              <a:effectLst/>
              <a:uFillTx/>
              <a:latin typeface="Tw Cen MT"/>
              <a:ea typeface="SimSun"/>
            </a:endParaRPr>
          </a:p>
        </p:txBody>
      </p:sp>
      <p:sp>
        <p:nvSpPr>
          <p:cNvPr id="451" name="Line 11"/>
          <p:cNvSpPr/>
          <p:nvPr/>
        </p:nvSpPr>
        <p:spPr>
          <a:xfrm flipV="1">
            <a:off x="3601800" y="3711240"/>
            <a:ext cx="360" cy="351000"/>
          </a:xfrm>
          <a:prstGeom prst="line">
            <a:avLst/>
          </a:prstGeom>
          <a:ln w="28575">
            <a:solidFill>
              <a:srgbClr val="000000"/>
            </a:solidFill>
            <a:round/>
            <a:tailEnd len="med" type="triangle" w="med"/>
          </a:ln>
        </p:spPr>
        <p:style>
          <a:lnRef idx="0"/>
          <a:fillRef idx="0"/>
          <a:effectRef idx="0"/>
          <a:fontRef idx="minor"/>
        </p:style>
        <p:txBody>
          <a:bodyPr lIns="64800" rIns="64800" tIns="32400" bIns="32400" anchor="ctr">
            <a:noAutofit/>
          </a:bodyPr>
          <a:p>
            <a:endParaRPr b="0" lang="en-US" sz="1800" strike="noStrike" u="none">
              <a:solidFill>
                <a:schemeClr val="dk1"/>
              </a:solidFill>
              <a:effectLst/>
              <a:uFillTx/>
              <a:latin typeface="Tw Cen MT"/>
              <a:ea typeface="SimSun"/>
            </a:endParaRPr>
          </a:p>
        </p:txBody>
      </p:sp>
      <p:sp>
        <p:nvSpPr>
          <p:cNvPr id="452" name="Text Box 12"/>
          <p:cNvSpPr/>
          <p:nvPr/>
        </p:nvSpPr>
        <p:spPr>
          <a:xfrm>
            <a:off x="3203640" y="2830680"/>
            <a:ext cx="460080" cy="958320"/>
          </a:xfrm>
          <a:prstGeom prst="rect">
            <a:avLst/>
          </a:prstGeom>
          <a:noFill/>
          <a:ln w="9525">
            <a:noFill/>
          </a:ln>
        </p:spPr>
        <p:style>
          <a:lnRef idx="0"/>
          <a:fillRef idx="0"/>
          <a:effectRef idx="0"/>
          <a:fontRef idx="minor"/>
        </p:style>
        <p:txBody>
          <a:bodyPr wrap="none" lIns="64800" rIns="64800" tIns="32400" bIns="32400" anchor="ctr" vert="eaVert">
            <a:noAutofit/>
          </a:bodyPr>
          <a:p>
            <a:pPr algn="ctr" defTabSz="871560">
              <a:lnSpc>
                <a:spcPct val="100000"/>
              </a:lnSpc>
              <a:spcBef>
                <a:spcPts val="799"/>
              </a:spcBef>
            </a:pPr>
            <a:r>
              <a:rPr b="0" lang="ja-JP" sz="1600" strike="noStrike" u="none">
                <a:solidFill>
                  <a:srgbClr val="ff0000"/>
                </a:solidFill>
                <a:effectLst/>
                <a:uFillTx/>
                <a:latin typeface="ＭＳ Ｐゴシック"/>
                <a:ea typeface="ＭＳ Ｐゴシック"/>
              </a:rPr>
              <a:t>６月以内</a:t>
            </a:r>
            <a:endParaRPr b="0" lang="en-US" sz="1600" strike="noStrike" u="none">
              <a:solidFill>
                <a:srgbClr val="000000"/>
              </a:solidFill>
              <a:effectLst/>
              <a:uFillTx/>
              <a:latin typeface="Arial"/>
            </a:endParaRPr>
          </a:p>
        </p:txBody>
      </p:sp>
      <p:sp>
        <p:nvSpPr>
          <p:cNvPr id="453" name="Line 13"/>
          <p:cNvSpPr/>
          <p:nvPr/>
        </p:nvSpPr>
        <p:spPr>
          <a:xfrm>
            <a:off x="4357440" y="4005000"/>
            <a:ext cx="360" cy="293760"/>
          </a:xfrm>
          <a:prstGeom prst="line">
            <a:avLst/>
          </a:prstGeom>
          <a:ln w="38100">
            <a:solidFill>
              <a:srgbClr val="000000"/>
            </a:solidFill>
            <a:round/>
            <a:tailEnd len="med" type="triangle" w="med"/>
          </a:ln>
        </p:spPr>
        <p:style>
          <a:lnRef idx="0"/>
          <a:fillRef idx="0"/>
          <a:effectRef idx="0"/>
          <a:fontRef idx="minor"/>
        </p:style>
        <p:txBody>
          <a:bodyPr lIns="64800" rIns="64800" tIns="32400" bIns="32400" anchor="ctr">
            <a:noAutofit/>
          </a:bodyPr>
          <a:p>
            <a:endParaRPr b="0" lang="en-US" sz="1800" strike="noStrike" u="none">
              <a:solidFill>
                <a:schemeClr val="dk1"/>
              </a:solidFill>
              <a:effectLst/>
              <a:uFillTx/>
              <a:latin typeface="Tw Cen MT"/>
              <a:ea typeface="SimSun"/>
            </a:endParaRPr>
          </a:p>
        </p:txBody>
      </p:sp>
      <p:sp>
        <p:nvSpPr>
          <p:cNvPr id="454" name="AutoShape 14"/>
          <p:cNvSpPr/>
          <p:nvPr/>
        </p:nvSpPr>
        <p:spPr>
          <a:xfrm>
            <a:off x="3876840" y="4299120"/>
            <a:ext cx="1658520" cy="658440"/>
          </a:xfrm>
          <a:prstGeom prst="roundRect">
            <a:avLst>
              <a:gd name="adj" fmla="val 50000"/>
            </a:avLst>
          </a:prstGeom>
          <a:solidFill>
            <a:schemeClr val="accent2">
              <a:lumMod val="60000"/>
              <a:lumOff val="40000"/>
            </a:schemeClr>
          </a:solidFill>
          <a:ln w="0">
            <a:noFill/>
          </a:ln>
        </p:spPr>
        <p:style>
          <a:lnRef idx="0"/>
          <a:fillRef idx="0"/>
          <a:effectRef idx="0"/>
          <a:fontRef idx="minor"/>
        </p:style>
        <p:txBody>
          <a:bodyPr wrap="none" lIns="64800" rIns="64800" tIns="32400" bIns="32400" anchor="ctr">
            <a:noAutofit/>
          </a:bodyPr>
          <a:p>
            <a:pPr algn="ctr" defTabSz="871560">
              <a:lnSpc>
                <a:spcPct val="100000"/>
              </a:lnSpc>
            </a:pPr>
            <a:r>
              <a:rPr b="0" lang="ja-JP" sz="1600" strike="noStrike" u="none">
                <a:solidFill>
                  <a:schemeClr val="dk1"/>
                </a:solidFill>
                <a:effectLst/>
                <a:uFillTx/>
                <a:latin typeface="ＭＳ Ｐゴシック"/>
                <a:ea typeface="ＭＳ Ｐゴシック"/>
              </a:rPr>
              <a:t>証明書類の提出</a:t>
            </a:r>
            <a:endParaRPr b="0" lang="en-US" sz="1600" strike="noStrike" u="none">
              <a:solidFill>
                <a:srgbClr val="000000"/>
              </a:solidFill>
              <a:effectLst/>
              <a:uFillTx/>
              <a:latin typeface="Arial"/>
            </a:endParaRPr>
          </a:p>
        </p:txBody>
      </p:sp>
      <p:sp>
        <p:nvSpPr>
          <p:cNvPr id="455" name="Line 15"/>
          <p:cNvSpPr/>
          <p:nvPr/>
        </p:nvSpPr>
        <p:spPr>
          <a:xfrm flipH="1">
            <a:off x="3392280" y="3716280"/>
            <a:ext cx="469800" cy="360"/>
          </a:xfrm>
          <a:prstGeom prst="line">
            <a:avLst/>
          </a:prstGeom>
          <a:ln w="28575">
            <a:solidFill>
              <a:srgbClr val="000000"/>
            </a:solidFill>
            <a:round/>
          </a:ln>
        </p:spPr>
        <p:style>
          <a:lnRef idx="0"/>
          <a:fillRef idx="0"/>
          <a:effectRef idx="0"/>
          <a:fontRef idx="minor"/>
        </p:style>
        <p:txBody>
          <a:bodyPr lIns="64800" rIns="64800" tIns="0" bIns="0" anchor="ctr">
            <a:noAutofit/>
          </a:bodyPr>
          <a:p>
            <a:endParaRPr b="0" lang="en-US" sz="1800" strike="noStrike" u="none">
              <a:solidFill>
                <a:schemeClr val="dk1"/>
              </a:solidFill>
              <a:effectLst/>
              <a:uFillTx/>
              <a:latin typeface="Tw Cen MT"/>
              <a:ea typeface="SimSun"/>
            </a:endParaRPr>
          </a:p>
        </p:txBody>
      </p:sp>
      <p:sp>
        <p:nvSpPr>
          <p:cNvPr id="456" name="Line 16"/>
          <p:cNvSpPr/>
          <p:nvPr/>
        </p:nvSpPr>
        <p:spPr>
          <a:xfrm>
            <a:off x="3601800" y="4362120"/>
            <a:ext cx="360" cy="263520"/>
          </a:xfrm>
          <a:prstGeom prst="line">
            <a:avLst/>
          </a:prstGeom>
          <a:ln w="28575">
            <a:solidFill>
              <a:srgbClr val="000000"/>
            </a:solidFill>
            <a:round/>
            <a:tailEnd len="med" type="triangle" w="med"/>
          </a:ln>
        </p:spPr>
        <p:style>
          <a:lnRef idx="0"/>
          <a:fillRef idx="0"/>
          <a:effectRef idx="0"/>
          <a:fontRef idx="minor"/>
        </p:style>
        <p:txBody>
          <a:bodyPr lIns="64800" rIns="64800" tIns="32400" bIns="32400" anchor="ctr">
            <a:noAutofit/>
          </a:bodyPr>
          <a:p>
            <a:endParaRPr b="0" lang="en-US" sz="1800" strike="noStrike" u="none">
              <a:solidFill>
                <a:schemeClr val="dk1"/>
              </a:solidFill>
              <a:effectLst/>
              <a:uFillTx/>
              <a:latin typeface="Tw Cen MT"/>
              <a:ea typeface="SimSun"/>
            </a:endParaRPr>
          </a:p>
        </p:txBody>
      </p:sp>
      <p:sp>
        <p:nvSpPr>
          <p:cNvPr id="457" name="Line 17"/>
          <p:cNvSpPr/>
          <p:nvPr/>
        </p:nvSpPr>
        <p:spPr>
          <a:xfrm flipH="1">
            <a:off x="4368600" y="3284280"/>
            <a:ext cx="1077840" cy="360"/>
          </a:xfrm>
          <a:prstGeom prst="line">
            <a:avLst/>
          </a:prstGeom>
          <a:ln w="28575">
            <a:solidFill>
              <a:srgbClr val="000000"/>
            </a:solidFill>
            <a:round/>
            <a:tailEnd len="med" type="triangle" w="med"/>
          </a:ln>
        </p:spPr>
        <p:style>
          <a:lnRef idx="0"/>
          <a:fillRef idx="0"/>
          <a:effectRef idx="0"/>
          <a:fontRef idx="minor"/>
        </p:style>
        <p:txBody>
          <a:bodyPr lIns="64800" rIns="64800" tIns="0" bIns="0" anchor="ctr">
            <a:noAutofit/>
          </a:bodyPr>
          <a:p>
            <a:endParaRPr b="0" lang="en-US" sz="1800" strike="noStrike" u="none">
              <a:solidFill>
                <a:schemeClr val="dk1"/>
              </a:solidFill>
              <a:effectLst/>
              <a:uFillTx/>
              <a:latin typeface="Tw Cen MT"/>
              <a:ea typeface="SimSun"/>
            </a:endParaRPr>
          </a:p>
        </p:txBody>
      </p:sp>
      <p:sp>
        <p:nvSpPr>
          <p:cNvPr id="458" name="Text Box 18"/>
          <p:cNvSpPr/>
          <p:nvPr/>
        </p:nvSpPr>
        <p:spPr>
          <a:xfrm>
            <a:off x="3252960" y="3706920"/>
            <a:ext cx="360000" cy="934560"/>
          </a:xfrm>
          <a:prstGeom prst="rect">
            <a:avLst/>
          </a:prstGeom>
          <a:noFill/>
          <a:ln w="9525">
            <a:noFill/>
          </a:ln>
        </p:spPr>
        <p:style>
          <a:lnRef idx="0"/>
          <a:fillRef idx="0"/>
          <a:effectRef idx="0"/>
          <a:fontRef idx="minor"/>
        </p:style>
        <p:txBody>
          <a:bodyPr wrap="none" lIns="64800" rIns="64800" tIns="32400" bIns="32400" anchor="ctr" vert="eaVert">
            <a:noAutofit/>
          </a:bodyPr>
          <a:p>
            <a:pPr algn="ctr" defTabSz="871560">
              <a:lnSpc>
                <a:spcPct val="100000"/>
              </a:lnSpc>
              <a:spcBef>
                <a:spcPts val="700"/>
              </a:spcBef>
            </a:pPr>
            <a:r>
              <a:rPr b="0" lang="ja-JP" sz="1400" strike="noStrike" u="none">
                <a:solidFill>
                  <a:srgbClr val="ff0000"/>
                </a:solidFill>
                <a:effectLst/>
                <a:uFillTx/>
                <a:latin typeface="ＭＳ Ｐゴシック"/>
                <a:ea typeface="ＭＳ Ｐゴシック"/>
              </a:rPr>
              <a:t>３０日以内</a:t>
            </a:r>
            <a:endParaRPr b="0" lang="en-US" sz="1400" strike="noStrike" u="none">
              <a:solidFill>
                <a:srgbClr val="000000"/>
              </a:solidFill>
              <a:effectLst/>
              <a:uFillTx/>
              <a:latin typeface="Arial"/>
            </a:endParaRPr>
          </a:p>
        </p:txBody>
      </p:sp>
      <p:sp>
        <p:nvSpPr>
          <p:cNvPr id="459" name="Line 19"/>
          <p:cNvSpPr/>
          <p:nvPr/>
        </p:nvSpPr>
        <p:spPr>
          <a:xfrm>
            <a:off x="4368600" y="2358720"/>
            <a:ext cx="360" cy="206640"/>
          </a:xfrm>
          <a:prstGeom prst="line">
            <a:avLst/>
          </a:prstGeom>
          <a:ln w="38100">
            <a:solidFill>
              <a:srgbClr val="000000"/>
            </a:solidFill>
            <a:round/>
          </a:ln>
        </p:spPr>
        <p:style>
          <a:lnRef idx="0"/>
          <a:fillRef idx="0"/>
          <a:effectRef idx="0"/>
          <a:fontRef idx="minor"/>
        </p:style>
        <p:txBody>
          <a:bodyPr lIns="64800" rIns="64800" tIns="32400" bIns="32400" anchor="ctr">
            <a:noAutofit/>
          </a:bodyPr>
          <a:p>
            <a:endParaRPr b="0" lang="en-US" sz="1800" strike="noStrike" u="none">
              <a:solidFill>
                <a:schemeClr val="dk1"/>
              </a:solidFill>
              <a:effectLst/>
              <a:uFillTx/>
              <a:latin typeface="Tw Cen MT"/>
              <a:ea typeface="SimSun"/>
            </a:endParaRPr>
          </a:p>
        </p:txBody>
      </p:sp>
      <p:sp>
        <p:nvSpPr>
          <p:cNvPr id="460" name="Rectangle 20"/>
          <p:cNvSpPr/>
          <p:nvPr/>
        </p:nvSpPr>
        <p:spPr>
          <a:xfrm>
            <a:off x="3089160" y="1197000"/>
            <a:ext cx="3879360" cy="444240"/>
          </a:xfrm>
          <a:prstGeom prst="rect">
            <a:avLst/>
          </a:prstGeom>
          <a:noFill/>
          <a:ln w="57150">
            <a:solidFill>
              <a:srgbClr val="feb80a"/>
            </a:solidFill>
            <a:miter/>
          </a:ln>
        </p:spPr>
        <p:style>
          <a:lnRef idx="0"/>
          <a:fillRef idx="0"/>
          <a:effectRef idx="0"/>
          <a:fontRef idx="minor"/>
        </p:style>
        <p:txBody>
          <a:bodyPr wrap="none" lIns="64800" rIns="64800" tIns="32400" bIns="32400" anchor="ctr">
            <a:noAutofit/>
          </a:bodyPr>
          <a:p>
            <a:pPr algn="ctr" defTabSz="871560">
              <a:lnSpc>
                <a:spcPct val="100000"/>
              </a:lnSpc>
              <a:spcBef>
                <a:spcPts val="601"/>
              </a:spcBef>
            </a:pPr>
            <a:r>
              <a:rPr b="0" lang="ja-JP" sz="1800" strike="noStrike" u="none">
                <a:solidFill>
                  <a:schemeClr val="dk1"/>
                </a:solidFill>
                <a:effectLst/>
                <a:uFillTx/>
                <a:latin typeface="ＭＳ Ｐゴシック"/>
                <a:ea typeface="ＭＳ Ｐゴシック"/>
              </a:rPr>
              <a:t>発表と出願のタイミング</a:t>
            </a:r>
            <a:endParaRPr b="0" lang="en-US" sz="1800" strike="noStrike" u="none">
              <a:solidFill>
                <a:srgbClr val="000000"/>
              </a:solidFill>
              <a:effectLst/>
              <a:uFillTx/>
              <a:latin typeface="Arial"/>
            </a:endParaRPr>
          </a:p>
        </p:txBody>
      </p:sp>
      <p:sp>
        <p:nvSpPr>
          <p:cNvPr id="461" name="Rectangle 23"/>
          <p:cNvSpPr/>
          <p:nvPr/>
        </p:nvSpPr>
        <p:spPr>
          <a:xfrm>
            <a:off x="5452920" y="1773360"/>
            <a:ext cx="1015560" cy="585360"/>
          </a:xfrm>
          <a:prstGeom prst="rect">
            <a:avLst/>
          </a:prstGeom>
          <a:solidFill>
            <a:schemeClr val="accent3">
              <a:lumMod val="40000"/>
              <a:lumOff val="60000"/>
            </a:schemeClr>
          </a:solidFill>
          <a:ln w="0">
            <a:noFill/>
          </a:ln>
        </p:spPr>
        <p:style>
          <a:lnRef idx="0"/>
          <a:fillRef idx="0"/>
          <a:effectRef idx="0"/>
          <a:fontRef idx="minor"/>
        </p:style>
        <p:txBody>
          <a:bodyPr wrap="none" lIns="82800" rIns="82800" tIns="41400" bIns="41400" anchor="ctr">
            <a:noAutofit/>
          </a:bodyPr>
          <a:p>
            <a:pPr algn="ctr" defTabSz="871560">
              <a:lnSpc>
                <a:spcPct val="100000"/>
              </a:lnSpc>
            </a:pPr>
            <a:r>
              <a:rPr b="0" lang="ja-JP" sz="2400" strike="noStrike" u="none">
                <a:solidFill>
                  <a:schemeClr val="dk1"/>
                </a:solidFill>
                <a:effectLst/>
                <a:uFillTx/>
                <a:latin typeface="ＭＳ Ｐゴシック"/>
                <a:ea typeface="ＭＳ Ｐゴシック"/>
              </a:rPr>
              <a:t>他人</a:t>
            </a:r>
            <a:endParaRPr b="0" lang="en-US" sz="2400" strike="noStrike" u="none">
              <a:solidFill>
                <a:srgbClr val="000000"/>
              </a:solidFill>
              <a:effectLst/>
              <a:uFillTx/>
              <a:latin typeface="Arial"/>
            </a:endParaRPr>
          </a:p>
        </p:txBody>
      </p:sp>
      <p:sp>
        <p:nvSpPr>
          <p:cNvPr id="462" name="Line 24"/>
          <p:cNvSpPr/>
          <p:nvPr/>
        </p:nvSpPr>
        <p:spPr>
          <a:xfrm>
            <a:off x="5960880" y="2358720"/>
            <a:ext cx="360" cy="594000"/>
          </a:xfrm>
          <a:prstGeom prst="line">
            <a:avLst/>
          </a:prstGeom>
          <a:ln w="38100">
            <a:solidFill>
              <a:srgbClr val="000000"/>
            </a:solidFill>
            <a:round/>
          </a:ln>
        </p:spPr>
        <p:style>
          <a:lnRef idx="0"/>
          <a:fillRef idx="0"/>
          <a:effectRef idx="0"/>
          <a:fontRef idx="minor"/>
        </p:style>
        <p:txBody>
          <a:bodyPr lIns="82800" rIns="82800" tIns="41400" bIns="41400" anchor="ctr">
            <a:noAutofit/>
          </a:bodyPr>
          <a:p>
            <a:endParaRPr b="0" lang="en-US" sz="1800" strike="noStrike" u="none">
              <a:solidFill>
                <a:schemeClr val="dk1"/>
              </a:solidFill>
              <a:effectLst/>
              <a:uFillTx/>
              <a:latin typeface="Tw Cen MT"/>
              <a:ea typeface="SimSun"/>
            </a:endParaRPr>
          </a:p>
        </p:txBody>
      </p:sp>
      <p:sp>
        <p:nvSpPr>
          <p:cNvPr id="463" name="AutoShape 25"/>
          <p:cNvSpPr/>
          <p:nvPr/>
        </p:nvSpPr>
        <p:spPr>
          <a:xfrm>
            <a:off x="5452920" y="2952720"/>
            <a:ext cx="1228320" cy="661680"/>
          </a:xfrm>
          <a:prstGeom prst="roundRect">
            <a:avLst>
              <a:gd name="adj" fmla="val 50000"/>
            </a:avLst>
          </a:prstGeom>
          <a:solidFill>
            <a:schemeClr val="accent3">
              <a:lumMod val="40000"/>
              <a:lumOff val="60000"/>
            </a:schemeClr>
          </a:solidFill>
          <a:ln w="0">
            <a:noFill/>
          </a:ln>
        </p:spPr>
        <p:style>
          <a:lnRef idx="0"/>
          <a:fillRef idx="0"/>
          <a:effectRef idx="0"/>
          <a:fontRef idx="minor"/>
        </p:style>
        <p:txBody>
          <a:bodyPr wrap="none" lIns="82800" rIns="82800" tIns="41400" bIns="41400" anchor="ctr">
            <a:noAutofit/>
          </a:bodyPr>
          <a:p>
            <a:pPr algn="ctr" defTabSz="871560">
              <a:lnSpc>
                <a:spcPct val="100000"/>
              </a:lnSpc>
            </a:pPr>
            <a:r>
              <a:rPr b="0" lang="ja-JP" sz="1600" strike="noStrike" u="none">
                <a:solidFill>
                  <a:schemeClr val="dk1"/>
                </a:solidFill>
                <a:effectLst/>
                <a:uFillTx/>
                <a:latin typeface="ＭＳ Ｐゴシック"/>
                <a:ea typeface="ＭＳ Ｐゴシック"/>
              </a:rPr>
              <a:t>他人の出願</a:t>
            </a:r>
            <a:endParaRPr b="0" lang="en-US" sz="1600" strike="noStrike" u="none">
              <a:solidFill>
                <a:srgbClr val="000000"/>
              </a:solidFill>
              <a:effectLst/>
              <a:uFillTx/>
              <a:latin typeface="Arial"/>
            </a:endParaRPr>
          </a:p>
        </p:txBody>
      </p:sp>
      <p:sp>
        <p:nvSpPr>
          <p:cNvPr id="464" name="Line 26"/>
          <p:cNvSpPr/>
          <p:nvPr/>
        </p:nvSpPr>
        <p:spPr>
          <a:xfrm flipH="1">
            <a:off x="5960880" y="3614400"/>
            <a:ext cx="15840" cy="1758960"/>
          </a:xfrm>
          <a:prstGeom prst="line">
            <a:avLst/>
          </a:prstGeom>
          <a:ln w="38100">
            <a:solidFill>
              <a:srgbClr val="000000"/>
            </a:solidFill>
            <a:round/>
            <a:tailEnd len="med" type="triangle" w="med"/>
          </a:ln>
        </p:spPr>
        <p:style>
          <a:lnRef idx="0"/>
          <a:fillRef idx="0"/>
          <a:effectRef idx="0"/>
          <a:fontRef idx="minor"/>
        </p:style>
        <p:txBody>
          <a:bodyPr lIns="82800" rIns="82800" tIns="41400" bIns="41400" anchor="ctr">
            <a:noAutofit/>
          </a:bodyPr>
          <a:p>
            <a:endParaRPr b="0" lang="en-US" sz="1800" strike="noStrike" u="none">
              <a:solidFill>
                <a:schemeClr val="dk1"/>
              </a:solidFill>
              <a:effectLst/>
              <a:uFillTx/>
              <a:latin typeface="Tw Cen MT"/>
              <a:ea typeface="SimSun"/>
            </a:endParaRPr>
          </a:p>
        </p:txBody>
      </p:sp>
      <p:sp>
        <p:nvSpPr>
          <p:cNvPr id="465" name="Rectangle 28"/>
          <p:cNvSpPr/>
          <p:nvPr/>
        </p:nvSpPr>
        <p:spPr>
          <a:xfrm>
            <a:off x="3089160" y="5589720"/>
            <a:ext cx="3879360" cy="620280"/>
          </a:xfrm>
          <a:prstGeom prst="rect">
            <a:avLst/>
          </a:prstGeom>
          <a:solidFill>
            <a:schemeClr val="accent2">
              <a:lumMod val="20000"/>
              <a:lumOff val="80000"/>
            </a:schemeClr>
          </a:solidFill>
          <a:ln w="9525">
            <a:solidFill>
              <a:srgbClr val="feb80a"/>
            </a:solidFill>
            <a:miter/>
          </a:ln>
        </p:spPr>
        <p:style>
          <a:lnRef idx="0"/>
          <a:fillRef idx="0"/>
          <a:effectRef idx="0"/>
          <a:fontRef idx="minor"/>
        </p:style>
        <p:txBody>
          <a:bodyPr wrap="none" lIns="87120" rIns="87120" tIns="43560" bIns="43560" anchor="ctr">
            <a:noAutofit/>
          </a:bodyPr>
          <a:p>
            <a:pPr defTabSz="871560">
              <a:lnSpc>
                <a:spcPct val="110000"/>
              </a:lnSpc>
            </a:pPr>
            <a:r>
              <a:rPr b="0" lang="en-US" sz="1200" strike="noStrike" u="none">
                <a:solidFill>
                  <a:srgbClr val="002060"/>
                </a:solidFill>
                <a:effectLst/>
                <a:uFillTx/>
                <a:latin typeface="ＭＳ Ｐゴシック"/>
                <a:ea typeface="ＭＳ Ｐゴシック"/>
              </a:rPr>
              <a:t>○</a:t>
            </a:r>
            <a:r>
              <a:rPr b="0" lang="ja-JP" sz="1200" strike="noStrike" u="none">
                <a:solidFill>
                  <a:srgbClr val="002060"/>
                </a:solidFill>
                <a:effectLst/>
                <a:uFillTx/>
                <a:latin typeface="ＭＳ Ｐゴシック"/>
                <a:ea typeface="ＭＳ Ｐゴシック"/>
              </a:rPr>
              <a:t>本人の出願→他人の先出願と同一であれば拒絶される。</a:t>
            </a:r>
            <a:endParaRPr b="0" lang="en-US" sz="1200" strike="noStrike" u="none">
              <a:solidFill>
                <a:srgbClr val="000000"/>
              </a:solidFill>
              <a:effectLst/>
              <a:uFillTx/>
              <a:latin typeface="Arial"/>
            </a:endParaRPr>
          </a:p>
          <a:p>
            <a:pPr defTabSz="871560">
              <a:lnSpc>
                <a:spcPct val="110000"/>
              </a:lnSpc>
            </a:pPr>
            <a:r>
              <a:rPr b="0" lang="en-US" sz="1200" strike="noStrike" u="none">
                <a:solidFill>
                  <a:srgbClr val="660033"/>
                </a:solidFill>
                <a:effectLst/>
                <a:uFillTx/>
                <a:latin typeface="ＭＳ Ｐゴシック"/>
                <a:ea typeface="ＭＳ Ｐゴシック"/>
              </a:rPr>
              <a:t>○他人の出願→論文が</a:t>
            </a:r>
            <a:r>
              <a:rPr b="0" lang="ja-JP" sz="1200" strike="noStrike" u="none">
                <a:solidFill>
                  <a:schemeClr val="dk1"/>
                </a:solidFill>
                <a:effectLst/>
                <a:uFillTx/>
                <a:latin typeface="ＭＳ Ｐゴシック"/>
                <a:ea typeface="ＭＳ Ｐゴシック"/>
              </a:rPr>
              <a:t>公知</a:t>
            </a:r>
            <a:r>
              <a:rPr b="0" lang="ja-JP" sz="1200" strike="noStrike" u="none">
                <a:solidFill>
                  <a:srgbClr val="660033"/>
                </a:solidFill>
                <a:effectLst/>
                <a:uFillTx/>
                <a:latin typeface="ＭＳ Ｐゴシック"/>
                <a:ea typeface="ＭＳ Ｐゴシック"/>
              </a:rPr>
              <a:t>技術となり拒絶されるが、</a:t>
            </a:r>
            <a:endParaRPr b="0" lang="en-US" sz="1200" strike="noStrike" u="none">
              <a:solidFill>
                <a:srgbClr val="000000"/>
              </a:solidFill>
              <a:effectLst/>
              <a:uFillTx/>
              <a:latin typeface="Arial"/>
            </a:endParaRPr>
          </a:p>
          <a:p>
            <a:pPr defTabSz="871560">
              <a:lnSpc>
                <a:spcPct val="110000"/>
              </a:lnSpc>
            </a:pPr>
            <a:r>
              <a:rPr b="0" lang="ja-JP" sz="1200" strike="noStrike" u="none">
                <a:solidFill>
                  <a:srgbClr val="660033"/>
                </a:solidFill>
                <a:effectLst/>
                <a:uFillTx/>
                <a:latin typeface="ＭＳ Ｐゴシック"/>
                <a:ea typeface="ＭＳ Ｐゴシック"/>
              </a:rPr>
              <a:t>　　本人も特許が取れない場合がある。</a:t>
            </a:r>
            <a:endParaRPr b="0" lang="en-US" sz="1200" strike="noStrike" u="none">
              <a:solidFill>
                <a:srgbClr val="000000"/>
              </a:solidFill>
              <a:effectLst/>
              <a:uFillTx/>
              <a:latin typeface="Arial"/>
            </a:endParaRPr>
          </a:p>
        </p:txBody>
      </p:sp>
      <p:graphicFrame>
        <p:nvGraphicFramePr>
          <p:cNvPr id="466" name="表 2"/>
          <p:cNvGraphicFramePr/>
          <p:nvPr/>
        </p:nvGraphicFramePr>
        <p:xfrm>
          <a:off x="7040520" y="1989000"/>
          <a:ext cx="2808000" cy="4331520"/>
        </p:xfrm>
        <a:graphic>
          <a:graphicData uri="http://schemas.openxmlformats.org/drawingml/2006/table">
            <a:tbl>
              <a:tblPr/>
              <a:tblGrid>
                <a:gridCol w="360360"/>
                <a:gridCol w="1655640"/>
                <a:gridCol w="288720"/>
                <a:gridCol w="502920"/>
              </a:tblGrid>
              <a:tr h="380880">
                <a:tc>
                  <a:txBody>
                    <a:bodyPr anchor="ctr">
                      <a:noAutofit/>
                    </a:bodyPr>
                    <a:p>
                      <a:pPr algn="ctr" defTabSz="914400">
                        <a:lnSpc>
                          <a:spcPct val="100000"/>
                        </a:lnSpc>
                        <a:tabLst>
                          <a:tab algn="l" pos="0"/>
                        </a:tabLst>
                      </a:pPr>
                      <a:endParaRPr b="1" lang="en-US" sz="1600" strike="noStrike" u="none">
                        <a:solidFill>
                          <a:srgbClr val="ffffff"/>
                        </a:solidFill>
                        <a:effectLst/>
                        <a:uFillTx/>
                        <a:latin typeface="Tw Cen MT"/>
                        <a:ea typeface="SimSun"/>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accent1"/>
                    </a:solidFill>
                  </a:tcPr>
                </a:tc>
                <a:tc>
                  <a:txBody>
                    <a:bodyPr anchor="ctr">
                      <a:noAutofit/>
                    </a:bodyPr>
                    <a:p>
                      <a:pPr algn="ctr" defTabSz="914400">
                        <a:lnSpc>
                          <a:spcPct val="100000"/>
                        </a:lnSpc>
                        <a:tabLst>
                          <a:tab algn="l" pos="0"/>
                        </a:tabLst>
                      </a:pPr>
                      <a:r>
                        <a:rPr b="1" lang="ja-JP" sz="1800" strike="noStrike" u="none">
                          <a:solidFill>
                            <a:schemeClr val="dk1"/>
                          </a:solidFill>
                          <a:effectLst/>
                          <a:uFillTx/>
                          <a:latin typeface="Tw Cen MT"/>
                          <a:ea typeface="SimSun"/>
                        </a:rPr>
                        <a:t>対</a:t>
                      </a:r>
                      <a:endParaRPr b="0" lang="en-US" sz="1800" strike="noStrike" u="none">
                        <a:solidFill>
                          <a:srgbClr val="000000"/>
                        </a:solidFill>
                        <a:effectLst/>
                        <a:uFillTx/>
                        <a:latin typeface="Arial"/>
                      </a:endParaRPr>
                    </a:p>
                    <a:p>
                      <a:pPr algn="ctr" defTabSz="914400">
                        <a:lnSpc>
                          <a:spcPct val="100000"/>
                        </a:lnSpc>
                        <a:tabLst>
                          <a:tab algn="l" pos="0"/>
                        </a:tabLst>
                      </a:pPr>
                      <a:r>
                        <a:rPr b="1" lang="ja-JP" sz="1800" strike="noStrike" u="none">
                          <a:solidFill>
                            <a:schemeClr val="dk1"/>
                          </a:solidFill>
                          <a:effectLst/>
                          <a:uFillTx/>
                          <a:latin typeface="Tw Cen MT"/>
                          <a:ea typeface="SimSun"/>
                        </a:rPr>
                        <a:t>象</a:t>
                      </a:r>
                      <a:endParaRPr b="0" lang="en-US" sz="18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a9d7e2"/>
                    </a:solidFill>
                  </a:tcPr>
                </a:tc>
                <a:tc>
                  <a:txBody>
                    <a:bodyPr anchor="ctr">
                      <a:noAutofit/>
                    </a:bodyPr>
                    <a:p>
                      <a:pPr algn="ctr" defTabSz="914400">
                        <a:lnSpc>
                          <a:spcPct val="100000"/>
                        </a:lnSpc>
                        <a:tabLst>
                          <a:tab algn="l" pos="0"/>
                        </a:tabLst>
                      </a:pPr>
                      <a:r>
                        <a:rPr b="1" lang="ja-JP" sz="1800" strike="noStrike" u="none">
                          <a:solidFill>
                            <a:schemeClr val="dk1"/>
                          </a:solidFill>
                          <a:effectLst/>
                          <a:uFillTx/>
                          <a:latin typeface="Tw Cen MT"/>
                          <a:ea typeface="SimSun"/>
                        </a:rPr>
                        <a:t>期間</a:t>
                      </a:r>
                      <a:endParaRPr b="0" lang="en-US" sz="18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a9d7e2"/>
                    </a:solidFill>
                  </a:tcPr>
                </a:tc>
                <a:tc>
                  <a:txBody>
                    <a:bodyPr anchor="ctr">
                      <a:noAutofit/>
                    </a:bodyPr>
                    <a:p>
                      <a:pPr algn="ctr" defTabSz="914400">
                        <a:lnSpc>
                          <a:spcPct val="100000"/>
                        </a:lnSpc>
                        <a:tabLst>
                          <a:tab algn="l" pos="0"/>
                        </a:tabLst>
                      </a:pPr>
                      <a:r>
                        <a:rPr b="1" lang="ja-JP" sz="1200" strike="noStrike" u="none">
                          <a:solidFill>
                            <a:schemeClr val="dk1"/>
                          </a:solidFill>
                          <a:effectLst/>
                          <a:uFillTx/>
                          <a:latin typeface="Tw Cen MT"/>
                          <a:ea typeface="SimSun"/>
                        </a:rPr>
                        <a:t>出願時手続</a:t>
                      </a:r>
                      <a:endParaRPr b="0" lang="en-US" sz="12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a9d7e2"/>
                    </a:solidFill>
                  </a:tcPr>
                </a:tc>
              </a:tr>
              <a:tr h="380880">
                <a:tc>
                  <a:txBody>
                    <a:bodyPr anchor="ctr">
                      <a:noAutofit/>
                    </a:bodyPr>
                    <a:p>
                      <a:pPr algn="ctr" defTabSz="914400">
                        <a:lnSpc>
                          <a:spcPct val="100000"/>
                        </a:lnSpc>
                        <a:tabLst>
                          <a:tab algn="l" pos="0"/>
                        </a:tabLst>
                      </a:pPr>
                      <a:r>
                        <a:rPr b="0" lang="ja-JP" sz="1600" strike="noStrike" u="none">
                          <a:solidFill>
                            <a:srgbClr val="000000"/>
                          </a:solidFill>
                          <a:effectLst/>
                          <a:uFillTx/>
                          <a:latin typeface="Tw Cen MT"/>
                          <a:ea typeface="SimSun"/>
                        </a:rPr>
                        <a:t>日本</a:t>
                      </a:r>
                      <a:endParaRPr b="0" lang="en-US" sz="16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cedce1"/>
                    </a:solidFill>
                  </a:tcPr>
                </a:tc>
                <a:tc>
                  <a:txBody>
                    <a:bodyPr anchor="ctr">
                      <a:noAutofit/>
                    </a:bodyPr>
                    <a:p>
                      <a:pPr algn="ctr" defTabSz="914400">
                        <a:lnSpc>
                          <a:spcPct val="100000"/>
                        </a:lnSpc>
                        <a:tabLst>
                          <a:tab algn="l" pos="0"/>
                        </a:tabLst>
                      </a:pPr>
                      <a:r>
                        <a:rPr b="0" lang="ja-JP" sz="1400" strike="noStrike" u="none">
                          <a:solidFill>
                            <a:srgbClr val="000000"/>
                          </a:solidFill>
                          <a:effectLst/>
                          <a:uFillTx/>
                          <a:latin typeface="Tw Cen MT"/>
                          <a:ea typeface="SimSun"/>
                        </a:rPr>
                        <a:t>すべての公知行為</a:t>
                      </a:r>
                      <a:endParaRPr b="0" lang="en-US" sz="1400" strike="noStrike" u="none">
                        <a:solidFill>
                          <a:srgbClr val="000000"/>
                        </a:solidFill>
                        <a:effectLst/>
                        <a:uFillTx/>
                        <a:latin typeface="Arial"/>
                      </a:endParaRPr>
                    </a:p>
                    <a:p>
                      <a:pPr algn="ctr" defTabSz="914400">
                        <a:lnSpc>
                          <a:spcPct val="100000"/>
                        </a:lnSpc>
                        <a:tabLst>
                          <a:tab algn="l" pos="0"/>
                        </a:tabLst>
                      </a:pPr>
                      <a:r>
                        <a:rPr b="0" lang="ja-JP" sz="1400" strike="noStrike" u="none">
                          <a:solidFill>
                            <a:srgbClr val="000000"/>
                          </a:solidFill>
                          <a:effectLst/>
                          <a:uFillTx/>
                          <a:latin typeface="Tw Cen MT"/>
                          <a:ea typeface="SimSun"/>
                        </a:rPr>
                        <a:t>（特許公報等による公開を除く）</a:t>
                      </a:r>
                      <a:endParaRPr b="0" lang="en-US" sz="14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cedce1"/>
                    </a:solidFill>
                  </a:tcPr>
                </a:tc>
                <a:tc>
                  <a:txBody>
                    <a:bodyPr anchor="ctr">
                      <a:noAutofit/>
                    </a:bodyPr>
                    <a:p>
                      <a:pPr algn="ctr" defTabSz="914400">
                        <a:lnSpc>
                          <a:spcPct val="100000"/>
                        </a:lnSpc>
                        <a:tabLst>
                          <a:tab algn="l" pos="0"/>
                        </a:tabLst>
                      </a:pPr>
                      <a:r>
                        <a:rPr b="0" lang="ja-JP" sz="1800" strike="noStrike" u="none">
                          <a:solidFill>
                            <a:srgbClr val="000000"/>
                          </a:solidFill>
                          <a:effectLst/>
                          <a:uFillTx/>
                          <a:latin typeface="Tw Cen MT"/>
                          <a:ea typeface="SimSun"/>
                        </a:rPr>
                        <a:t>６月</a:t>
                      </a:r>
                      <a:endParaRPr b="0" lang="en-US" sz="18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cedce1"/>
                    </a:solidFill>
                  </a:tcPr>
                </a:tc>
                <a:tc>
                  <a:txBody>
                    <a:bodyPr anchor="ctr">
                      <a:noAutofit/>
                    </a:bodyPr>
                    <a:p>
                      <a:pPr algn="ctr" defTabSz="914400">
                        <a:lnSpc>
                          <a:spcPct val="100000"/>
                        </a:lnSpc>
                        <a:tabLst>
                          <a:tab algn="l" pos="0"/>
                        </a:tabLst>
                      </a:pPr>
                      <a:r>
                        <a:rPr b="0" lang="ja-JP" sz="1800" strike="noStrike" u="none">
                          <a:solidFill>
                            <a:srgbClr val="000000"/>
                          </a:solidFill>
                          <a:effectLst/>
                          <a:uFillTx/>
                          <a:latin typeface="Tw Cen MT"/>
                          <a:ea typeface="SimSun"/>
                        </a:rPr>
                        <a:t>必要</a:t>
                      </a:r>
                      <a:endParaRPr b="0" lang="en-US" sz="18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cedce1"/>
                    </a:solidFill>
                  </a:tcPr>
                </a:tc>
              </a:tr>
              <a:tr h="380880">
                <a:tc>
                  <a:txBody>
                    <a:bodyPr anchor="ctr">
                      <a:noAutofit/>
                    </a:bodyPr>
                    <a:p>
                      <a:pPr algn="ctr" defTabSz="914400">
                        <a:lnSpc>
                          <a:spcPct val="100000"/>
                        </a:lnSpc>
                        <a:tabLst>
                          <a:tab algn="l" pos="0"/>
                        </a:tabLst>
                      </a:pPr>
                      <a:r>
                        <a:rPr b="0" lang="ja-JP" sz="1600" strike="noStrike" u="none">
                          <a:solidFill>
                            <a:srgbClr val="000000"/>
                          </a:solidFill>
                          <a:effectLst/>
                          <a:uFillTx/>
                          <a:latin typeface="Tw Cen MT"/>
                          <a:ea typeface="SimSun"/>
                        </a:rPr>
                        <a:t>米国</a:t>
                      </a:r>
                      <a:endParaRPr b="0" lang="en-US" sz="16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8eef1"/>
                    </a:solidFill>
                  </a:tcPr>
                </a:tc>
                <a:tc>
                  <a:txBody>
                    <a:bodyPr anchor="ctr">
                      <a:noAutofit/>
                    </a:bodyPr>
                    <a:p>
                      <a:pPr algn="ctr" defTabSz="914400">
                        <a:lnSpc>
                          <a:spcPct val="100000"/>
                        </a:lnSpc>
                        <a:tabLst>
                          <a:tab algn="l" pos="0"/>
                        </a:tabLst>
                      </a:pPr>
                      <a:r>
                        <a:rPr b="0" lang="ja-JP" sz="1400" strike="noStrike" u="none">
                          <a:solidFill>
                            <a:srgbClr val="000000"/>
                          </a:solidFill>
                          <a:effectLst/>
                          <a:uFillTx/>
                          <a:latin typeface="Tw Cen MT"/>
                          <a:ea typeface="SimSun"/>
                        </a:rPr>
                        <a:t>すべての公知行為</a:t>
                      </a:r>
                      <a:endParaRPr b="0" lang="en-US" sz="14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8eef1"/>
                    </a:solidFill>
                  </a:tcPr>
                </a:tc>
                <a:tc>
                  <a:txBody>
                    <a:bodyPr anchor="ctr">
                      <a:noAutofit/>
                    </a:bodyPr>
                    <a:p>
                      <a:pPr algn="ctr" defTabSz="914400">
                        <a:lnSpc>
                          <a:spcPct val="100000"/>
                        </a:lnSpc>
                        <a:tabLst>
                          <a:tab algn="l" pos="0"/>
                        </a:tabLst>
                      </a:pPr>
                      <a:r>
                        <a:rPr b="0" lang="ja-JP" sz="1800" strike="noStrike" u="none">
                          <a:solidFill>
                            <a:srgbClr val="000000"/>
                          </a:solidFill>
                          <a:effectLst/>
                          <a:uFillTx/>
                          <a:latin typeface="Tw Cen MT"/>
                          <a:ea typeface="SimSun"/>
                        </a:rPr>
                        <a:t>１年</a:t>
                      </a:r>
                      <a:endParaRPr b="0" lang="en-US" sz="18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8eef1"/>
                    </a:solidFill>
                  </a:tcPr>
                </a:tc>
                <a:tc>
                  <a:txBody>
                    <a:bodyPr anchor="ctr">
                      <a:noAutofit/>
                    </a:bodyPr>
                    <a:p>
                      <a:pPr algn="ctr" defTabSz="914400">
                        <a:lnSpc>
                          <a:spcPct val="100000"/>
                        </a:lnSpc>
                        <a:tabLst>
                          <a:tab algn="l" pos="0"/>
                        </a:tabLst>
                      </a:pPr>
                      <a:r>
                        <a:rPr b="0" lang="ja-JP" sz="1800" strike="noStrike" u="none">
                          <a:solidFill>
                            <a:srgbClr val="000000"/>
                          </a:solidFill>
                          <a:effectLst/>
                          <a:uFillTx/>
                          <a:latin typeface="Tw Cen MT"/>
                          <a:ea typeface="SimSun"/>
                        </a:rPr>
                        <a:t>不要</a:t>
                      </a:r>
                      <a:endParaRPr b="0" lang="en-US" sz="18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8eef1"/>
                    </a:solidFill>
                  </a:tcPr>
                </a:tc>
              </a:tr>
              <a:tr h="380880">
                <a:tc>
                  <a:txBody>
                    <a:bodyPr anchor="ctr">
                      <a:noAutofit/>
                    </a:bodyPr>
                    <a:p>
                      <a:pPr algn="ctr" defTabSz="914400">
                        <a:lnSpc>
                          <a:spcPct val="100000"/>
                        </a:lnSpc>
                        <a:tabLst>
                          <a:tab algn="l" pos="0"/>
                        </a:tabLst>
                      </a:pPr>
                      <a:r>
                        <a:rPr b="0" lang="ja-JP" sz="1600" strike="noStrike" u="none">
                          <a:solidFill>
                            <a:srgbClr val="000000"/>
                          </a:solidFill>
                          <a:effectLst/>
                          <a:uFillTx/>
                          <a:latin typeface="Tw Cen MT"/>
                          <a:ea typeface="SimSun"/>
                        </a:rPr>
                        <a:t>欧州</a:t>
                      </a:r>
                      <a:endParaRPr b="0" lang="en-US" sz="16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cedce1"/>
                    </a:solidFill>
                  </a:tcPr>
                </a:tc>
                <a:tc>
                  <a:txBody>
                    <a:bodyPr anchor="ctr">
                      <a:noAutofit/>
                    </a:bodyPr>
                    <a:p>
                      <a:pPr algn="ctr" defTabSz="914400">
                        <a:lnSpc>
                          <a:spcPct val="100000"/>
                        </a:lnSpc>
                        <a:tabLst>
                          <a:tab algn="l" pos="0"/>
                        </a:tabLst>
                      </a:pPr>
                      <a:r>
                        <a:rPr b="0" lang="ja-JP" sz="1400" strike="noStrike" u="none">
                          <a:solidFill>
                            <a:srgbClr val="000000"/>
                          </a:solidFill>
                          <a:effectLst/>
                          <a:uFillTx/>
                          <a:latin typeface="Tw Cen MT"/>
                          <a:ea typeface="SimSun"/>
                        </a:rPr>
                        <a:t>限定された国際博覧会</a:t>
                      </a:r>
                      <a:endParaRPr b="0" lang="en-US" sz="14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cedce1"/>
                    </a:solidFill>
                  </a:tcPr>
                </a:tc>
                <a:tc>
                  <a:txBody>
                    <a:bodyPr anchor="ctr">
                      <a:noAutofit/>
                    </a:bodyPr>
                    <a:p>
                      <a:pPr algn="ctr" defTabSz="914400">
                        <a:lnSpc>
                          <a:spcPct val="100000"/>
                        </a:lnSpc>
                        <a:tabLst>
                          <a:tab algn="l" pos="0"/>
                        </a:tabLst>
                      </a:pPr>
                      <a:r>
                        <a:rPr b="0" lang="ja-JP" sz="1800" strike="noStrike" u="none">
                          <a:solidFill>
                            <a:srgbClr val="000000"/>
                          </a:solidFill>
                          <a:effectLst/>
                          <a:uFillTx/>
                          <a:latin typeface="Tw Cen MT"/>
                          <a:ea typeface="SimSun"/>
                        </a:rPr>
                        <a:t>６月</a:t>
                      </a:r>
                      <a:endParaRPr b="0" lang="en-US" sz="18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cedce1"/>
                    </a:solidFill>
                  </a:tcPr>
                </a:tc>
                <a:tc>
                  <a:txBody>
                    <a:bodyPr anchor="ctr">
                      <a:noAutofit/>
                    </a:bodyPr>
                    <a:p>
                      <a:pPr algn="ctr" defTabSz="914400">
                        <a:lnSpc>
                          <a:spcPct val="100000"/>
                        </a:lnSpc>
                        <a:tabLst>
                          <a:tab algn="l" pos="0"/>
                        </a:tabLst>
                      </a:pPr>
                      <a:r>
                        <a:rPr b="0" lang="ja-JP" sz="1800" strike="noStrike" u="none">
                          <a:solidFill>
                            <a:srgbClr val="000000"/>
                          </a:solidFill>
                          <a:effectLst/>
                          <a:uFillTx/>
                          <a:latin typeface="Tw Cen MT"/>
                          <a:ea typeface="SimSun"/>
                        </a:rPr>
                        <a:t>必要</a:t>
                      </a:r>
                      <a:endParaRPr b="0" lang="en-US" sz="18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cedce1"/>
                    </a:solidFill>
                  </a:tcPr>
                </a:tc>
              </a:tr>
              <a:tr h="380880">
                <a:tc>
                  <a:txBody>
                    <a:bodyPr anchor="ctr">
                      <a:noAutofit/>
                    </a:bodyPr>
                    <a:p>
                      <a:pPr algn="ctr" defTabSz="914400">
                        <a:lnSpc>
                          <a:spcPct val="100000"/>
                        </a:lnSpc>
                        <a:tabLst>
                          <a:tab algn="l" pos="0"/>
                        </a:tabLst>
                      </a:pPr>
                      <a:r>
                        <a:rPr b="0" lang="ja-JP" sz="1600" strike="noStrike" u="none">
                          <a:solidFill>
                            <a:srgbClr val="000000"/>
                          </a:solidFill>
                          <a:effectLst/>
                          <a:uFillTx/>
                          <a:latin typeface="Tw Cen MT"/>
                          <a:ea typeface="SimSun"/>
                        </a:rPr>
                        <a:t>中国</a:t>
                      </a:r>
                      <a:endParaRPr b="0" lang="en-US" sz="16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8eef1"/>
                    </a:solidFill>
                  </a:tcPr>
                </a:tc>
                <a:tc>
                  <a:txBody>
                    <a:bodyPr anchor="ctr">
                      <a:noAutofit/>
                    </a:bodyPr>
                    <a:p>
                      <a:pPr algn="ctr" defTabSz="914400">
                        <a:lnSpc>
                          <a:spcPct val="100000"/>
                        </a:lnSpc>
                        <a:tabLst>
                          <a:tab algn="l" pos="0"/>
                        </a:tabLst>
                      </a:pPr>
                      <a:r>
                        <a:rPr b="0" lang="ja-JP" sz="1400" strike="noStrike" u="none">
                          <a:solidFill>
                            <a:srgbClr val="000000"/>
                          </a:solidFill>
                          <a:effectLst/>
                          <a:uFillTx/>
                          <a:latin typeface="Tw Cen MT"/>
                          <a:ea typeface="SimSun"/>
                        </a:rPr>
                        <a:t>限定された国際博覧会</a:t>
                      </a:r>
                      <a:endParaRPr b="0" lang="en-US" sz="1400" strike="noStrike" u="none">
                        <a:solidFill>
                          <a:srgbClr val="000000"/>
                        </a:solidFill>
                        <a:effectLst/>
                        <a:uFillTx/>
                        <a:latin typeface="Arial"/>
                      </a:endParaRPr>
                    </a:p>
                    <a:p>
                      <a:pPr algn="ctr" defTabSz="914400">
                        <a:lnSpc>
                          <a:spcPct val="100000"/>
                        </a:lnSpc>
                        <a:tabLst>
                          <a:tab algn="l" pos="0"/>
                        </a:tabLst>
                      </a:pPr>
                      <a:r>
                        <a:rPr b="0" lang="ja-JP" sz="1400" strike="noStrike" u="none">
                          <a:solidFill>
                            <a:srgbClr val="000000"/>
                          </a:solidFill>
                          <a:effectLst/>
                          <a:uFillTx/>
                          <a:latin typeface="Tw Cen MT"/>
                          <a:ea typeface="SimSun"/>
                        </a:rPr>
                        <a:t>所定の学術会議または技術会議</a:t>
                      </a:r>
                      <a:endParaRPr b="0" lang="en-US" sz="14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8eef1"/>
                    </a:solidFill>
                  </a:tcPr>
                </a:tc>
                <a:tc>
                  <a:txBody>
                    <a:bodyPr anchor="ctr">
                      <a:noAutofit/>
                    </a:bodyPr>
                    <a:p>
                      <a:pPr algn="ctr" defTabSz="914400">
                        <a:lnSpc>
                          <a:spcPct val="100000"/>
                        </a:lnSpc>
                        <a:tabLst>
                          <a:tab algn="l" pos="0"/>
                        </a:tabLst>
                      </a:pPr>
                      <a:r>
                        <a:rPr b="0" lang="ja-JP" sz="1800" strike="noStrike" u="none">
                          <a:solidFill>
                            <a:srgbClr val="000000"/>
                          </a:solidFill>
                          <a:effectLst/>
                          <a:uFillTx/>
                          <a:latin typeface="Tw Cen MT"/>
                          <a:ea typeface="SimSun"/>
                        </a:rPr>
                        <a:t>６月</a:t>
                      </a:r>
                      <a:endParaRPr b="0" lang="en-US" sz="18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8eef1"/>
                    </a:solidFill>
                  </a:tcPr>
                </a:tc>
                <a:tc>
                  <a:txBody>
                    <a:bodyPr anchor="ctr">
                      <a:noAutofit/>
                    </a:bodyPr>
                    <a:p>
                      <a:pPr algn="ctr" defTabSz="914400">
                        <a:lnSpc>
                          <a:spcPct val="100000"/>
                        </a:lnSpc>
                        <a:tabLst>
                          <a:tab algn="l" pos="0"/>
                        </a:tabLst>
                      </a:pPr>
                      <a:r>
                        <a:rPr b="0" lang="ja-JP" sz="1800" strike="noStrike" u="none">
                          <a:solidFill>
                            <a:srgbClr val="000000"/>
                          </a:solidFill>
                          <a:effectLst/>
                          <a:uFillTx/>
                          <a:latin typeface="Tw Cen MT"/>
                          <a:ea typeface="SimSun"/>
                        </a:rPr>
                        <a:t>必要</a:t>
                      </a:r>
                      <a:endParaRPr b="0" lang="en-US" sz="18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e8eef1"/>
                    </a:solidFill>
                  </a:tcPr>
                </a:tc>
              </a:tr>
              <a:tr h="380880">
                <a:tc>
                  <a:txBody>
                    <a:bodyPr anchor="ctr">
                      <a:noAutofit/>
                    </a:bodyPr>
                    <a:p>
                      <a:pPr algn="ctr" defTabSz="914400">
                        <a:lnSpc>
                          <a:spcPct val="100000"/>
                        </a:lnSpc>
                        <a:tabLst>
                          <a:tab algn="l" pos="0"/>
                        </a:tabLst>
                      </a:pPr>
                      <a:r>
                        <a:rPr b="0" lang="ja-JP" sz="1600" strike="noStrike" u="none">
                          <a:solidFill>
                            <a:srgbClr val="000000"/>
                          </a:solidFill>
                          <a:effectLst/>
                          <a:uFillTx/>
                          <a:latin typeface="Tw Cen MT"/>
                          <a:ea typeface="SimSun"/>
                        </a:rPr>
                        <a:t>韓国</a:t>
                      </a:r>
                      <a:endParaRPr b="0" lang="en-US" sz="16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cedce1"/>
                    </a:solidFill>
                  </a:tcPr>
                </a:tc>
                <a:tc>
                  <a:txBody>
                    <a:bodyPr anchor="ctr">
                      <a:noAutofit/>
                    </a:bodyPr>
                    <a:p>
                      <a:pPr algn="ctr" defTabSz="914400">
                        <a:lnSpc>
                          <a:spcPct val="100000"/>
                        </a:lnSpc>
                        <a:tabLst>
                          <a:tab algn="l" pos="0"/>
                        </a:tabLst>
                      </a:pPr>
                      <a:r>
                        <a:rPr b="0" lang="ja-JP" sz="1400" strike="noStrike" u="none">
                          <a:solidFill>
                            <a:srgbClr val="000000"/>
                          </a:solidFill>
                          <a:effectLst/>
                          <a:uFillTx/>
                          <a:latin typeface="Tw Cen MT"/>
                          <a:ea typeface="SimSun"/>
                        </a:rPr>
                        <a:t>すべての公知行為</a:t>
                      </a:r>
                      <a:endParaRPr b="0" lang="en-US" sz="1400" strike="noStrike" u="none">
                        <a:solidFill>
                          <a:srgbClr val="000000"/>
                        </a:solidFill>
                        <a:effectLst/>
                        <a:uFillTx/>
                        <a:latin typeface="Arial"/>
                      </a:endParaRPr>
                    </a:p>
                    <a:p>
                      <a:pPr algn="ctr" defTabSz="914400">
                        <a:lnSpc>
                          <a:spcPct val="100000"/>
                        </a:lnSpc>
                        <a:tabLst>
                          <a:tab algn="l" pos="0"/>
                        </a:tabLst>
                      </a:pPr>
                      <a:r>
                        <a:rPr b="0" lang="ja-JP" sz="1400" strike="noStrike" u="none">
                          <a:solidFill>
                            <a:srgbClr val="000000"/>
                          </a:solidFill>
                          <a:effectLst/>
                          <a:uFillTx/>
                          <a:latin typeface="Tw Cen MT"/>
                          <a:ea typeface="SimSun"/>
                        </a:rPr>
                        <a:t>（特許公報等による公開を除く）</a:t>
                      </a:r>
                      <a:endParaRPr b="0" lang="en-US" sz="14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cedce1"/>
                    </a:solidFill>
                  </a:tcPr>
                </a:tc>
                <a:tc>
                  <a:txBody>
                    <a:bodyPr anchor="ctr">
                      <a:noAutofit/>
                    </a:bodyPr>
                    <a:p>
                      <a:pPr algn="ctr" defTabSz="914400">
                        <a:lnSpc>
                          <a:spcPct val="100000"/>
                        </a:lnSpc>
                        <a:tabLst>
                          <a:tab algn="l" pos="0"/>
                        </a:tabLst>
                      </a:pPr>
                      <a:r>
                        <a:rPr b="0" lang="ja-JP" sz="1800" strike="noStrike" u="none">
                          <a:solidFill>
                            <a:srgbClr val="000000"/>
                          </a:solidFill>
                          <a:effectLst/>
                          <a:uFillTx/>
                          <a:latin typeface="Tw Cen MT"/>
                          <a:ea typeface="SimSun"/>
                        </a:rPr>
                        <a:t>１年</a:t>
                      </a:r>
                      <a:endParaRPr b="0" lang="en-US" sz="18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cedce1"/>
                    </a:solidFill>
                  </a:tcPr>
                </a:tc>
                <a:tc>
                  <a:txBody>
                    <a:bodyPr anchor="ctr">
                      <a:noAutofit/>
                    </a:bodyPr>
                    <a:p>
                      <a:pPr algn="ctr" defTabSz="914400">
                        <a:lnSpc>
                          <a:spcPct val="100000"/>
                        </a:lnSpc>
                        <a:tabLst>
                          <a:tab algn="l" pos="0"/>
                        </a:tabLst>
                      </a:pPr>
                      <a:r>
                        <a:rPr b="0" lang="ja-JP" sz="1800" strike="noStrike" u="none">
                          <a:solidFill>
                            <a:srgbClr val="000000"/>
                          </a:solidFill>
                          <a:effectLst/>
                          <a:uFillTx/>
                          <a:latin typeface="Tw Cen MT"/>
                          <a:ea typeface="SimSun"/>
                        </a:rPr>
                        <a:t>必要</a:t>
                      </a:r>
                      <a:endParaRPr b="0" lang="en-US" sz="1800" strike="noStrike" u="none">
                        <a:solidFill>
                          <a:srgbClr val="000000"/>
                        </a:solidFill>
                        <a:effectLst/>
                        <a:uFillTx/>
                        <a:latin typeface="Arial"/>
                      </a:endParaRPr>
                    </a:p>
                  </a:txBody>
                  <a:tcPr anchor="ctr"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cedce1"/>
                    </a:solidFill>
                  </a:tcPr>
                </a:tc>
              </a:tr>
            </a:tbl>
          </a:graphicData>
        </a:graphic>
      </p:graphicFrame>
      <p:sp>
        <p:nvSpPr>
          <p:cNvPr id="467" name="Rectangle 20"/>
          <p:cNvSpPr/>
          <p:nvPr/>
        </p:nvSpPr>
        <p:spPr>
          <a:xfrm>
            <a:off x="7128000" y="1197000"/>
            <a:ext cx="2649240" cy="718920"/>
          </a:xfrm>
          <a:prstGeom prst="rect">
            <a:avLst/>
          </a:prstGeom>
          <a:solidFill>
            <a:schemeClr val="accent1">
              <a:lumMod val="40000"/>
              <a:lumOff val="60000"/>
            </a:schemeClr>
          </a:solidFill>
          <a:ln w="57150">
            <a:solidFill>
              <a:srgbClr val="3891a7"/>
            </a:solidFill>
            <a:miter/>
          </a:ln>
        </p:spPr>
        <p:style>
          <a:lnRef idx="0"/>
          <a:fillRef idx="0"/>
          <a:effectRef idx="0"/>
          <a:fontRef idx="minor"/>
        </p:style>
        <p:txBody>
          <a:bodyPr wrap="none" lIns="64800" rIns="64800" tIns="32400" bIns="32400" anchor="ctr">
            <a:noAutofit/>
          </a:bodyPr>
          <a:p>
            <a:pPr algn="ctr" defTabSz="871560">
              <a:lnSpc>
                <a:spcPct val="100000"/>
              </a:lnSpc>
              <a:spcBef>
                <a:spcPts val="799"/>
              </a:spcBef>
            </a:pPr>
            <a:r>
              <a:rPr b="0" lang="ja-JP" sz="1600" strike="noStrike" u="none">
                <a:solidFill>
                  <a:schemeClr val="dk1"/>
                </a:solidFill>
                <a:effectLst/>
                <a:uFillTx/>
                <a:latin typeface="ＭＳ Ｐゴシック"/>
                <a:ea typeface="ＭＳ Ｐゴシック"/>
              </a:rPr>
              <a:t>新規性喪失の例外規定</a:t>
            </a:r>
            <a:endParaRPr b="0" lang="en-US" sz="1600" strike="noStrike" u="none">
              <a:solidFill>
                <a:srgbClr val="000000"/>
              </a:solidFill>
              <a:effectLst/>
              <a:uFillTx/>
              <a:latin typeface="Arial"/>
            </a:endParaRPr>
          </a:p>
          <a:p>
            <a:pPr algn="ctr" defTabSz="871560">
              <a:lnSpc>
                <a:spcPct val="100000"/>
              </a:lnSpc>
              <a:spcBef>
                <a:spcPts val="799"/>
              </a:spcBef>
            </a:pPr>
            <a:r>
              <a:rPr b="0" lang="ja-JP" sz="1600" strike="noStrike" u="none">
                <a:solidFill>
                  <a:schemeClr val="dk1"/>
                </a:solidFill>
                <a:effectLst/>
                <a:uFillTx/>
                <a:latin typeface="ＭＳ Ｐゴシック"/>
                <a:ea typeface="ＭＳ Ｐゴシック"/>
              </a:rPr>
              <a:t>国際比較</a:t>
            </a:r>
            <a:endParaRPr b="0" lang="en-US" sz="1600" strike="noStrike" u="none">
              <a:solidFill>
                <a:srgbClr val="000000"/>
              </a:solidFill>
              <a:effectLst/>
              <a:uFillTx/>
              <a:latin typeface="Arial"/>
            </a:endParaRPr>
          </a:p>
        </p:txBody>
      </p:sp>
      <p:sp>
        <p:nvSpPr>
          <p:cNvPr id="468" name="Rectangle 35"/>
          <p:cNvSpPr/>
          <p:nvPr/>
        </p:nvSpPr>
        <p:spPr>
          <a:xfrm>
            <a:off x="22320" y="1197000"/>
            <a:ext cx="2914200" cy="1006200"/>
          </a:xfrm>
          <a:prstGeom prst="rect">
            <a:avLst/>
          </a:prstGeom>
          <a:noFill/>
          <a:ln w="57150">
            <a:solidFill>
              <a:srgbClr val="c32d2e"/>
            </a:solidFill>
            <a:miter/>
          </a:ln>
        </p:spPr>
        <p:style>
          <a:lnRef idx="0"/>
          <a:fillRef idx="0"/>
          <a:effectRef idx="0"/>
          <a:fontRef idx="minor"/>
        </p:style>
        <p:txBody>
          <a:bodyPr wrap="none" lIns="75240" rIns="75240" tIns="37440" bIns="37440" anchor="ctr">
            <a:noAutofit/>
          </a:bodyPr>
          <a:p>
            <a:pPr algn="ctr" defTabSz="871560">
              <a:lnSpc>
                <a:spcPct val="100000"/>
              </a:lnSpc>
              <a:spcBef>
                <a:spcPts val="799"/>
              </a:spcBef>
            </a:pPr>
            <a:r>
              <a:rPr b="0" lang="ja-JP" sz="1600" strike="noStrike" u="none">
                <a:solidFill>
                  <a:schemeClr val="dk1"/>
                </a:solidFill>
                <a:effectLst/>
                <a:uFillTx/>
                <a:latin typeface="ＭＳ Ｐゴシック"/>
                <a:ea typeface="ＭＳ Ｐゴシック"/>
              </a:rPr>
              <a:t>新規性喪失の例外の適用</a:t>
            </a:r>
            <a:endParaRPr b="0" lang="en-US" sz="1600" strike="noStrike" u="none">
              <a:solidFill>
                <a:srgbClr val="000000"/>
              </a:solidFill>
              <a:effectLst/>
              <a:uFillTx/>
              <a:latin typeface="Arial"/>
            </a:endParaRPr>
          </a:p>
          <a:p>
            <a:pPr algn="ctr" defTabSz="871560">
              <a:lnSpc>
                <a:spcPct val="100000"/>
              </a:lnSpc>
              <a:spcBef>
                <a:spcPts val="799"/>
              </a:spcBef>
            </a:pPr>
            <a:r>
              <a:rPr b="0" lang="ja-JP" sz="1600" strike="noStrike" u="none">
                <a:solidFill>
                  <a:schemeClr val="dk1"/>
                </a:solidFill>
                <a:effectLst/>
                <a:uFillTx/>
                <a:latin typeface="ＭＳ Ｐゴシック"/>
                <a:ea typeface="ＭＳ Ｐゴシック"/>
              </a:rPr>
              <a:t>が受けられる場合</a:t>
            </a:r>
            <a:endParaRPr b="0" lang="en-US" sz="1600" strike="noStrike" u="none">
              <a:solidFill>
                <a:srgbClr val="000000"/>
              </a:solidFill>
              <a:effectLst/>
              <a:uFillTx/>
              <a:latin typeface="Arial"/>
            </a:endParaRPr>
          </a:p>
          <a:p>
            <a:pPr algn="ctr" defTabSz="871560">
              <a:lnSpc>
                <a:spcPct val="100000"/>
              </a:lnSpc>
              <a:spcBef>
                <a:spcPts val="799"/>
              </a:spcBef>
            </a:pPr>
            <a:r>
              <a:rPr b="0" lang="ja-JP" sz="1600" strike="noStrike" u="none">
                <a:solidFill>
                  <a:schemeClr val="dk1"/>
                </a:solidFill>
                <a:effectLst/>
                <a:uFillTx/>
                <a:latin typeface="ＭＳ Ｐゴシック"/>
                <a:ea typeface="ＭＳ Ｐゴシック"/>
              </a:rPr>
              <a:t>（特許法第３０条）</a:t>
            </a:r>
            <a:endParaRPr b="0" lang="en-US" sz="1600" strike="noStrike" u="none">
              <a:solidFill>
                <a:srgbClr val="000000"/>
              </a:solidFill>
              <a:effectLst/>
              <a:uFillTx/>
              <a:latin typeface="Arial"/>
            </a:endParaRPr>
          </a:p>
        </p:txBody>
      </p:sp>
      <p:sp>
        <p:nvSpPr>
          <p:cNvPr id="469" name="Rectangle 32"/>
          <p:cNvSpPr/>
          <p:nvPr/>
        </p:nvSpPr>
        <p:spPr>
          <a:xfrm>
            <a:off x="0" y="2276640"/>
            <a:ext cx="2936520" cy="1947600"/>
          </a:xfrm>
          <a:prstGeom prst="rect">
            <a:avLst/>
          </a:prstGeom>
          <a:solidFill>
            <a:schemeClr val="accent2">
              <a:lumMod val="20000"/>
              <a:lumOff val="80000"/>
            </a:schemeClr>
          </a:solidFill>
          <a:ln w="9525">
            <a:solidFill>
              <a:srgbClr val="84aa33"/>
            </a:solidFill>
            <a:miter/>
          </a:ln>
          <a:effectLst>
            <a:outerShdw algn="ctr" dir="2700000" dist="107423" rotWithShape="0">
              <a:srgbClr val="808080"/>
            </a:outerShdw>
          </a:effectLst>
        </p:spPr>
        <p:style>
          <a:lnRef idx="0"/>
          <a:fillRef idx="0"/>
          <a:effectRef idx="0"/>
          <a:fontRef idx="minor"/>
        </p:style>
        <p:txBody>
          <a:bodyPr wrap="none" lIns="75240" rIns="75240" tIns="37440" bIns="37440" anchor="ctr">
            <a:noAutofit/>
          </a:bodyPr>
          <a:p>
            <a:pPr defTabSz="871560">
              <a:lnSpc>
                <a:spcPct val="130000"/>
              </a:lnSpc>
            </a:pPr>
            <a:r>
              <a:rPr b="0" lang="ja-JP" sz="1200" strike="noStrike" u="none">
                <a:solidFill>
                  <a:schemeClr val="dk1"/>
                </a:solidFill>
                <a:effectLst/>
                <a:uFillTx/>
                <a:latin typeface="ＭＳ Ｐゴシック"/>
                <a:ea typeface="ＭＳ Ｐゴシック"/>
              </a:rPr>
              <a:t>特許を受ける権利を持っている人</a:t>
            </a:r>
            <a:endParaRPr b="0" lang="en-US" sz="1200" strike="noStrike" u="none">
              <a:solidFill>
                <a:srgbClr val="000000"/>
              </a:solidFill>
              <a:effectLst/>
              <a:uFillTx/>
              <a:latin typeface="Arial"/>
            </a:endParaRPr>
          </a:p>
          <a:p>
            <a:pPr defTabSz="871560">
              <a:lnSpc>
                <a:spcPct val="130000"/>
              </a:lnSpc>
            </a:pPr>
            <a:r>
              <a:rPr b="0" lang="ja-JP" sz="1200" strike="noStrike" u="none">
                <a:solidFill>
                  <a:schemeClr val="dk1"/>
                </a:solidFill>
                <a:effectLst/>
                <a:uFillTx/>
                <a:latin typeface="ＭＳ Ｐゴシック"/>
                <a:ea typeface="ＭＳ Ｐゴシック"/>
              </a:rPr>
              <a:t>（発明者や発明者から権利を譲渡された者）</a:t>
            </a:r>
            <a:endParaRPr b="0" lang="en-US" sz="1200" strike="noStrike" u="none">
              <a:solidFill>
                <a:srgbClr val="000000"/>
              </a:solidFill>
              <a:effectLst/>
              <a:uFillTx/>
              <a:latin typeface="Arial"/>
            </a:endParaRPr>
          </a:p>
          <a:p>
            <a:pPr defTabSz="871560">
              <a:lnSpc>
                <a:spcPct val="130000"/>
              </a:lnSpc>
            </a:pPr>
            <a:r>
              <a:rPr b="0" lang="ja-JP" sz="1200" strike="noStrike" u="none">
                <a:solidFill>
                  <a:schemeClr val="dk1"/>
                </a:solidFill>
                <a:effectLst/>
                <a:uFillTx/>
                <a:latin typeface="ＭＳ Ｐゴシック"/>
                <a:ea typeface="ＭＳ Ｐゴシック"/>
              </a:rPr>
              <a:t>の行為による</a:t>
            </a:r>
            <a:endParaRPr b="0" lang="en-US" sz="1200" strike="noStrike" u="none">
              <a:solidFill>
                <a:srgbClr val="000000"/>
              </a:solidFill>
              <a:effectLst/>
              <a:uFillTx/>
              <a:latin typeface="Arial"/>
            </a:endParaRPr>
          </a:p>
          <a:p>
            <a:pPr defTabSz="871560">
              <a:lnSpc>
                <a:spcPct val="130000"/>
              </a:lnSpc>
            </a:pPr>
            <a:r>
              <a:rPr b="0" lang="en-US" sz="1200" strike="noStrike" u="none">
                <a:solidFill>
                  <a:schemeClr val="dk1"/>
                </a:solidFill>
                <a:effectLst/>
                <a:uFillTx/>
                <a:latin typeface="ＭＳ Ｐゴシック"/>
                <a:ea typeface="ＭＳ Ｐゴシック"/>
              </a:rPr>
              <a:t>○刊行物やインターネットを通じた発表</a:t>
            </a:r>
            <a:endParaRPr b="0" lang="en-US" sz="1200" strike="noStrike" u="none">
              <a:solidFill>
                <a:srgbClr val="000000"/>
              </a:solidFill>
              <a:effectLst/>
              <a:uFillTx/>
              <a:latin typeface="Arial"/>
            </a:endParaRPr>
          </a:p>
          <a:p>
            <a:pPr defTabSz="871560">
              <a:lnSpc>
                <a:spcPct val="130000"/>
              </a:lnSpc>
            </a:pPr>
            <a:r>
              <a:rPr b="0" lang="en-US" sz="1200" strike="noStrike" u="none">
                <a:solidFill>
                  <a:schemeClr val="dk1"/>
                </a:solidFill>
                <a:effectLst/>
                <a:uFillTx/>
                <a:latin typeface="ＭＳ Ｐゴシック"/>
                <a:ea typeface="ＭＳ Ｐゴシック"/>
              </a:rPr>
              <a:t>○研究集会（学会）での発表</a:t>
            </a:r>
            <a:endParaRPr b="0" lang="en-US" sz="1200" strike="noStrike" u="none">
              <a:solidFill>
                <a:srgbClr val="000000"/>
              </a:solidFill>
              <a:effectLst/>
              <a:uFillTx/>
              <a:latin typeface="Arial"/>
            </a:endParaRPr>
          </a:p>
          <a:p>
            <a:pPr defTabSz="871560">
              <a:lnSpc>
                <a:spcPct val="130000"/>
              </a:lnSpc>
            </a:pPr>
            <a:r>
              <a:rPr b="0" lang="ja-JP" sz="1200" strike="noStrike" u="none">
                <a:solidFill>
                  <a:schemeClr val="dk1"/>
                </a:solidFill>
                <a:effectLst/>
                <a:uFillTx/>
                <a:latin typeface="ＭＳ Ｐゴシック"/>
                <a:ea typeface="ＭＳ Ｐゴシック"/>
              </a:rPr>
              <a:t>　や博覧会への出品</a:t>
            </a:r>
            <a:endParaRPr b="0" lang="en-US" sz="1200" strike="noStrike" u="none">
              <a:solidFill>
                <a:srgbClr val="000000"/>
              </a:solidFill>
              <a:effectLst/>
              <a:uFillTx/>
              <a:latin typeface="Arial"/>
            </a:endParaRPr>
          </a:p>
          <a:p>
            <a:pPr defTabSz="871560">
              <a:lnSpc>
                <a:spcPct val="130000"/>
              </a:lnSpc>
            </a:pPr>
            <a:r>
              <a:rPr b="0" lang="en-US" sz="1200" strike="noStrike" u="none">
                <a:solidFill>
                  <a:schemeClr val="dk1"/>
                </a:solidFill>
                <a:effectLst/>
                <a:uFillTx/>
                <a:latin typeface="ＭＳ Ｐゴシック"/>
                <a:ea typeface="ＭＳ Ｐゴシック"/>
              </a:rPr>
              <a:t>○ＴＶ・ラジオでの公表</a:t>
            </a:r>
            <a:endParaRPr b="0" lang="en-US" sz="1200" strike="noStrike" u="none">
              <a:solidFill>
                <a:srgbClr val="000000"/>
              </a:solidFill>
              <a:effectLst/>
              <a:uFillTx/>
              <a:latin typeface="Arial"/>
            </a:endParaRPr>
          </a:p>
          <a:p>
            <a:pPr defTabSz="871560">
              <a:lnSpc>
                <a:spcPct val="130000"/>
              </a:lnSpc>
            </a:pPr>
            <a:r>
              <a:rPr b="0" lang="en-US" sz="1200" strike="noStrike" u="none">
                <a:solidFill>
                  <a:schemeClr val="dk1"/>
                </a:solidFill>
                <a:effectLst/>
                <a:uFillTx/>
                <a:latin typeface="ＭＳ Ｐゴシック"/>
                <a:ea typeface="ＭＳ Ｐゴシック"/>
              </a:rPr>
              <a:t>○製品の販売　　　　など</a:t>
            </a:r>
            <a:endParaRPr b="0" lang="en-US" sz="1200" strike="noStrike" u="none">
              <a:solidFill>
                <a:srgbClr val="000000"/>
              </a:solidFill>
              <a:effectLst/>
              <a:uFillTx/>
              <a:latin typeface="Arial"/>
            </a:endParaRPr>
          </a:p>
        </p:txBody>
      </p:sp>
      <p:sp>
        <p:nvSpPr>
          <p:cNvPr id="470" name="AutoShape 34"/>
          <p:cNvSpPr/>
          <p:nvPr/>
        </p:nvSpPr>
        <p:spPr>
          <a:xfrm>
            <a:off x="577800" y="4494240"/>
            <a:ext cx="1802880" cy="644040"/>
          </a:xfrm>
          <a:prstGeom prst="downArrow">
            <a:avLst>
              <a:gd name="adj1" fmla="val 50000"/>
              <a:gd name="adj2" fmla="val 50000"/>
            </a:avLst>
          </a:prstGeom>
          <a:solidFill>
            <a:srgbClr val="ffffcc"/>
          </a:solidFill>
          <a:ln w="9525">
            <a:solidFill>
              <a:srgbClr val="feb80a"/>
            </a:solidFill>
            <a:miter/>
          </a:ln>
          <a:effectLst>
            <a:outerShdw algn="ctr" dir="2700000" dist="35638" rotWithShape="0">
              <a:srgbClr val="808080"/>
            </a:outerShdw>
          </a:effectLst>
        </p:spPr>
        <p:style>
          <a:lnRef idx="0"/>
          <a:fillRef idx="0"/>
          <a:effectRef idx="0"/>
          <a:fontRef idx="minor"/>
        </p:style>
        <p:txBody>
          <a:bodyPr wrap="none" lIns="75240" rIns="75240" tIns="37440" bIns="37440" anchor="ctr">
            <a:noAutofit/>
          </a:bodyPr>
          <a:p>
            <a:pPr algn="ctr" defTabSz="871560">
              <a:lnSpc>
                <a:spcPct val="100000"/>
              </a:lnSpc>
            </a:pPr>
            <a:r>
              <a:rPr b="0" lang="ja-JP" sz="1600" strike="noStrike" u="none">
                <a:solidFill>
                  <a:schemeClr val="dk1"/>
                </a:solidFill>
                <a:effectLst/>
                <a:uFillTx/>
                <a:latin typeface="ＭＳ Ｐゴシック"/>
                <a:ea typeface="ＭＳ Ｐゴシック"/>
              </a:rPr>
              <a:t>その結果</a:t>
            </a:r>
            <a:endParaRPr b="0" lang="en-US" sz="1600" strike="noStrike" u="none">
              <a:solidFill>
                <a:srgbClr val="000000"/>
              </a:solidFill>
              <a:effectLst/>
              <a:uFillTx/>
              <a:latin typeface="Arial"/>
            </a:endParaRPr>
          </a:p>
        </p:txBody>
      </p:sp>
      <p:sp>
        <p:nvSpPr>
          <p:cNvPr id="471" name="Rectangle 33"/>
          <p:cNvSpPr/>
          <p:nvPr/>
        </p:nvSpPr>
        <p:spPr>
          <a:xfrm>
            <a:off x="208080" y="5329080"/>
            <a:ext cx="2520720" cy="836280"/>
          </a:xfrm>
          <a:prstGeom prst="rect">
            <a:avLst/>
          </a:prstGeom>
          <a:solidFill>
            <a:schemeClr val="accent1">
              <a:lumMod val="40000"/>
              <a:lumOff val="60000"/>
            </a:schemeClr>
          </a:solidFill>
          <a:ln w="9525">
            <a:solidFill>
              <a:srgbClr val="feb80a"/>
            </a:solidFill>
            <a:miter/>
          </a:ln>
          <a:effectLst>
            <a:outerShdw algn="ctr" dir="2700000" dist="107423" rotWithShape="0">
              <a:srgbClr val="808080"/>
            </a:outerShdw>
          </a:effectLst>
        </p:spPr>
        <p:style>
          <a:lnRef idx="0"/>
          <a:fillRef idx="0"/>
          <a:effectRef idx="0"/>
          <a:fontRef idx="minor"/>
        </p:style>
        <p:txBody>
          <a:bodyPr wrap="none" lIns="75240" rIns="75240" tIns="37440" bIns="37440" anchor="ctr">
            <a:noAutofit/>
          </a:bodyPr>
          <a:p>
            <a:pPr algn="ctr" defTabSz="871560">
              <a:lnSpc>
                <a:spcPct val="100000"/>
              </a:lnSpc>
            </a:pPr>
            <a:r>
              <a:rPr b="0" lang="ja-JP" sz="1600" strike="noStrike" u="none">
                <a:solidFill>
                  <a:schemeClr val="dk1"/>
                </a:solidFill>
                <a:effectLst/>
                <a:uFillTx/>
                <a:latin typeface="ＭＳ Ｐゴシック"/>
                <a:ea typeface="ＭＳ Ｐゴシック"/>
              </a:rPr>
              <a:t>発明が初めて</a:t>
            </a:r>
            <a:endParaRPr b="0" lang="en-US" sz="1600" strike="noStrike" u="none">
              <a:solidFill>
                <a:srgbClr val="000000"/>
              </a:solidFill>
              <a:effectLst/>
              <a:uFillTx/>
              <a:latin typeface="Arial"/>
            </a:endParaRPr>
          </a:p>
          <a:p>
            <a:pPr algn="ctr" defTabSz="871560">
              <a:lnSpc>
                <a:spcPct val="100000"/>
              </a:lnSpc>
            </a:pPr>
            <a:r>
              <a:rPr b="0" lang="ja-JP" sz="1600" strike="noStrike" u="none">
                <a:solidFill>
                  <a:schemeClr val="dk1"/>
                </a:solidFill>
                <a:effectLst/>
                <a:uFillTx/>
                <a:latin typeface="ＭＳ Ｐゴシック"/>
                <a:ea typeface="ＭＳ Ｐゴシック"/>
              </a:rPr>
              <a:t>公知となる</a:t>
            </a:r>
            <a:endParaRPr b="0" lang="en-US" sz="1600" strike="noStrike" u="none">
              <a:solidFill>
                <a:srgbClr val="000000"/>
              </a:solidFill>
              <a:effectLst/>
              <a:uFillTx/>
              <a:latin typeface="Arial"/>
            </a:endParaRPr>
          </a:p>
        </p:txBody>
      </p:sp>
      <p:sp>
        <p:nvSpPr>
          <p:cNvPr id="472" name="PlaceHolder 1"/>
          <p:cNvSpPr>
            <a:spLocks noGrp="1"/>
          </p:cNvSpPr>
          <p:nvPr>
            <p:ph type="sldNum" idx="137"/>
          </p:nvPr>
        </p:nvSpPr>
        <p:spPr>
          <a:xfrm>
            <a:off x="9328320" y="6597720"/>
            <a:ext cx="577440" cy="244080"/>
          </a:xfrm>
          <a:prstGeom prst="rect">
            <a:avLst/>
          </a:prstGeom>
          <a:noFill/>
          <a:ln w="0">
            <a:noFill/>
          </a:ln>
        </p:spPr>
        <p:txBody>
          <a:bodyPr numCol="1" spcCol="0" lIns="91440" rIns="91440" tIns="45720" bIns="45720" anchor="ctr">
            <a:normAutofit fontScale="70000" lnSpcReduction="19999"/>
          </a:bodyPr>
          <a:lstStyle>
            <a:lvl1pPr indent="0" algn="ctr">
              <a:lnSpc>
                <a:spcPct val="100000"/>
              </a:lnSpc>
              <a:buNone/>
              <a:defRPr b="1" lang="en-US" sz="1400" strike="noStrike" u="none">
                <a:solidFill>
                  <a:srgbClr val="000000"/>
                </a:solidFill>
                <a:effectLst/>
                <a:uFillTx/>
                <a:latin typeface="Tw Cen MT"/>
                <a:ea typeface="ＭＳ Ｐゴシック"/>
              </a:defRPr>
            </a:lvl1pPr>
          </a:lstStyle>
          <a:p>
            <a:pPr indent="0" algn="ctr">
              <a:lnSpc>
                <a:spcPct val="100000"/>
              </a:lnSpc>
              <a:buNone/>
            </a:pPr>
            <a:fld id="{0BB979C4-8BCB-4834-B78A-8696DADD1E13}" type="slidenum">
              <a:rPr b="1" lang="en-US" sz="1400" strike="noStrike" u="none">
                <a:solidFill>
                  <a:srgbClr val="000000"/>
                </a:solidFill>
                <a:effectLst/>
                <a:uFillTx/>
                <a:latin typeface="Tw Cen MT"/>
                <a:ea typeface="ＭＳ Ｐゴシック"/>
              </a:rPr>
              <a:t>6</a:t>
            </a:fld>
            <a:endParaRPr b="0" lang="en-US" sz="1400" strike="noStrike" u="none">
              <a:solidFill>
                <a:srgbClr val="000000"/>
              </a:solidFill>
              <a:effectLst/>
              <a:uFillTx/>
              <a:latin typeface="游明朝"/>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3" name="PlaceHolder 1"/>
          <p:cNvSpPr>
            <a:spLocks noGrp="1"/>
          </p:cNvSpPr>
          <p:nvPr>
            <p:ph type="sldNum" idx="138"/>
          </p:nvPr>
        </p:nvSpPr>
        <p:spPr>
          <a:xfrm>
            <a:off x="0" y="1844640"/>
            <a:ext cx="577440" cy="244080"/>
          </a:xfrm>
          <a:prstGeom prst="rect">
            <a:avLst/>
          </a:prstGeom>
          <a:noFill/>
          <a:ln w="0">
            <a:noFill/>
          </a:ln>
        </p:spPr>
        <p:txBody>
          <a:bodyPr numCol="1" spcCol="0" lIns="91440" rIns="91440" tIns="45720" bIns="45720" anchor="ctr">
            <a:normAutofit fontScale="85000" lnSpcReduction="19999"/>
          </a:bodyPr>
          <a:lstStyle>
            <a:lvl1pPr indent="0" algn="ctr">
              <a:lnSpc>
                <a:spcPct val="100000"/>
              </a:lnSpc>
              <a:buNone/>
              <a:defRPr b="1" lang="en-US" sz="1400" strike="noStrike" u="none">
                <a:solidFill>
                  <a:schemeClr val="dk2"/>
                </a:solidFill>
                <a:effectLst/>
                <a:uFillTx/>
                <a:latin typeface="ＭＳ Ｐゴシック"/>
                <a:ea typeface="ＭＳ Ｐゴシック"/>
              </a:defRPr>
            </a:lvl1pPr>
          </a:lstStyle>
          <a:p>
            <a:pPr indent="0" algn="ctr">
              <a:lnSpc>
                <a:spcPct val="100000"/>
              </a:lnSpc>
              <a:buNone/>
            </a:pPr>
            <a:fld id="{E335EC96-FCC6-4070-9224-856D40DF08FD}" type="slidenum">
              <a:rPr b="1" lang="en-US" sz="1400" strike="noStrike" u="none">
                <a:solidFill>
                  <a:schemeClr val="dk2"/>
                </a:solidFill>
                <a:effectLst/>
                <a:uFillTx/>
                <a:latin typeface="ＭＳ Ｐゴシック"/>
                <a:ea typeface="ＭＳ Ｐゴシック"/>
              </a:rPr>
              <a:t>7</a:t>
            </a:fld>
            <a:endParaRPr b="0" lang="en-US" sz="1400" strike="noStrike" u="none">
              <a:solidFill>
                <a:srgbClr val="000000"/>
              </a:solidFill>
              <a:effectLst/>
              <a:uFillTx/>
              <a:latin typeface="游明朝"/>
            </a:endParaRPr>
          </a:p>
        </p:txBody>
      </p:sp>
      <p:sp>
        <p:nvSpPr>
          <p:cNvPr id="474" name="Text Box 4"/>
          <p:cNvSpPr/>
          <p:nvPr/>
        </p:nvSpPr>
        <p:spPr>
          <a:xfrm>
            <a:off x="738360" y="1887480"/>
            <a:ext cx="3396960" cy="523440"/>
          </a:xfrm>
          <a:prstGeom prst="rect">
            <a:avLst/>
          </a:prstGeom>
          <a:solidFill>
            <a:srgbClr val="ffff99"/>
          </a:solidFill>
          <a:ln w="31750">
            <a:solidFill>
              <a:srgbClr val="000000"/>
            </a:solidFill>
            <a:miter/>
          </a:ln>
        </p:spPr>
        <p:style>
          <a:lnRef idx="0"/>
          <a:fillRef idx="0"/>
          <a:effectRef idx="0"/>
          <a:fontRef idx="minor"/>
        </p:style>
        <p:txBody>
          <a:bodyPr lIns="90000" rIns="90000" tIns="45000" bIns="45000" anchor="t">
            <a:spAutoFit/>
          </a:bodyPr>
          <a:p>
            <a:pPr>
              <a:lnSpc>
                <a:spcPct val="100000"/>
              </a:lnSpc>
            </a:pPr>
            <a:r>
              <a:rPr b="1" lang="ja-JP" sz="2800" strike="noStrike" u="none">
                <a:solidFill>
                  <a:schemeClr val="dk1"/>
                </a:solidFill>
                <a:effectLst/>
                <a:uFillTx/>
                <a:latin typeface="ＭＳ Ｐゴシック"/>
                <a:ea typeface="ＭＳ Ｐゴシック"/>
              </a:rPr>
              <a:t>自己の発明</a:t>
            </a:r>
            <a:endParaRPr b="0" lang="en-US" sz="2800" strike="noStrike" u="none">
              <a:solidFill>
                <a:srgbClr val="000000"/>
              </a:solidFill>
              <a:effectLst/>
              <a:uFillTx/>
              <a:latin typeface="Arial"/>
            </a:endParaRPr>
          </a:p>
        </p:txBody>
      </p:sp>
      <p:sp>
        <p:nvSpPr>
          <p:cNvPr id="475" name="Rectangle 5"/>
          <p:cNvSpPr/>
          <p:nvPr/>
        </p:nvSpPr>
        <p:spPr>
          <a:xfrm>
            <a:off x="0" y="2411280"/>
            <a:ext cx="4971600" cy="1568160"/>
          </a:xfrm>
          <a:prstGeom prst="rect">
            <a:avLst/>
          </a:prstGeom>
          <a:noFill/>
          <a:ln w="9525">
            <a:noFill/>
          </a:ln>
        </p:spPr>
        <p:style>
          <a:lnRef idx="0"/>
          <a:fillRef idx="0"/>
          <a:effectRef idx="0"/>
          <a:fontRef idx="minor"/>
        </p:style>
        <p:txBody>
          <a:bodyPr lIns="90000" rIns="90000" tIns="45000" bIns="45000" anchor="t">
            <a:spAutoFit/>
          </a:bodyPr>
          <a:p>
            <a:pPr algn="ctr">
              <a:lnSpc>
                <a:spcPct val="100000"/>
              </a:lnSpc>
            </a:pPr>
            <a:r>
              <a:rPr b="1" lang="ja-JP" sz="2400" strike="noStrike" u="none">
                <a:solidFill>
                  <a:srgbClr val="000099"/>
                </a:solidFill>
                <a:effectLst/>
                <a:uFillTx/>
                <a:latin typeface="ＭＳ Ｐゴシック"/>
                <a:ea typeface="ＭＳ Ｐゴシック"/>
              </a:rPr>
              <a:t>矩形形状の（要件</a:t>
            </a:r>
            <a:r>
              <a:rPr b="1" lang="en-US" sz="2400" strike="noStrike" u="none">
                <a:solidFill>
                  <a:srgbClr val="000099"/>
                </a:solidFill>
                <a:effectLst/>
                <a:uFillTx/>
                <a:latin typeface="ＭＳ Ｐゴシック"/>
                <a:ea typeface="ＭＳ Ｐゴシック"/>
              </a:rPr>
              <a:t>A</a:t>
            </a:r>
            <a:r>
              <a:rPr b="1" lang="ja-JP" sz="2400" strike="noStrike" u="none">
                <a:solidFill>
                  <a:srgbClr val="000099"/>
                </a:solidFill>
                <a:effectLst/>
                <a:uFillTx/>
                <a:latin typeface="ＭＳ Ｐゴシック"/>
                <a:ea typeface="ＭＳ Ｐゴシック"/>
              </a:rPr>
              <a:t>）</a:t>
            </a:r>
            <a:endParaRPr b="0" lang="en-US" sz="2400" strike="noStrike" u="none">
              <a:solidFill>
                <a:srgbClr val="000000"/>
              </a:solidFill>
              <a:effectLst/>
              <a:uFillTx/>
              <a:latin typeface="Arial"/>
            </a:endParaRPr>
          </a:p>
          <a:p>
            <a:pPr algn="ctr">
              <a:lnSpc>
                <a:spcPct val="100000"/>
              </a:lnSpc>
            </a:pPr>
            <a:r>
              <a:rPr b="1" lang="ja-JP" sz="2400" strike="noStrike" u="none">
                <a:solidFill>
                  <a:srgbClr val="000099"/>
                </a:solidFill>
                <a:effectLst/>
                <a:uFillTx/>
                <a:latin typeface="ＭＳ Ｐゴシック"/>
                <a:ea typeface="ＭＳ Ｐゴシック"/>
              </a:rPr>
              <a:t>ステンレス製ケースに（Ｂ）</a:t>
            </a:r>
            <a:endParaRPr b="0" lang="en-US" sz="2400" strike="noStrike" u="none">
              <a:solidFill>
                <a:srgbClr val="000000"/>
              </a:solidFill>
              <a:effectLst/>
              <a:uFillTx/>
              <a:latin typeface="Arial"/>
            </a:endParaRPr>
          </a:p>
          <a:p>
            <a:pPr algn="ctr">
              <a:lnSpc>
                <a:spcPct val="100000"/>
              </a:lnSpc>
            </a:pPr>
            <a:r>
              <a:rPr b="1" lang="ja-JP" sz="2400" strike="noStrike" u="none">
                <a:solidFill>
                  <a:srgbClr val="000099"/>
                </a:solidFill>
                <a:effectLst/>
                <a:uFillTx/>
                <a:latin typeface="ＭＳ Ｐゴシック"/>
                <a:ea typeface="ＭＳ Ｐゴシック"/>
              </a:rPr>
              <a:t>滑り止めの塗料を塗った（Ｃ）</a:t>
            </a:r>
            <a:endParaRPr b="0" lang="en-US" sz="2400" strike="noStrike" u="none">
              <a:solidFill>
                <a:srgbClr val="000000"/>
              </a:solidFill>
              <a:effectLst/>
              <a:uFillTx/>
              <a:latin typeface="Arial"/>
            </a:endParaRPr>
          </a:p>
          <a:p>
            <a:pPr algn="ctr">
              <a:lnSpc>
                <a:spcPct val="100000"/>
              </a:lnSpc>
            </a:pPr>
            <a:r>
              <a:rPr b="1" lang="ja-JP" sz="2400" strike="noStrike" u="sng">
                <a:solidFill>
                  <a:srgbClr val="000099"/>
                </a:solidFill>
                <a:effectLst/>
                <a:uFillTx/>
                <a:latin typeface="ＭＳ Ｐゴシック"/>
                <a:ea typeface="ＭＳ Ｐゴシック"/>
              </a:rPr>
              <a:t>携帯電話（Ｄ）</a:t>
            </a:r>
            <a:endParaRPr b="0" lang="en-US" sz="2400" strike="noStrike" u="none">
              <a:solidFill>
                <a:srgbClr val="000000"/>
              </a:solidFill>
              <a:effectLst/>
              <a:uFillTx/>
              <a:latin typeface="Arial"/>
            </a:endParaRPr>
          </a:p>
        </p:txBody>
      </p:sp>
      <p:sp>
        <p:nvSpPr>
          <p:cNvPr id="476" name="Text Box 7"/>
          <p:cNvSpPr/>
          <p:nvPr/>
        </p:nvSpPr>
        <p:spPr>
          <a:xfrm>
            <a:off x="1312920" y="4527720"/>
            <a:ext cx="2346120" cy="523440"/>
          </a:xfrm>
          <a:prstGeom prst="rect">
            <a:avLst/>
          </a:prstGeom>
          <a:noFill/>
          <a:ln w="9525">
            <a:noFill/>
          </a:ln>
        </p:spPr>
        <p:style>
          <a:lnRef idx="0"/>
          <a:fillRef idx="0"/>
          <a:effectRef idx="0"/>
          <a:fontRef idx="minor"/>
        </p:style>
        <p:txBody>
          <a:bodyPr wrap="none" lIns="90000" rIns="90000" tIns="45000" bIns="45000" anchor="t">
            <a:spAutoFit/>
          </a:bodyPr>
          <a:p>
            <a:pPr>
              <a:lnSpc>
                <a:spcPct val="100000"/>
              </a:lnSpc>
            </a:pPr>
            <a:r>
              <a:rPr b="1" lang="ja-JP" sz="2800" strike="noStrike" u="none">
                <a:solidFill>
                  <a:schemeClr val="dk1"/>
                </a:solidFill>
                <a:effectLst/>
                <a:uFillTx/>
                <a:latin typeface="ＭＳ Ｐゴシック"/>
                <a:ea typeface="ＭＳ Ｐゴシック"/>
              </a:rPr>
              <a:t>Ａ＋Ｂ＋Ｃ＋Ｄ</a:t>
            </a:r>
            <a:endParaRPr b="0" lang="en-US" sz="2800" strike="noStrike" u="none">
              <a:solidFill>
                <a:srgbClr val="000000"/>
              </a:solidFill>
              <a:effectLst/>
              <a:uFillTx/>
              <a:latin typeface="Arial"/>
            </a:endParaRPr>
          </a:p>
        </p:txBody>
      </p:sp>
      <p:sp>
        <p:nvSpPr>
          <p:cNvPr id="477" name="Text Box 8"/>
          <p:cNvSpPr/>
          <p:nvPr/>
        </p:nvSpPr>
        <p:spPr>
          <a:xfrm>
            <a:off x="6224760" y="4527720"/>
            <a:ext cx="2329920" cy="523440"/>
          </a:xfrm>
          <a:prstGeom prst="rect">
            <a:avLst/>
          </a:prstGeom>
          <a:noFill/>
          <a:ln w="9525">
            <a:noFill/>
          </a:ln>
        </p:spPr>
        <p:style>
          <a:lnRef idx="0"/>
          <a:fillRef idx="0"/>
          <a:effectRef idx="0"/>
          <a:fontRef idx="minor"/>
        </p:style>
        <p:txBody>
          <a:bodyPr wrap="none" lIns="90000" rIns="90000" tIns="45000" bIns="45000" anchor="t">
            <a:spAutoFit/>
          </a:bodyPr>
          <a:p>
            <a:pPr>
              <a:lnSpc>
                <a:spcPct val="100000"/>
              </a:lnSpc>
            </a:pPr>
            <a:r>
              <a:rPr b="1" lang="ja-JP" sz="2800" strike="noStrike" u="none">
                <a:solidFill>
                  <a:schemeClr val="dk1"/>
                </a:solidFill>
                <a:effectLst/>
                <a:uFillTx/>
                <a:latin typeface="ＭＳ Ｐゴシック"/>
                <a:ea typeface="ＭＳ Ｐゴシック"/>
              </a:rPr>
              <a:t>Ａ＋Ｂ＋Ｃ＋Ｅ</a:t>
            </a:r>
            <a:endParaRPr b="0" lang="en-US" sz="2800" strike="noStrike" u="none">
              <a:solidFill>
                <a:srgbClr val="000000"/>
              </a:solidFill>
              <a:effectLst/>
              <a:uFillTx/>
              <a:latin typeface="Arial"/>
            </a:endParaRPr>
          </a:p>
        </p:txBody>
      </p:sp>
      <p:grpSp>
        <p:nvGrpSpPr>
          <p:cNvPr id="478" name="Group 9"/>
          <p:cNvGrpSpPr/>
          <p:nvPr/>
        </p:nvGrpSpPr>
        <p:grpSpPr>
          <a:xfrm>
            <a:off x="4741920" y="1878120"/>
            <a:ext cx="5163840" cy="2148840"/>
            <a:chOff x="4741920" y="1878120"/>
            <a:chExt cx="5163840" cy="2148840"/>
          </a:xfrm>
        </p:grpSpPr>
        <p:sp>
          <p:nvSpPr>
            <p:cNvPr id="479" name="Text Box 10"/>
            <p:cNvSpPr/>
            <p:nvPr/>
          </p:nvSpPr>
          <p:spPr>
            <a:xfrm>
              <a:off x="5668920" y="1878120"/>
              <a:ext cx="3442320" cy="523440"/>
            </a:xfrm>
            <a:prstGeom prst="rect">
              <a:avLst/>
            </a:prstGeom>
            <a:solidFill>
              <a:srgbClr val="ccffcc"/>
            </a:solidFill>
            <a:ln w="31750">
              <a:solidFill>
                <a:srgbClr val="000000"/>
              </a:solidFill>
              <a:miter/>
            </a:ln>
          </p:spPr>
          <p:style>
            <a:lnRef idx="0"/>
            <a:fillRef idx="0"/>
            <a:effectRef idx="0"/>
            <a:fontRef idx="minor"/>
          </p:style>
          <p:txBody>
            <a:bodyPr lIns="90000" rIns="90000" tIns="45000" bIns="45000" anchor="t">
              <a:spAutoFit/>
            </a:bodyPr>
            <a:p>
              <a:pPr>
                <a:lnSpc>
                  <a:spcPct val="100000"/>
                </a:lnSpc>
              </a:pPr>
              <a:r>
                <a:rPr b="1" lang="ja-JP" sz="2800" strike="noStrike" u="none">
                  <a:solidFill>
                    <a:schemeClr val="dk1"/>
                  </a:solidFill>
                  <a:effectLst/>
                  <a:uFillTx/>
                  <a:latin typeface="ＭＳ Ｐゴシック"/>
                  <a:ea typeface="ＭＳ Ｐゴシック"/>
                </a:rPr>
                <a:t>先行技術</a:t>
              </a:r>
              <a:endParaRPr b="0" lang="en-US" sz="2800" strike="noStrike" u="none">
                <a:solidFill>
                  <a:srgbClr val="000000"/>
                </a:solidFill>
                <a:effectLst/>
                <a:uFillTx/>
                <a:latin typeface="Arial"/>
              </a:endParaRPr>
            </a:p>
          </p:txBody>
        </p:sp>
        <p:sp>
          <p:nvSpPr>
            <p:cNvPr id="480" name="Rectangle 11"/>
            <p:cNvSpPr/>
            <p:nvPr/>
          </p:nvSpPr>
          <p:spPr>
            <a:xfrm>
              <a:off x="4741920" y="2457360"/>
              <a:ext cx="5163840" cy="1569600"/>
            </a:xfrm>
            <a:prstGeom prst="rect">
              <a:avLst/>
            </a:prstGeom>
            <a:noFill/>
            <a:ln w="9525">
              <a:noFill/>
            </a:ln>
          </p:spPr>
          <p:style>
            <a:lnRef idx="0"/>
            <a:fillRef idx="0"/>
            <a:effectRef idx="0"/>
            <a:fontRef idx="minor"/>
          </p:style>
          <p:txBody>
            <a:bodyPr lIns="90000" rIns="90000" tIns="45000" bIns="45000" anchor="t">
              <a:spAutoFit/>
            </a:bodyPr>
            <a:p>
              <a:pPr algn="ctr">
                <a:lnSpc>
                  <a:spcPct val="100000"/>
                </a:lnSpc>
              </a:pPr>
              <a:r>
                <a:rPr b="1" lang="ja-JP" sz="2400" strike="noStrike" u="none">
                  <a:solidFill>
                    <a:srgbClr val="008080"/>
                  </a:solidFill>
                  <a:effectLst/>
                  <a:uFillTx/>
                  <a:latin typeface="ＭＳ Ｐゴシック"/>
                  <a:ea typeface="ＭＳ Ｐゴシック"/>
                </a:rPr>
                <a:t>矩形形状の（要件Ａ）</a:t>
              </a:r>
              <a:endParaRPr b="0" lang="en-US" sz="2400" strike="noStrike" u="none">
                <a:solidFill>
                  <a:srgbClr val="000000"/>
                </a:solidFill>
                <a:effectLst/>
                <a:uFillTx/>
                <a:latin typeface="Arial"/>
              </a:endParaRPr>
            </a:p>
            <a:p>
              <a:pPr algn="ctr">
                <a:lnSpc>
                  <a:spcPct val="100000"/>
                </a:lnSpc>
              </a:pPr>
              <a:r>
                <a:rPr b="1" lang="ja-JP" sz="2400" strike="noStrike" u="none">
                  <a:solidFill>
                    <a:srgbClr val="008080"/>
                  </a:solidFill>
                  <a:effectLst/>
                  <a:uFillTx/>
                  <a:latin typeface="ＭＳ Ｐゴシック"/>
                  <a:ea typeface="ＭＳ Ｐゴシック"/>
                </a:rPr>
                <a:t>ステンレス製ケースに（Ｂ）</a:t>
              </a:r>
              <a:endParaRPr b="0" lang="en-US" sz="2400" strike="noStrike" u="none">
                <a:solidFill>
                  <a:srgbClr val="000000"/>
                </a:solidFill>
                <a:effectLst/>
                <a:uFillTx/>
                <a:latin typeface="Arial"/>
              </a:endParaRPr>
            </a:p>
            <a:p>
              <a:pPr algn="ctr">
                <a:lnSpc>
                  <a:spcPct val="100000"/>
                </a:lnSpc>
              </a:pPr>
              <a:r>
                <a:rPr b="1" lang="ja-JP" sz="2400" strike="noStrike" u="none">
                  <a:solidFill>
                    <a:srgbClr val="008080"/>
                  </a:solidFill>
                  <a:effectLst/>
                  <a:uFillTx/>
                  <a:latin typeface="ＭＳ Ｐゴシック"/>
                  <a:ea typeface="ＭＳ Ｐゴシック"/>
                </a:rPr>
                <a:t>滑り止めの塗料を塗った（Ｃ）</a:t>
              </a:r>
              <a:endParaRPr b="0" lang="en-US" sz="2400" strike="noStrike" u="none">
                <a:solidFill>
                  <a:srgbClr val="000000"/>
                </a:solidFill>
                <a:effectLst/>
                <a:uFillTx/>
                <a:latin typeface="Arial"/>
              </a:endParaRPr>
            </a:p>
            <a:p>
              <a:pPr algn="ctr">
                <a:lnSpc>
                  <a:spcPct val="100000"/>
                </a:lnSpc>
              </a:pPr>
              <a:r>
                <a:rPr b="1" lang="ja-JP" sz="2400" strike="noStrike" u="sng">
                  <a:solidFill>
                    <a:srgbClr val="008080"/>
                  </a:solidFill>
                  <a:effectLst/>
                  <a:uFillTx/>
                  <a:latin typeface="ＭＳ Ｐゴシック"/>
                  <a:ea typeface="ＭＳ Ｐゴシック"/>
                </a:rPr>
                <a:t>デジタルカメラ（</a:t>
              </a:r>
              <a:r>
                <a:rPr b="1" lang="en-US" sz="2400" strike="noStrike" u="sng">
                  <a:solidFill>
                    <a:srgbClr val="008080"/>
                  </a:solidFill>
                  <a:effectLst/>
                  <a:uFillTx/>
                  <a:latin typeface="ＭＳ Ｐゴシック"/>
                  <a:ea typeface="ＭＳ Ｐゴシック"/>
                </a:rPr>
                <a:t>E</a:t>
              </a:r>
              <a:r>
                <a:rPr b="1" lang="ja-JP" sz="2400" strike="noStrike" u="sng">
                  <a:solidFill>
                    <a:srgbClr val="008080"/>
                  </a:solidFill>
                  <a:effectLst/>
                  <a:uFillTx/>
                  <a:latin typeface="ＭＳ Ｐゴシック"/>
                  <a:ea typeface="ＭＳ Ｐゴシック"/>
                </a:rPr>
                <a:t>）</a:t>
              </a:r>
              <a:endParaRPr b="0" lang="en-US" sz="2400" strike="noStrike" u="none">
                <a:solidFill>
                  <a:srgbClr val="000000"/>
                </a:solidFill>
                <a:effectLst/>
                <a:uFillTx/>
                <a:latin typeface="Arial"/>
              </a:endParaRPr>
            </a:p>
          </p:txBody>
        </p:sp>
      </p:grpSp>
      <p:sp>
        <p:nvSpPr>
          <p:cNvPr id="481" name="AutoShape 12"/>
          <p:cNvSpPr/>
          <p:nvPr/>
        </p:nvSpPr>
        <p:spPr>
          <a:xfrm>
            <a:off x="3608280" y="4202280"/>
            <a:ext cx="2641320" cy="1176120"/>
          </a:xfrm>
          <a:prstGeom prst="leftRightArrow">
            <a:avLst>
              <a:gd name="adj1" fmla="val 50000"/>
              <a:gd name="adj2" fmla="val 41461"/>
            </a:avLst>
          </a:prstGeom>
          <a:solidFill>
            <a:srgbClr val="ffccff"/>
          </a:solidFill>
          <a:ln cap="sq" w="25400">
            <a:solidFill>
              <a:srgbClr val="000000"/>
            </a:solidFill>
            <a:miter/>
          </a:ln>
        </p:spPr>
        <p:style>
          <a:lnRef idx="0"/>
          <a:fillRef idx="0"/>
          <a:effectRef idx="0"/>
          <a:fontRef idx="minor"/>
        </p:style>
        <p:txBody>
          <a:bodyPr wrap="none" lIns="90000" rIns="90000" tIns="45000" bIns="45000" anchor="ctr">
            <a:noAutofit/>
          </a:bodyPr>
          <a:p>
            <a:pPr>
              <a:lnSpc>
                <a:spcPct val="100000"/>
              </a:lnSpc>
            </a:pPr>
            <a:endParaRPr b="0" lang="en-US" sz="1800" strike="noStrike" u="none">
              <a:solidFill>
                <a:schemeClr val="dk1"/>
              </a:solidFill>
              <a:effectLst/>
              <a:uFillTx/>
              <a:latin typeface="ＭＳ Ｐゴシック"/>
              <a:ea typeface="ＭＳ Ｐゴシック"/>
            </a:endParaRPr>
          </a:p>
        </p:txBody>
      </p:sp>
      <p:sp>
        <p:nvSpPr>
          <p:cNvPr id="482" name="Text Box 13"/>
          <p:cNvSpPr/>
          <p:nvPr/>
        </p:nvSpPr>
        <p:spPr>
          <a:xfrm>
            <a:off x="3678120" y="4527720"/>
            <a:ext cx="2571480" cy="523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ja-JP" sz="2800" strike="noStrike" u="none">
                <a:solidFill>
                  <a:srgbClr val="ff0000"/>
                </a:solidFill>
                <a:effectLst/>
                <a:uFillTx/>
                <a:latin typeface="ＭＳ Ｐゴシック"/>
                <a:ea typeface="ＭＳ Ｐゴシック"/>
              </a:rPr>
              <a:t>相違点：ＤとＥ</a:t>
            </a:r>
            <a:endParaRPr b="0" lang="en-US" sz="2800" strike="noStrike" u="none">
              <a:solidFill>
                <a:srgbClr val="000000"/>
              </a:solidFill>
              <a:effectLst/>
              <a:uFillTx/>
              <a:latin typeface="Arial"/>
            </a:endParaRPr>
          </a:p>
        </p:txBody>
      </p:sp>
      <p:sp>
        <p:nvSpPr>
          <p:cNvPr id="483" name="AutoShape 14"/>
          <p:cNvSpPr/>
          <p:nvPr/>
        </p:nvSpPr>
        <p:spPr>
          <a:xfrm>
            <a:off x="2668680" y="5950080"/>
            <a:ext cx="2935080" cy="685440"/>
          </a:xfrm>
          <a:prstGeom prst="wedgeRoundRectCallout">
            <a:avLst>
              <a:gd name="adj1" fmla="val 24821"/>
              <a:gd name="adj2" fmla="val -153394"/>
              <a:gd name="adj3" fmla="val 16667"/>
            </a:avLst>
          </a:prstGeom>
          <a:solidFill>
            <a:schemeClr val="accent3">
              <a:lumMod val="60000"/>
              <a:lumOff val="40000"/>
            </a:schemeClr>
          </a:solidFill>
          <a:ln w="38100">
            <a:solidFill>
              <a:srgbClr val="000000"/>
            </a:solidFill>
            <a:miter/>
          </a:ln>
        </p:spPr>
        <p:style>
          <a:lnRef idx="0"/>
          <a:fillRef idx="0"/>
          <a:effectRef idx="0"/>
          <a:fontRef idx="minor"/>
        </p:style>
        <p:txBody>
          <a:bodyPr lIns="90000" rIns="90000" tIns="45000" bIns="45000" anchor="ctr">
            <a:noAutofit/>
          </a:bodyPr>
          <a:p>
            <a:pPr algn="ctr">
              <a:lnSpc>
                <a:spcPct val="100000"/>
              </a:lnSpc>
            </a:pPr>
            <a:r>
              <a:rPr b="1" lang="ja-JP" sz="2800" strike="noStrike" u="none">
                <a:solidFill>
                  <a:schemeClr val="dk1"/>
                </a:solidFill>
                <a:effectLst/>
                <a:uFillTx/>
                <a:latin typeface="ＭＳ Ｐゴシック"/>
                <a:ea typeface="ＭＳ Ｐゴシック"/>
              </a:rPr>
              <a:t>新しい！！！</a:t>
            </a:r>
            <a:endParaRPr b="0" lang="en-US" sz="2800" strike="noStrike" u="none">
              <a:solidFill>
                <a:srgbClr val="ffffff"/>
              </a:solidFill>
              <a:effectLst/>
              <a:uFillTx/>
              <a:latin typeface="Arial"/>
            </a:endParaRPr>
          </a:p>
        </p:txBody>
      </p:sp>
      <p:sp>
        <p:nvSpPr>
          <p:cNvPr id="484" name="Rectangle 16"/>
          <p:cNvSpPr/>
          <p:nvPr/>
        </p:nvSpPr>
        <p:spPr>
          <a:xfrm>
            <a:off x="247680" y="1096920"/>
            <a:ext cx="7540200" cy="523440"/>
          </a:xfrm>
          <a:prstGeom prst="rect">
            <a:avLst/>
          </a:prstGeom>
          <a:noFill/>
          <a:ln w="9525">
            <a:noFill/>
          </a:ln>
        </p:spPr>
        <p:style>
          <a:lnRef idx="0"/>
          <a:fillRef idx="0"/>
          <a:effectRef idx="0"/>
          <a:fontRef idx="minor"/>
        </p:style>
        <p:txBody>
          <a:bodyPr wrap="none" lIns="90000" rIns="90000" tIns="45000" bIns="45000" anchor="t">
            <a:spAutoFit/>
          </a:bodyPr>
          <a:p>
            <a:pPr>
              <a:lnSpc>
                <a:spcPct val="100000"/>
              </a:lnSpc>
            </a:pPr>
            <a:r>
              <a:rPr b="0" lang="ja-JP" sz="2800" strike="noStrike" u="sng">
                <a:solidFill>
                  <a:schemeClr val="dk1"/>
                </a:solidFill>
                <a:effectLst/>
                <a:uFillTx/>
                <a:latin typeface="ＭＳ Ｐゴシック"/>
                <a:ea typeface="ＭＳ Ｐゴシック"/>
              </a:rPr>
              <a:t>発明のパーツ（発明特定事項）の比較による判断</a:t>
            </a:r>
            <a:endParaRPr b="0" lang="en-US" sz="2800" strike="noStrike" u="none">
              <a:solidFill>
                <a:srgbClr val="000000"/>
              </a:solidFill>
              <a:effectLst/>
              <a:uFillTx/>
              <a:latin typeface="Arial"/>
            </a:endParaRPr>
          </a:p>
        </p:txBody>
      </p:sp>
      <p:sp>
        <p:nvSpPr>
          <p:cNvPr id="485" name="PlaceHolder 2"/>
          <p:cNvSpPr>
            <a:spLocks noGrp="1"/>
          </p:cNvSpPr>
          <p:nvPr>
            <p:ph type="title"/>
          </p:nvPr>
        </p:nvSpPr>
        <p:spPr>
          <a:xfrm>
            <a:off x="1349280" y="0"/>
            <a:ext cx="8572320" cy="901440"/>
          </a:xfrm>
          <a:prstGeom prst="rect">
            <a:avLst/>
          </a:prstGeom>
          <a:noFill/>
          <a:ln w="9360">
            <a:noFill/>
          </a:ln>
        </p:spPr>
        <p:txBody>
          <a:bodyPr numCol="1" spcCol="0" lIns="91440" rIns="91440" tIns="45720" bIns="45720" anchor="ctr">
            <a:noAutofit/>
          </a:bodyPr>
          <a:p>
            <a:pPr indent="0">
              <a:lnSpc>
                <a:spcPct val="100000"/>
              </a:lnSpc>
              <a:buNone/>
            </a:pPr>
            <a:r>
              <a:rPr b="0" lang="ja-JP" sz="3600" strike="noStrike" u="none">
                <a:solidFill>
                  <a:schemeClr val="dk1"/>
                </a:solidFill>
                <a:effectLst/>
                <a:uFillTx/>
                <a:latin typeface="ＭＳ Ｐゴシック"/>
                <a:ea typeface="ＭＳ Ｐゴシック"/>
              </a:rPr>
              <a:t>新規性（新しさ）の判断手法</a:t>
            </a:r>
            <a:endParaRPr b="0" lang="en-US" sz="3600" strike="noStrike" u="none">
              <a:solidFill>
                <a:schemeClr val="dk1"/>
              </a:solidFill>
              <a:effectLst/>
              <a:uFillTx/>
              <a:latin typeface="Tw Cen MT"/>
            </a:endParaRPr>
          </a:p>
        </p:txBody>
      </p:sp>
      <p:sp>
        <p:nvSpPr>
          <p:cNvPr id="486" name="Rectangle 7"/>
          <p:cNvSpPr/>
          <p:nvPr/>
        </p:nvSpPr>
        <p:spPr>
          <a:xfrm>
            <a:off x="0" y="15840"/>
            <a:ext cx="1034640" cy="523440"/>
          </a:xfrm>
          <a:prstGeom prst="rect">
            <a:avLst/>
          </a:prstGeom>
          <a:noFill/>
          <a:ln w="9525">
            <a:noFill/>
          </a:ln>
        </p:spPr>
        <p:style>
          <a:lnRef idx="0"/>
          <a:fillRef idx="0"/>
          <a:effectRef idx="0"/>
          <a:fontRef idx="minor"/>
        </p:style>
        <p:txBody>
          <a:bodyPr wrap="none" lIns="90000" rIns="90000" tIns="45000" bIns="45000" anchor="t">
            <a:spAutoFit/>
          </a:bodyPr>
          <a:p>
            <a:pPr>
              <a:lnSpc>
                <a:spcPct val="100000"/>
              </a:lnSpc>
            </a:pPr>
            <a:r>
              <a:rPr b="0" lang="ja-JP" sz="2800" strike="noStrike" u="none">
                <a:solidFill>
                  <a:schemeClr val="dk1"/>
                </a:solidFill>
                <a:effectLst/>
                <a:uFillTx/>
                <a:latin typeface="ＭＳ Ｐゴシック"/>
                <a:ea typeface="ＭＳ Ｐゴシック"/>
              </a:rPr>
              <a:t>２－３</a:t>
            </a:r>
            <a:endParaRPr b="0" lang="en-US" sz="2800" strike="noStrike" u="none">
              <a:solidFill>
                <a:srgbClr val="000000"/>
              </a:solidFill>
              <a:effectLst/>
              <a:uFillTx/>
              <a:latin typeface="Arial"/>
            </a:endParaRPr>
          </a:p>
        </p:txBody>
      </p:sp>
      <p:sp>
        <p:nvSpPr>
          <p:cNvPr id="487" name="スライド番号プレースホルダー 5"/>
          <p:cNvSpPr/>
          <p:nvPr/>
        </p:nvSpPr>
        <p:spPr>
          <a:xfrm>
            <a:off x="9328320" y="6597720"/>
            <a:ext cx="577440" cy="244080"/>
          </a:xfrm>
          <a:prstGeom prst="rect">
            <a:avLst/>
          </a:prstGeom>
          <a:noFill/>
          <a:ln w="0">
            <a:noFill/>
          </a:ln>
        </p:spPr>
        <p:style>
          <a:lnRef idx="0"/>
          <a:fillRef idx="0"/>
          <a:effectRef idx="0"/>
          <a:fontRef idx="minor"/>
        </p:style>
        <p:txBody>
          <a:bodyPr lIns="90000" rIns="90000" tIns="45000" bIns="45000" anchor="ctr">
            <a:normAutofit fontScale="70000" lnSpcReduction="19999"/>
          </a:bodyPr>
          <a:p>
            <a:pPr algn="ctr">
              <a:lnSpc>
                <a:spcPct val="100000"/>
              </a:lnSpc>
            </a:pPr>
            <a:fld id="{CB0B9960-9629-4DBC-89AB-D54986099B15}" type="slidenum">
              <a:rPr b="1" lang="en-US" sz="1400" strike="noStrike" u="none">
                <a:solidFill>
                  <a:srgbClr val="000000"/>
                </a:solidFill>
                <a:effectLst/>
                <a:uFillTx/>
                <a:latin typeface="Tw Cen MT"/>
                <a:ea typeface="ＭＳ Ｐゴシック"/>
              </a:rPr>
              <a:t>&lt;番号&gt;</a:t>
            </a:fld>
            <a:endParaRPr b="0" lang="en-US"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8" name="PlaceHolder 1"/>
          <p:cNvSpPr>
            <a:spLocks noGrp="1"/>
          </p:cNvSpPr>
          <p:nvPr>
            <p:ph type="sldNum" idx="139"/>
          </p:nvPr>
        </p:nvSpPr>
        <p:spPr>
          <a:xfrm>
            <a:off x="0" y="1973160"/>
            <a:ext cx="577440" cy="244080"/>
          </a:xfrm>
          <a:prstGeom prst="rect">
            <a:avLst/>
          </a:prstGeom>
          <a:noFill/>
          <a:ln w="0">
            <a:noFill/>
          </a:ln>
        </p:spPr>
        <p:txBody>
          <a:bodyPr numCol="1" spcCol="0" lIns="91440" rIns="91440" tIns="45720" bIns="45720" anchor="ctr">
            <a:normAutofit fontScale="85000" lnSpcReduction="19999"/>
          </a:bodyPr>
          <a:lstStyle>
            <a:lvl1pPr indent="0" algn="ctr">
              <a:lnSpc>
                <a:spcPct val="100000"/>
              </a:lnSpc>
              <a:buNone/>
              <a:defRPr b="1" lang="en-US" sz="1400" strike="noStrike" u="none">
                <a:solidFill>
                  <a:schemeClr val="dk2"/>
                </a:solidFill>
                <a:effectLst/>
                <a:uFillTx/>
                <a:latin typeface="ＭＳ Ｐゴシック"/>
                <a:ea typeface="ＭＳ Ｐゴシック"/>
              </a:defRPr>
            </a:lvl1pPr>
          </a:lstStyle>
          <a:p>
            <a:pPr indent="0" algn="ctr">
              <a:lnSpc>
                <a:spcPct val="100000"/>
              </a:lnSpc>
              <a:buNone/>
            </a:pPr>
            <a:fld id="{D4D07067-4043-4BF5-B66E-F45AED9D5CD2}" type="slidenum">
              <a:rPr b="1" lang="en-US" sz="1400" strike="noStrike" u="none">
                <a:solidFill>
                  <a:schemeClr val="dk2"/>
                </a:solidFill>
                <a:effectLst/>
                <a:uFillTx/>
                <a:latin typeface="ＭＳ Ｐゴシック"/>
                <a:ea typeface="ＭＳ Ｐゴシック"/>
              </a:rPr>
              <a:t>8</a:t>
            </a:fld>
            <a:endParaRPr b="0" lang="en-US" sz="1400" strike="noStrike" u="none">
              <a:solidFill>
                <a:srgbClr val="000000"/>
              </a:solidFill>
              <a:effectLst/>
              <a:uFillTx/>
              <a:latin typeface="游明朝"/>
            </a:endParaRPr>
          </a:p>
        </p:txBody>
      </p:sp>
      <p:sp>
        <p:nvSpPr>
          <p:cNvPr id="489" name="PlaceHolder 2"/>
          <p:cNvSpPr>
            <a:spLocks noGrp="1"/>
          </p:cNvSpPr>
          <p:nvPr>
            <p:ph type="title"/>
          </p:nvPr>
        </p:nvSpPr>
        <p:spPr>
          <a:xfrm>
            <a:off x="1484280" y="0"/>
            <a:ext cx="8419680" cy="907560"/>
          </a:xfrm>
          <a:prstGeom prst="rect">
            <a:avLst/>
          </a:prstGeom>
          <a:noFill/>
          <a:ln w="9360">
            <a:noFill/>
          </a:ln>
        </p:spPr>
        <p:txBody>
          <a:bodyPr numCol="1" spcCol="0" lIns="91440" rIns="91440" tIns="45720" bIns="45720" anchor="ctr">
            <a:noAutofit/>
          </a:bodyPr>
          <a:p>
            <a:pPr indent="0">
              <a:lnSpc>
                <a:spcPct val="100000"/>
              </a:lnSpc>
              <a:buNone/>
            </a:pPr>
            <a:r>
              <a:rPr b="0" lang="ja-JP" sz="3600" strike="noStrike" u="none">
                <a:solidFill>
                  <a:schemeClr val="dk1"/>
                </a:solidFill>
                <a:effectLst/>
                <a:uFillTx/>
                <a:latin typeface="ＭＳ Ｐゴシック"/>
                <a:ea typeface="ＭＳ Ｐゴシック"/>
              </a:rPr>
              <a:t>新規性の判断手法</a:t>
            </a:r>
            <a:endParaRPr b="0" lang="en-US" sz="3600" strike="noStrike" u="none">
              <a:solidFill>
                <a:schemeClr val="dk1"/>
              </a:solidFill>
              <a:effectLst/>
              <a:uFillTx/>
              <a:latin typeface="Tw Cen MT"/>
            </a:endParaRPr>
          </a:p>
        </p:txBody>
      </p:sp>
      <p:sp>
        <p:nvSpPr>
          <p:cNvPr id="490" name="Oval 5"/>
          <p:cNvSpPr/>
          <p:nvPr/>
        </p:nvSpPr>
        <p:spPr>
          <a:xfrm>
            <a:off x="503280" y="4199040"/>
            <a:ext cx="2730240" cy="2518920"/>
          </a:xfrm>
          <a:prstGeom prst="ellipse">
            <a:avLst/>
          </a:prstGeom>
          <a:solidFill>
            <a:srgbClr val="ffccff"/>
          </a:solidFill>
          <a:ln w="28575">
            <a:solidFill>
              <a:srgbClr val="000000"/>
            </a:solidFill>
            <a:round/>
          </a:ln>
        </p:spPr>
        <p:style>
          <a:lnRef idx="0"/>
          <a:fillRef idx="0"/>
          <a:effectRef idx="0"/>
          <a:fontRef idx="minor"/>
        </p:style>
        <p:txBody>
          <a:bodyPr wrap="none" lIns="87120" rIns="87120" tIns="43560" bIns="43560" anchor="ctr">
            <a:noAutofit/>
          </a:bodyPr>
          <a:p>
            <a:pPr>
              <a:lnSpc>
                <a:spcPct val="100000"/>
              </a:lnSpc>
            </a:pPr>
            <a:endParaRPr b="0" lang="en-US" sz="1800" strike="noStrike" u="none">
              <a:solidFill>
                <a:schemeClr val="dk1"/>
              </a:solidFill>
              <a:effectLst/>
              <a:uFillTx/>
              <a:latin typeface="ＭＳ Ｐゴシック"/>
              <a:ea typeface="ＭＳ Ｐゴシック"/>
            </a:endParaRPr>
          </a:p>
        </p:txBody>
      </p:sp>
      <p:sp>
        <p:nvSpPr>
          <p:cNvPr id="491" name="Text Box 6"/>
          <p:cNvSpPr/>
          <p:nvPr/>
        </p:nvSpPr>
        <p:spPr>
          <a:xfrm>
            <a:off x="922320" y="4556160"/>
            <a:ext cx="1806120" cy="456840"/>
          </a:xfrm>
          <a:prstGeom prst="rect">
            <a:avLst/>
          </a:prstGeom>
          <a:noFill/>
          <a:ln w="9525">
            <a:noFill/>
          </a:ln>
        </p:spPr>
        <p:style>
          <a:lnRef idx="0"/>
          <a:fillRef idx="0"/>
          <a:effectRef idx="0"/>
          <a:fontRef idx="minor"/>
        </p:style>
        <p:txBody>
          <a:bodyPr lIns="87120" rIns="87120" tIns="43560" bIns="43560" anchor="t">
            <a:spAutoFit/>
          </a:bodyPr>
          <a:p>
            <a:pPr>
              <a:lnSpc>
                <a:spcPct val="100000"/>
              </a:lnSpc>
              <a:spcBef>
                <a:spcPts val="1199"/>
              </a:spcBef>
            </a:pPr>
            <a:r>
              <a:rPr b="0" lang="ja-JP" sz="2400" strike="noStrike" u="sng">
                <a:solidFill>
                  <a:schemeClr val="dk1"/>
                </a:solidFill>
                <a:effectLst/>
                <a:uFillTx/>
                <a:latin typeface="ＭＳ Ｐゴシック"/>
                <a:ea typeface="ＭＳ Ｐゴシック"/>
              </a:rPr>
              <a:t>発明</a:t>
            </a:r>
            <a:r>
              <a:rPr b="0" lang="en-US" sz="2400" strike="noStrike" u="sng">
                <a:solidFill>
                  <a:schemeClr val="dk1"/>
                </a:solidFill>
                <a:effectLst/>
                <a:uFillTx/>
                <a:latin typeface="ＭＳ Ｐゴシック"/>
                <a:ea typeface="ＭＳ Ｐゴシック"/>
              </a:rPr>
              <a:t>α</a:t>
            </a:r>
            <a:endParaRPr b="0" lang="en-US" sz="2400" strike="noStrike" u="none">
              <a:solidFill>
                <a:srgbClr val="000000"/>
              </a:solidFill>
              <a:effectLst/>
              <a:uFillTx/>
              <a:latin typeface="Arial"/>
            </a:endParaRPr>
          </a:p>
        </p:txBody>
      </p:sp>
      <p:sp>
        <p:nvSpPr>
          <p:cNvPr id="492" name="Rectangle 11"/>
          <p:cNvSpPr/>
          <p:nvPr/>
        </p:nvSpPr>
        <p:spPr>
          <a:xfrm>
            <a:off x="109440" y="1805040"/>
            <a:ext cx="2889000" cy="1472760"/>
          </a:xfrm>
          <a:prstGeom prst="rect">
            <a:avLst/>
          </a:prstGeom>
          <a:solidFill>
            <a:srgbClr val="ffccff"/>
          </a:solidFill>
          <a:ln w="9525">
            <a:solidFill>
              <a:srgbClr val="000066"/>
            </a:solidFill>
            <a:miter/>
          </a:ln>
          <a:effectLst>
            <a:outerShdw algn="ctr" dir="2700000" dist="107423" rotWithShape="0">
              <a:schemeClr val="bg2"/>
            </a:outerShdw>
          </a:effectLst>
        </p:spPr>
        <p:style>
          <a:lnRef idx="0"/>
          <a:fillRef idx="0"/>
          <a:effectRef idx="0"/>
          <a:fontRef idx="minor"/>
        </p:style>
        <p:txBody>
          <a:bodyPr wrap="none" lIns="87120" rIns="87120" tIns="43560" bIns="43560" anchor="ctr">
            <a:noAutofit/>
          </a:bodyPr>
          <a:p>
            <a:pPr defTabSz="871560">
              <a:lnSpc>
                <a:spcPct val="100000"/>
              </a:lnSpc>
            </a:pPr>
            <a:r>
              <a:rPr b="1" lang="ja-JP" sz="2400" strike="noStrike" u="sng">
                <a:solidFill>
                  <a:schemeClr val="dk1"/>
                </a:solidFill>
                <a:effectLst/>
                <a:uFillTx/>
                <a:latin typeface="ＭＳ Ｐゴシック"/>
                <a:ea typeface="ＭＳ Ｐゴシック"/>
              </a:rPr>
              <a:t>発明</a:t>
            </a:r>
            <a:r>
              <a:rPr b="1" lang="en-US" sz="2400" strike="noStrike" u="sng">
                <a:solidFill>
                  <a:schemeClr val="dk1"/>
                </a:solidFill>
                <a:effectLst/>
                <a:uFillTx/>
                <a:latin typeface="ＭＳ Ｐゴシック"/>
                <a:ea typeface="ＭＳ Ｐゴシック"/>
              </a:rPr>
              <a:t>α</a:t>
            </a:r>
            <a:r>
              <a:rPr b="1" lang="ja-JP" sz="2400" strike="noStrike" u="sng">
                <a:solidFill>
                  <a:schemeClr val="dk1"/>
                </a:solidFill>
                <a:effectLst/>
                <a:uFillTx/>
                <a:latin typeface="ＭＳ Ｐゴシック"/>
                <a:ea typeface="ＭＳ Ｐゴシック"/>
              </a:rPr>
              <a:t>（公知発明）</a:t>
            </a:r>
            <a:endParaRPr b="0" lang="en-US" sz="2400" strike="noStrike" u="none">
              <a:solidFill>
                <a:srgbClr val="000000"/>
              </a:solidFill>
              <a:effectLst/>
              <a:uFillTx/>
              <a:latin typeface="Arial"/>
            </a:endParaRPr>
          </a:p>
          <a:p>
            <a:pPr defTabSz="871560">
              <a:lnSpc>
                <a:spcPct val="100000"/>
              </a:lnSpc>
            </a:pPr>
            <a:r>
              <a:rPr b="0" lang="ja-JP" sz="2600" strike="noStrike" u="none">
                <a:solidFill>
                  <a:srgbClr val="000099"/>
                </a:solidFill>
                <a:effectLst/>
                <a:uFillTx/>
                <a:latin typeface="ＭＳ Ｐゴシック"/>
                <a:ea typeface="ＭＳ Ｐゴシック"/>
              </a:rPr>
              <a:t>断面六角形（Ａ）</a:t>
            </a:r>
            <a:endParaRPr b="0" lang="en-US" sz="2600" strike="noStrike" u="none">
              <a:solidFill>
                <a:srgbClr val="000000"/>
              </a:solidFill>
              <a:effectLst/>
              <a:uFillTx/>
              <a:latin typeface="Arial"/>
            </a:endParaRPr>
          </a:p>
          <a:p>
            <a:pPr defTabSz="871560">
              <a:lnSpc>
                <a:spcPct val="100000"/>
              </a:lnSpc>
            </a:pPr>
            <a:r>
              <a:rPr b="0" lang="ja-JP" sz="2600" strike="noStrike" u="none">
                <a:solidFill>
                  <a:srgbClr val="000099"/>
                </a:solidFill>
                <a:effectLst/>
                <a:uFillTx/>
                <a:latin typeface="ＭＳ Ｐゴシック"/>
                <a:ea typeface="ＭＳ Ｐゴシック"/>
              </a:rPr>
              <a:t>の鉛筆（Ｂ）</a:t>
            </a:r>
            <a:endParaRPr b="0" lang="en-US" sz="2600" strike="noStrike" u="none">
              <a:solidFill>
                <a:srgbClr val="000000"/>
              </a:solidFill>
              <a:effectLst/>
              <a:uFillTx/>
              <a:latin typeface="Arial"/>
            </a:endParaRPr>
          </a:p>
        </p:txBody>
      </p:sp>
      <p:sp>
        <p:nvSpPr>
          <p:cNvPr id="493" name="Oval 20"/>
          <p:cNvSpPr/>
          <p:nvPr/>
        </p:nvSpPr>
        <p:spPr>
          <a:xfrm>
            <a:off x="1440000" y="5321160"/>
            <a:ext cx="1168200" cy="1079280"/>
          </a:xfrm>
          <a:prstGeom prst="ellipse">
            <a:avLst/>
          </a:prstGeom>
          <a:solidFill>
            <a:srgbClr val="ffffcc"/>
          </a:solidFill>
          <a:ln w="28575">
            <a:solidFill>
              <a:srgbClr val="000000"/>
            </a:solidFill>
            <a:round/>
          </a:ln>
        </p:spPr>
        <p:style>
          <a:lnRef idx="0"/>
          <a:fillRef idx="0"/>
          <a:effectRef idx="0"/>
          <a:fontRef idx="minor"/>
        </p:style>
        <p:txBody>
          <a:bodyPr wrap="none" lIns="87120" rIns="87120" tIns="43560" bIns="43560" anchor="ctr">
            <a:noAutofit/>
          </a:bodyPr>
          <a:p>
            <a:pPr>
              <a:lnSpc>
                <a:spcPct val="100000"/>
              </a:lnSpc>
            </a:pPr>
            <a:endParaRPr b="0" lang="en-US" sz="1800" strike="noStrike" u="none">
              <a:solidFill>
                <a:schemeClr val="dk1"/>
              </a:solidFill>
              <a:effectLst/>
              <a:uFillTx/>
              <a:latin typeface="ＭＳ Ｐゴシック"/>
              <a:ea typeface="ＭＳ Ｐゴシック"/>
            </a:endParaRPr>
          </a:p>
        </p:txBody>
      </p:sp>
      <p:sp>
        <p:nvSpPr>
          <p:cNvPr id="494" name="Text Box 21"/>
          <p:cNvSpPr/>
          <p:nvPr/>
        </p:nvSpPr>
        <p:spPr>
          <a:xfrm>
            <a:off x="1555920" y="5651640"/>
            <a:ext cx="1044360" cy="394920"/>
          </a:xfrm>
          <a:prstGeom prst="rect">
            <a:avLst/>
          </a:prstGeom>
          <a:noFill/>
          <a:ln w="9525">
            <a:noFill/>
          </a:ln>
        </p:spPr>
        <p:style>
          <a:lnRef idx="0"/>
          <a:fillRef idx="0"/>
          <a:effectRef idx="0"/>
          <a:fontRef idx="minor"/>
        </p:style>
        <p:txBody>
          <a:bodyPr lIns="87120" rIns="87120" tIns="43560" bIns="43560" anchor="t">
            <a:spAutoFit/>
          </a:bodyPr>
          <a:p>
            <a:pPr>
              <a:lnSpc>
                <a:spcPct val="100000"/>
              </a:lnSpc>
              <a:spcBef>
                <a:spcPts val="1001"/>
              </a:spcBef>
            </a:pPr>
            <a:r>
              <a:rPr b="1" lang="ja-JP" sz="2000" strike="noStrike" u="sng">
                <a:solidFill>
                  <a:schemeClr val="dk1"/>
                </a:solidFill>
                <a:effectLst/>
                <a:uFillTx/>
                <a:latin typeface="ＭＳ Ｐゴシック"/>
                <a:ea typeface="ＭＳ Ｐゴシック"/>
              </a:rPr>
              <a:t>発明</a:t>
            </a:r>
            <a:r>
              <a:rPr b="1" lang="en-US" sz="2000" strike="noStrike" u="sng">
                <a:solidFill>
                  <a:schemeClr val="dk1"/>
                </a:solidFill>
                <a:effectLst/>
                <a:uFillTx/>
                <a:latin typeface="ＭＳ Ｐゴシック"/>
                <a:ea typeface="ＭＳ Ｐゴシック"/>
              </a:rPr>
              <a:t>β</a:t>
            </a:r>
            <a:endParaRPr b="0" lang="en-US" sz="2000" strike="noStrike" u="none">
              <a:solidFill>
                <a:srgbClr val="000000"/>
              </a:solidFill>
              <a:effectLst/>
              <a:uFillTx/>
              <a:latin typeface="Arial"/>
            </a:endParaRPr>
          </a:p>
        </p:txBody>
      </p:sp>
      <p:grpSp>
        <p:nvGrpSpPr>
          <p:cNvPr id="495" name="Group 22"/>
          <p:cNvGrpSpPr/>
          <p:nvPr/>
        </p:nvGrpSpPr>
        <p:grpSpPr>
          <a:xfrm>
            <a:off x="3763800" y="5559480"/>
            <a:ext cx="1450440" cy="1147320"/>
            <a:chOff x="3763800" y="5559480"/>
            <a:chExt cx="1450440" cy="1147320"/>
          </a:xfrm>
        </p:grpSpPr>
        <p:sp>
          <p:nvSpPr>
            <p:cNvPr id="496" name="Oval 23"/>
            <p:cNvSpPr/>
            <p:nvPr/>
          </p:nvSpPr>
          <p:spPr>
            <a:xfrm>
              <a:off x="3763800" y="5559480"/>
              <a:ext cx="1251720" cy="1147320"/>
            </a:xfrm>
            <a:prstGeom prst="ellipse">
              <a:avLst/>
            </a:prstGeom>
            <a:solidFill>
              <a:srgbClr val="ccffcc"/>
            </a:solidFill>
            <a:ln w="25400">
              <a:solidFill>
                <a:srgbClr val="000000"/>
              </a:solidFill>
              <a:round/>
            </a:ln>
          </p:spPr>
          <p:style>
            <a:lnRef idx="0"/>
            <a:fillRef idx="0"/>
            <a:effectRef idx="0"/>
            <a:fontRef idx="minor"/>
          </p:style>
          <p:txBody>
            <a:bodyPr wrap="none" lIns="87120" rIns="87120" tIns="43560" bIns="43560" anchor="ctr">
              <a:noAutofit/>
            </a:bodyPr>
            <a:p>
              <a:pPr>
                <a:lnSpc>
                  <a:spcPct val="100000"/>
                </a:lnSpc>
              </a:pPr>
              <a:endParaRPr b="0" lang="en-US" sz="1800" strike="noStrike" u="none">
                <a:solidFill>
                  <a:schemeClr val="dk1"/>
                </a:solidFill>
                <a:effectLst/>
                <a:uFillTx/>
                <a:latin typeface="ＭＳ Ｐゴシック"/>
                <a:ea typeface="ＭＳ Ｐゴシック"/>
              </a:endParaRPr>
            </a:p>
          </p:txBody>
        </p:sp>
        <p:sp>
          <p:nvSpPr>
            <p:cNvPr id="497" name="Text Box 24"/>
            <p:cNvSpPr/>
            <p:nvPr/>
          </p:nvSpPr>
          <p:spPr>
            <a:xfrm>
              <a:off x="3763800" y="5818680"/>
              <a:ext cx="1450440" cy="456480"/>
            </a:xfrm>
            <a:prstGeom prst="rect">
              <a:avLst/>
            </a:prstGeom>
            <a:noFill/>
            <a:ln w="9525">
              <a:noFill/>
            </a:ln>
          </p:spPr>
          <p:style>
            <a:lnRef idx="0"/>
            <a:fillRef idx="0"/>
            <a:effectRef idx="0"/>
            <a:fontRef idx="minor"/>
          </p:style>
          <p:txBody>
            <a:bodyPr lIns="87120" rIns="87120" tIns="43560" bIns="43560" anchor="t">
              <a:spAutoFit/>
            </a:bodyPr>
            <a:p>
              <a:pPr>
                <a:lnSpc>
                  <a:spcPct val="100000"/>
                </a:lnSpc>
                <a:spcBef>
                  <a:spcPts val="1199"/>
                </a:spcBef>
              </a:pPr>
              <a:r>
                <a:rPr b="0" lang="ja-JP" sz="2400" strike="noStrike" u="sng">
                  <a:solidFill>
                    <a:schemeClr val="dk1"/>
                  </a:solidFill>
                  <a:effectLst/>
                  <a:uFillTx/>
                  <a:latin typeface="ＭＳ Ｐゴシック"/>
                  <a:ea typeface="ＭＳ Ｐゴシック"/>
                </a:rPr>
                <a:t>発明</a:t>
              </a:r>
              <a:r>
                <a:rPr b="0" lang="en-US" sz="2400" strike="noStrike" u="sng">
                  <a:solidFill>
                    <a:schemeClr val="dk1"/>
                  </a:solidFill>
                  <a:effectLst/>
                  <a:uFillTx/>
                  <a:latin typeface="ＭＳ Ｐゴシック"/>
                  <a:ea typeface="ＭＳ Ｐゴシック"/>
                </a:rPr>
                <a:t>γ</a:t>
              </a:r>
              <a:endParaRPr b="0" lang="en-US" sz="2400" strike="noStrike" u="none">
                <a:solidFill>
                  <a:srgbClr val="000000"/>
                </a:solidFill>
                <a:effectLst/>
                <a:uFillTx/>
                <a:latin typeface="Arial"/>
              </a:endParaRPr>
            </a:p>
          </p:txBody>
        </p:sp>
      </p:grpSp>
      <p:sp>
        <p:nvSpPr>
          <p:cNvPr id="498" name="AutoShape 25"/>
          <p:cNvSpPr/>
          <p:nvPr/>
        </p:nvSpPr>
        <p:spPr>
          <a:xfrm>
            <a:off x="3357720" y="3773520"/>
            <a:ext cx="2901600" cy="1599840"/>
          </a:xfrm>
          <a:prstGeom prst="wedgeRectCallout">
            <a:avLst>
              <a:gd name="adj1" fmla="val -82227"/>
              <a:gd name="adj2" fmla="val 76093"/>
            </a:avLst>
          </a:prstGeom>
          <a:solidFill>
            <a:schemeClr val="bg1"/>
          </a:solidFill>
          <a:ln w="9525">
            <a:solidFill>
              <a:srgbClr val="000000"/>
            </a:solidFill>
            <a:miter/>
          </a:ln>
        </p:spPr>
        <p:style>
          <a:lnRef idx="0"/>
          <a:fillRef idx="0"/>
          <a:effectRef idx="0"/>
          <a:fontRef idx="minor"/>
        </p:style>
        <p:txBody>
          <a:bodyPr lIns="90000" rIns="90000" tIns="45000" bIns="45000" anchor="t">
            <a:noAutofit/>
          </a:bodyPr>
          <a:p>
            <a:pPr>
              <a:lnSpc>
                <a:spcPct val="100000"/>
              </a:lnSpc>
            </a:pPr>
            <a:r>
              <a:rPr b="1" lang="ja-JP" sz="2400" strike="noStrike" u="none">
                <a:solidFill>
                  <a:schemeClr val="dk1"/>
                </a:solidFill>
                <a:effectLst/>
                <a:uFillTx/>
                <a:latin typeface="ＭＳ Ｐゴシック"/>
                <a:ea typeface="ＭＳ Ｐゴシック"/>
              </a:rPr>
              <a:t>下位概念（範囲内）</a:t>
            </a:r>
            <a:endParaRPr b="0" lang="en-US" sz="2400" strike="noStrike" u="none">
              <a:solidFill>
                <a:srgbClr val="000000"/>
              </a:solidFill>
              <a:effectLst/>
              <a:uFillTx/>
              <a:latin typeface="Arial"/>
            </a:endParaRPr>
          </a:p>
          <a:p>
            <a:pPr>
              <a:lnSpc>
                <a:spcPct val="100000"/>
              </a:lnSpc>
            </a:pPr>
            <a:r>
              <a:rPr b="1" lang="ja-JP" sz="2400" strike="noStrike" u="none">
                <a:solidFill>
                  <a:srgbClr val="ff0000"/>
                </a:solidFill>
                <a:effectLst/>
                <a:uFillTx/>
                <a:latin typeface="ＭＳ Ｐゴシック"/>
                <a:ea typeface="ＭＳ Ｐゴシック"/>
              </a:rPr>
              <a:t>発明</a:t>
            </a:r>
            <a:r>
              <a:rPr b="1" lang="en-US" sz="2400" strike="noStrike" u="none">
                <a:solidFill>
                  <a:srgbClr val="ff0000"/>
                </a:solidFill>
                <a:effectLst/>
                <a:uFillTx/>
                <a:latin typeface="ＭＳ Ｐゴシック"/>
                <a:ea typeface="ＭＳ Ｐゴシック"/>
              </a:rPr>
              <a:t>α</a:t>
            </a:r>
            <a:r>
              <a:rPr b="1" lang="ja-JP" sz="2400" strike="noStrike" u="none">
                <a:solidFill>
                  <a:srgbClr val="ff0000"/>
                </a:solidFill>
                <a:effectLst/>
                <a:uFillTx/>
                <a:latin typeface="ＭＳ Ｐゴシック"/>
                <a:ea typeface="ＭＳ Ｐゴシック"/>
              </a:rPr>
              <a:t>に対して</a:t>
            </a:r>
            <a:endParaRPr b="0" lang="en-US" sz="2400" strike="noStrike" u="none">
              <a:solidFill>
                <a:srgbClr val="000000"/>
              </a:solidFill>
              <a:effectLst/>
              <a:uFillTx/>
              <a:latin typeface="Arial"/>
            </a:endParaRPr>
          </a:p>
          <a:p>
            <a:pPr>
              <a:lnSpc>
                <a:spcPct val="100000"/>
              </a:lnSpc>
            </a:pPr>
            <a:r>
              <a:rPr b="1" lang="ja-JP" sz="2400" strike="noStrike" u="none">
                <a:solidFill>
                  <a:srgbClr val="ff0000"/>
                </a:solidFill>
                <a:effectLst/>
                <a:uFillTx/>
                <a:latin typeface="ＭＳ Ｐゴシック"/>
                <a:ea typeface="ＭＳ Ｐゴシック"/>
              </a:rPr>
              <a:t>新規性有り</a:t>
            </a:r>
            <a:endParaRPr b="0" lang="en-US" sz="2400" strike="noStrike" u="none">
              <a:solidFill>
                <a:srgbClr val="000000"/>
              </a:solidFill>
              <a:effectLst/>
              <a:uFillTx/>
              <a:latin typeface="Arial"/>
            </a:endParaRPr>
          </a:p>
          <a:p>
            <a:pPr>
              <a:lnSpc>
                <a:spcPct val="100000"/>
              </a:lnSpc>
            </a:pPr>
            <a:r>
              <a:rPr b="1" lang="ja-JP" sz="2400" strike="noStrike" u="none">
                <a:solidFill>
                  <a:schemeClr val="lt2"/>
                </a:solidFill>
                <a:effectLst/>
                <a:uFillTx/>
                <a:latin typeface="ＭＳ Ｐゴシック"/>
                <a:ea typeface="ＭＳ Ｐゴシック"/>
              </a:rPr>
              <a:t>（※）利用発明</a:t>
            </a:r>
            <a:endParaRPr b="0" lang="en-US" sz="2400" strike="noStrike" u="none">
              <a:solidFill>
                <a:srgbClr val="000000"/>
              </a:solidFill>
              <a:effectLst/>
              <a:uFillTx/>
              <a:latin typeface="Arial"/>
            </a:endParaRPr>
          </a:p>
        </p:txBody>
      </p:sp>
      <p:sp>
        <p:nvSpPr>
          <p:cNvPr id="499" name="AutoShape 26"/>
          <p:cNvSpPr/>
          <p:nvPr/>
        </p:nvSpPr>
        <p:spPr>
          <a:xfrm>
            <a:off x="6618240" y="3811680"/>
            <a:ext cx="2916000" cy="1561680"/>
          </a:xfrm>
          <a:prstGeom prst="wedgeRectCallout">
            <a:avLst>
              <a:gd name="adj1" fmla="val -116213"/>
              <a:gd name="adj2" fmla="val 112398"/>
            </a:avLst>
          </a:prstGeom>
          <a:solidFill>
            <a:schemeClr val="bg1"/>
          </a:solidFill>
          <a:ln w="9525">
            <a:solidFill>
              <a:srgbClr val="000000"/>
            </a:solidFill>
            <a:miter/>
          </a:ln>
        </p:spPr>
        <p:style>
          <a:lnRef idx="0"/>
          <a:fillRef idx="0"/>
          <a:effectRef idx="0"/>
          <a:fontRef idx="minor"/>
        </p:style>
        <p:txBody>
          <a:bodyPr lIns="90000" rIns="90000" tIns="45000" bIns="45000" anchor="t">
            <a:noAutofit/>
          </a:bodyPr>
          <a:p>
            <a:pPr>
              <a:lnSpc>
                <a:spcPct val="100000"/>
              </a:lnSpc>
            </a:pPr>
            <a:r>
              <a:rPr b="1" lang="ja-JP" sz="2400" strike="noStrike" u="none">
                <a:solidFill>
                  <a:schemeClr val="dk1"/>
                </a:solidFill>
                <a:effectLst/>
                <a:uFillTx/>
                <a:latin typeface="ＭＳ Ｐゴシック"/>
                <a:ea typeface="ＭＳ Ｐゴシック"/>
              </a:rPr>
              <a:t>上位・下位でない（範囲外）</a:t>
            </a:r>
            <a:endParaRPr b="0" lang="en-US" sz="2400" strike="noStrike" u="none">
              <a:solidFill>
                <a:srgbClr val="000000"/>
              </a:solidFill>
              <a:effectLst/>
              <a:uFillTx/>
              <a:latin typeface="Arial"/>
            </a:endParaRPr>
          </a:p>
          <a:p>
            <a:pPr>
              <a:lnSpc>
                <a:spcPct val="100000"/>
              </a:lnSpc>
            </a:pPr>
            <a:r>
              <a:rPr b="1" lang="ja-JP" sz="2400" strike="noStrike" u="none">
                <a:solidFill>
                  <a:srgbClr val="ff0000"/>
                </a:solidFill>
                <a:effectLst/>
                <a:uFillTx/>
                <a:latin typeface="ＭＳ Ｐゴシック"/>
                <a:ea typeface="ＭＳ Ｐゴシック"/>
              </a:rPr>
              <a:t>発明</a:t>
            </a:r>
            <a:r>
              <a:rPr b="1" lang="en-US" sz="2400" strike="noStrike" u="none">
                <a:solidFill>
                  <a:srgbClr val="ff0000"/>
                </a:solidFill>
                <a:effectLst/>
                <a:uFillTx/>
                <a:latin typeface="ＭＳ Ｐゴシック"/>
                <a:ea typeface="ＭＳ Ｐゴシック"/>
              </a:rPr>
              <a:t>α</a:t>
            </a:r>
            <a:r>
              <a:rPr b="1" lang="ja-JP" sz="2400" strike="noStrike" u="none">
                <a:solidFill>
                  <a:srgbClr val="ff0000"/>
                </a:solidFill>
                <a:effectLst/>
                <a:uFillTx/>
                <a:latin typeface="ＭＳ Ｐゴシック"/>
                <a:ea typeface="ＭＳ Ｐゴシック"/>
              </a:rPr>
              <a:t>に対して</a:t>
            </a:r>
            <a:endParaRPr b="0" lang="en-US" sz="2400" strike="noStrike" u="none">
              <a:solidFill>
                <a:srgbClr val="000000"/>
              </a:solidFill>
              <a:effectLst/>
              <a:uFillTx/>
              <a:latin typeface="Arial"/>
            </a:endParaRPr>
          </a:p>
          <a:p>
            <a:pPr>
              <a:lnSpc>
                <a:spcPct val="100000"/>
              </a:lnSpc>
            </a:pPr>
            <a:r>
              <a:rPr b="1" lang="ja-JP" sz="2400" strike="noStrike" u="none">
                <a:solidFill>
                  <a:srgbClr val="ff0000"/>
                </a:solidFill>
                <a:effectLst/>
                <a:uFillTx/>
                <a:latin typeface="ＭＳ Ｐゴシック"/>
                <a:ea typeface="ＭＳ Ｐゴシック"/>
              </a:rPr>
              <a:t>新規性有り</a:t>
            </a:r>
            <a:endParaRPr b="0" lang="en-US" sz="2400" strike="noStrike" u="none">
              <a:solidFill>
                <a:srgbClr val="000000"/>
              </a:solidFill>
              <a:effectLst/>
              <a:uFillTx/>
              <a:latin typeface="Arial"/>
            </a:endParaRPr>
          </a:p>
        </p:txBody>
      </p:sp>
      <p:sp>
        <p:nvSpPr>
          <p:cNvPr id="500" name="Rectangle 31"/>
          <p:cNvSpPr/>
          <p:nvPr/>
        </p:nvSpPr>
        <p:spPr>
          <a:xfrm>
            <a:off x="109440" y="1193760"/>
            <a:ext cx="9091080" cy="57924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r>
              <a:rPr b="0" lang="ja-JP" sz="3200" strike="noStrike" u="none">
                <a:solidFill>
                  <a:schemeClr val="dk1"/>
                </a:solidFill>
                <a:effectLst/>
                <a:uFillTx/>
                <a:latin typeface="ＭＳ Ｐゴシック"/>
                <a:ea typeface="ＭＳ Ｐゴシック"/>
              </a:rPr>
              <a:t>特許発明が包含する技術的範囲による判断</a:t>
            </a:r>
            <a:endParaRPr b="0" lang="en-US" sz="3200" strike="noStrike" u="none">
              <a:solidFill>
                <a:srgbClr val="000000"/>
              </a:solidFill>
              <a:effectLst/>
              <a:uFillTx/>
              <a:latin typeface="Arial"/>
            </a:endParaRPr>
          </a:p>
        </p:txBody>
      </p:sp>
      <p:sp>
        <p:nvSpPr>
          <p:cNvPr id="501" name="Rectangle 32"/>
          <p:cNvSpPr/>
          <p:nvPr/>
        </p:nvSpPr>
        <p:spPr>
          <a:xfrm>
            <a:off x="3390840" y="1805040"/>
            <a:ext cx="2862000" cy="1828440"/>
          </a:xfrm>
          <a:prstGeom prst="rect">
            <a:avLst/>
          </a:prstGeom>
          <a:solidFill>
            <a:srgbClr val="ffffcc"/>
          </a:solidFill>
          <a:ln w="9525">
            <a:solidFill>
              <a:srgbClr val="000066"/>
            </a:solidFill>
            <a:miter/>
          </a:ln>
          <a:effectLst>
            <a:outerShdw algn="ctr" dir="2700000" dist="107423" rotWithShape="0">
              <a:schemeClr val="bg2"/>
            </a:outerShdw>
          </a:effectLst>
        </p:spPr>
        <p:style>
          <a:lnRef idx="0"/>
          <a:fillRef idx="0"/>
          <a:effectRef idx="0"/>
          <a:fontRef idx="minor"/>
        </p:style>
        <p:txBody>
          <a:bodyPr wrap="none" lIns="87120" rIns="87120" tIns="43560" bIns="43560" anchor="ctr">
            <a:noAutofit/>
          </a:bodyPr>
          <a:p>
            <a:pPr defTabSz="871560">
              <a:lnSpc>
                <a:spcPct val="100000"/>
              </a:lnSpc>
            </a:pPr>
            <a:r>
              <a:rPr b="1" lang="ja-JP" sz="2400" strike="noStrike" u="sng">
                <a:solidFill>
                  <a:schemeClr val="dk1"/>
                </a:solidFill>
                <a:effectLst/>
                <a:uFillTx/>
                <a:latin typeface="ＭＳ Ｐゴシック"/>
                <a:ea typeface="ＭＳ Ｐゴシック"/>
              </a:rPr>
              <a:t>発明</a:t>
            </a:r>
            <a:r>
              <a:rPr b="1" lang="en-US" sz="2400" strike="noStrike" u="sng">
                <a:solidFill>
                  <a:schemeClr val="dk1"/>
                </a:solidFill>
                <a:effectLst/>
                <a:uFillTx/>
                <a:latin typeface="ＭＳ Ｐゴシック"/>
                <a:ea typeface="ＭＳ Ｐゴシック"/>
              </a:rPr>
              <a:t>β</a:t>
            </a:r>
            <a:r>
              <a:rPr b="1" lang="ja-JP" sz="2400" strike="noStrike" u="sng">
                <a:solidFill>
                  <a:schemeClr val="dk1"/>
                </a:solidFill>
                <a:effectLst/>
                <a:uFillTx/>
                <a:latin typeface="ＭＳ Ｐゴシック"/>
                <a:ea typeface="ＭＳ Ｐゴシック"/>
              </a:rPr>
              <a:t>（出願１）</a:t>
            </a:r>
            <a:endParaRPr b="0" lang="en-US" sz="2400" strike="noStrike" u="none">
              <a:solidFill>
                <a:srgbClr val="000000"/>
              </a:solidFill>
              <a:effectLst/>
              <a:uFillTx/>
              <a:latin typeface="Arial"/>
            </a:endParaRPr>
          </a:p>
          <a:p>
            <a:pPr defTabSz="871560">
              <a:lnSpc>
                <a:spcPct val="100000"/>
              </a:lnSpc>
            </a:pPr>
            <a:r>
              <a:rPr b="0" lang="ja-JP" sz="2600" strike="noStrike" u="none">
                <a:solidFill>
                  <a:srgbClr val="000099"/>
                </a:solidFill>
                <a:effectLst/>
                <a:uFillTx/>
                <a:latin typeface="ＭＳ Ｐゴシック"/>
                <a:ea typeface="ＭＳ Ｐゴシック"/>
              </a:rPr>
              <a:t>断面六角形（Ａ）</a:t>
            </a:r>
            <a:endParaRPr b="0" lang="en-US" sz="2600" strike="noStrike" u="none">
              <a:solidFill>
                <a:srgbClr val="000000"/>
              </a:solidFill>
              <a:effectLst/>
              <a:uFillTx/>
              <a:latin typeface="Arial"/>
            </a:endParaRPr>
          </a:p>
          <a:p>
            <a:pPr defTabSz="871560">
              <a:lnSpc>
                <a:spcPct val="100000"/>
              </a:lnSpc>
            </a:pPr>
            <a:r>
              <a:rPr b="0" lang="ja-JP" sz="2600" strike="noStrike" u="none">
                <a:solidFill>
                  <a:srgbClr val="ff0000"/>
                </a:solidFill>
                <a:effectLst/>
                <a:uFillTx/>
                <a:latin typeface="ＭＳ Ｐゴシック"/>
                <a:ea typeface="ＭＳ Ｐゴシック"/>
              </a:rPr>
              <a:t>消しゴム付（Ｃ）</a:t>
            </a:r>
            <a:endParaRPr b="0" lang="en-US" sz="2600" strike="noStrike" u="none">
              <a:solidFill>
                <a:srgbClr val="000000"/>
              </a:solidFill>
              <a:effectLst/>
              <a:uFillTx/>
              <a:latin typeface="Arial"/>
            </a:endParaRPr>
          </a:p>
          <a:p>
            <a:pPr defTabSz="871560">
              <a:lnSpc>
                <a:spcPct val="100000"/>
              </a:lnSpc>
            </a:pPr>
            <a:r>
              <a:rPr b="0" lang="ja-JP" sz="2600" strike="noStrike" u="none">
                <a:solidFill>
                  <a:srgbClr val="000099"/>
                </a:solidFill>
                <a:effectLst/>
                <a:uFillTx/>
                <a:latin typeface="ＭＳ Ｐゴシック"/>
                <a:ea typeface="ＭＳ Ｐゴシック"/>
              </a:rPr>
              <a:t>の鉛筆（Ｂ）</a:t>
            </a:r>
            <a:endParaRPr b="0" lang="en-US" sz="2600" strike="noStrike" u="none">
              <a:solidFill>
                <a:srgbClr val="000000"/>
              </a:solidFill>
              <a:effectLst/>
              <a:uFillTx/>
              <a:latin typeface="Arial"/>
            </a:endParaRPr>
          </a:p>
        </p:txBody>
      </p:sp>
      <p:sp>
        <p:nvSpPr>
          <p:cNvPr id="502" name="Rectangle 33"/>
          <p:cNvSpPr/>
          <p:nvPr/>
        </p:nvSpPr>
        <p:spPr>
          <a:xfrm>
            <a:off x="6645240" y="1805040"/>
            <a:ext cx="3192120" cy="1815840"/>
          </a:xfrm>
          <a:prstGeom prst="rect">
            <a:avLst/>
          </a:prstGeom>
          <a:solidFill>
            <a:srgbClr val="ccffcc"/>
          </a:solidFill>
          <a:ln w="9525">
            <a:solidFill>
              <a:srgbClr val="000066"/>
            </a:solidFill>
            <a:miter/>
          </a:ln>
          <a:effectLst>
            <a:outerShdw algn="ctr" dir="2700000" dist="107423" rotWithShape="0">
              <a:schemeClr val="bg2"/>
            </a:outerShdw>
          </a:effectLst>
        </p:spPr>
        <p:style>
          <a:lnRef idx="0"/>
          <a:fillRef idx="0"/>
          <a:effectRef idx="0"/>
          <a:fontRef idx="minor"/>
        </p:style>
        <p:txBody>
          <a:bodyPr wrap="none" lIns="87120" rIns="87120" tIns="43560" bIns="43560" anchor="ctr">
            <a:noAutofit/>
          </a:bodyPr>
          <a:p>
            <a:pPr defTabSz="871560">
              <a:lnSpc>
                <a:spcPct val="100000"/>
              </a:lnSpc>
            </a:pPr>
            <a:r>
              <a:rPr b="1" lang="ja-JP" sz="2400" strike="noStrike" u="sng">
                <a:solidFill>
                  <a:schemeClr val="dk1"/>
                </a:solidFill>
                <a:effectLst/>
                <a:uFillTx/>
                <a:latin typeface="ＭＳ Ｐゴシック"/>
                <a:ea typeface="ＭＳ Ｐゴシック"/>
              </a:rPr>
              <a:t>発明</a:t>
            </a:r>
            <a:r>
              <a:rPr b="1" lang="en-US" sz="2400" strike="noStrike" u="sng">
                <a:solidFill>
                  <a:schemeClr val="dk1"/>
                </a:solidFill>
                <a:effectLst/>
                <a:uFillTx/>
                <a:latin typeface="ＭＳ Ｐゴシック"/>
                <a:ea typeface="ＭＳ Ｐゴシック"/>
              </a:rPr>
              <a:t>γ</a:t>
            </a:r>
            <a:r>
              <a:rPr b="1" lang="ja-JP" sz="2400" strike="noStrike" u="sng">
                <a:solidFill>
                  <a:schemeClr val="dk1"/>
                </a:solidFill>
                <a:effectLst/>
                <a:uFillTx/>
                <a:latin typeface="ＭＳ Ｐゴシック"/>
                <a:ea typeface="ＭＳ Ｐゴシック"/>
              </a:rPr>
              <a:t>（出願２）</a:t>
            </a:r>
            <a:endParaRPr b="0" lang="en-US" sz="2400" strike="noStrike" u="none">
              <a:solidFill>
                <a:srgbClr val="000000"/>
              </a:solidFill>
              <a:effectLst/>
              <a:uFillTx/>
              <a:latin typeface="Arial"/>
            </a:endParaRPr>
          </a:p>
          <a:p>
            <a:pPr defTabSz="871560">
              <a:lnSpc>
                <a:spcPct val="100000"/>
              </a:lnSpc>
            </a:pPr>
            <a:r>
              <a:rPr b="0" lang="ja-JP" sz="2600" strike="noStrike" u="none">
                <a:solidFill>
                  <a:srgbClr val="000099"/>
                </a:solidFill>
                <a:effectLst/>
                <a:uFillTx/>
                <a:latin typeface="ＭＳ Ｐゴシック"/>
                <a:ea typeface="ＭＳ Ｐゴシック"/>
              </a:rPr>
              <a:t>断面六角形（Ａ）</a:t>
            </a:r>
            <a:endParaRPr b="0" lang="en-US" sz="2600" strike="noStrike" u="none">
              <a:solidFill>
                <a:srgbClr val="000000"/>
              </a:solidFill>
              <a:effectLst/>
              <a:uFillTx/>
              <a:latin typeface="Arial"/>
            </a:endParaRPr>
          </a:p>
          <a:p>
            <a:pPr defTabSz="871560">
              <a:lnSpc>
                <a:spcPct val="100000"/>
              </a:lnSpc>
            </a:pPr>
            <a:r>
              <a:rPr b="0" lang="ja-JP" sz="2600" strike="noStrike" u="none">
                <a:solidFill>
                  <a:srgbClr val="ff0000"/>
                </a:solidFill>
                <a:effectLst/>
                <a:uFillTx/>
                <a:latin typeface="ＭＳ Ｐゴシック"/>
                <a:ea typeface="ＭＳ Ｐゴシック"/>
              </a:rPr>
              <a:t>消しゴム付（Ｃ）</a:t>
            </a:r>
            <a:endParaRPr b="0" lang="en-US" sz="2600" strike="noStrike" u="none">
              <a:solidFill>
                <a:srgbClr val="000000"/>
              </a:solidFill>
              <a:effectLst/>
              <a:uFillTx/>
              <a:latin typeface="Arial"/>
            </a:endParaRPr>
          </a:p>
          <a:p>
            <a:pPr defTabSz="871560">
              <a:lnSpc>
                <a:spcPct val="100000"/>
              </a:lnSpc>
            </a:pPr>
            <a:r>
              <a:rPr b="0" lang="ja-JP" sz="2600" strike="noStrike" u="none">
                <a:solidFill>
                  <a:srgbClr val="ff0000"/>
                </a:solidFill>
                <a:effectLst/>
                <a:uFillTx/>
                <a:latin typeface="ＭＳ Ｐゴシック"/>
                <a:ea typeface="ＭＳ Ｐゴシック"/>
              </a:rPr>
              <a:t>のボールペン（Ｄ）</a:t>
            </a:r>
            <a:endParaRPr b="0" lang="en-US" sz="2600" strike="noStrike" u="none">
              <a:solidFill>
                <a:srgbClr val="000000"/>
              </a:solidFill>
              <a:effectLst/>
              <a:uFillTx/>
              <a:latin typeface="Arial"/>
            </a:endParaRPr>
          </a:p>
        </p:txBody>
      </p:sp>
      <p:sp>
        <p:nvSpPr>
          <p:cNvPr id="503" name="AutoShape 35"/>
          <p:cNvSpPr/>
          <p:nvPr/>
        </p:nvSpPr>
        <p:spPr>
          <a:xfrm>
            <a:off x="1362240" y="3481560"/>
            <a:ext cx="1665000" cy="533160"/>
          </a:xfrm>
          <a:prstGeom prst="wedgeRectCallout">
            <a:avLst>
              <a:gd name="adj1" fmla="val -6509"/>
              <a:gd name="adj2" fmla="val 154167"/>
            </a:avLst>
          </a:prstGeom>
          <a:solidFill>
            <a:schemeClr val="bg1"/>
          </a:solidFill>
          <a:ln w="9525">
            <a:solidFill>
              <a:srgbClr val="000000"/>
            </a:solidFill>
            <a:miter/>
          </a:ln>
        </p:spPr>
        <p:style>
          <a:lnRef idx="0"/>
          <a:fillRef idx="0"/>
          <a:effectRef idx="0"/>
          <a:fontRef idx="minor"/>
        </p:style>
        <p:txBody>
          <a:bodyPr lIns="90000" rIns="90000" tIns="45000" bIns="45000" anchor="t">
            <a:noAutofit/>
          </a:bodyPr>
          <a:p>
            <a:pPr>
              <a:lnSpc>
                <a:spcPct val="100000"/>
              </a:lnSpc>
            </a:pPr>
            <a:r>
              <a:rPr b="1" lang="ja-JP" sz="2400" strike="noStrike" u="none">
                <a:solidFill>
                  <a:schemeClr val="dk1"/>
                </a:solidFill>
                <a:effectLst/>
                <a:uFillTx/>
                <a:latin typeface="ＭＳ Ｐゴシック"/>
                <a:ea typeface="ＭＳ Ｐゴシック"/>
              </a:rPr>
              <a:t>上位概念</a:t>
            </a:r>
            <a:endParaRPr b="0" lang="en-US" sz="2400" strike="noStrike" u="none">
              <a:solidFill>
                <a:srgbClr val="000000"/>
              </a:solidFill>
              <a:effectLst/>
              <a:uFillTx/>
              <a:latin typeface="Arial"/>
            </a:endParaRPr>
          </a:p>
        </p:txBody>
      </p:sp>
      <p:sp>
        <p:nvSpPr>
          <p:cNvPr id="504" name="Rectangle 7"/>
          <p:cNvSpPr/>
          <p:nvPr/>
        </p:nvSpPr>
        <p:spPr>
          <a:xfrm>
            <a:off x="0" y="15840"/>
            <a:ext cx="1034640" cy="523440"/>
          </a:xfrm>
          <a:prstGeom prst="rect">
            <a:avLst/>
          </a:prstGeom>
          <a:noFill/>
          <a:ln w="9525">
            <a:noFill/>
          </a:ln>
        </p:spPr>
        <p:style>
          <a:lnRef idx="0"/>
          <a:fillRef idx="0"/>
          <a:effectRef idx="0"/>
          <a:fontRef idx="minor"/>
        </p:style>
        <p:txBody>
          <a:bodyPr wrap="none" lIns="90000" rIns="90000" tIns="45000" bIns="45000" anchor="t">
            <a:spAutoFit/>
          </a:bodyPr>
          <a:p>
            <a:pPr>
              <a:lnSpc>
                <a:spcPct val="100000"/>
              </a:lnSpc>
            </a:pPr>
            <a:r>
              <a:rPr b="0" lang="ja-JP" sz="2800" strike="noStrike" u="none">
                <a:solidFill>
                  <a:schemeClr val="dk1"/>
                </a:solidFill>
                <a:effectLst/>
                <a:uFillTx/>
                <a:latin typeface="ＭＳ Ｐゴシック"/>
                <a:ea typeface="ＭＳ Ｐゴシック"/>
              </a:rPr>
              <a:t>２－３</a:t>
            </a:r>
            <a:endParaRPr b="0" lang="en-US" sz="2800" strike="noStrike" u="none">
              <a:solidFill>
                <a:srgbClr val="000000"/>
              </a:solidFill>
              <a:effectLst/>
              <a:uFillTx/>
              <a:latin typeface="Arial"/>
            </a:endParaRPr>
          </a:p>
        </p:txBody>
      </p:sp>
      <p:sp>
        <p:nvSpPr>
          <p:cNvPr id="505" name="スライド番号プレースホルダー 5"/>
          <p:cNvSpPr/>
          <p:nvPr/>
        </p:nvSpPr>
        <p:spPr>
          <a:xfrm>
            <a:off x="9328320" y="6597720"/>
            <a:ext cx="577440" cy="244080"/>
          </a:xfrm>
          <a:prstGeom prst="rect">
            <a:avLst/>
          </a:prstGeom>
          <a:noFill/>
          <a:ln w="0">
            <a:noFill/>
          </a:ln>
        </p:spPr>
        <p:style>
          <a:lnRef idx="0"/>
          <a:fillRef idx="0"/>
          <a:effectRef idx="0"/>
          <a:fontRef idx="minor"/>
        </p:style>
        <p:txBody>
          <a:bodyPr lIns="90000" rIns="90000" tIns="45000" bIns="45000" anchor="ctr">
            <a:normAutofit fontScale="70000" lnSpcReduction="19999"/>
          </a:bodyPr>
          <a:p>
            <a:pPr algn="ctr">
              <a:lnSpc>
                <a:spcPct val="100000"/>
              </a:lnSpc>
            </a:pPr>
            <a:fld id="{9A8314DF-1185-4802-8669-41E684F7D7D7}" type="slidenum">
              <a:rPr b="1" lang="en-US" sz="1400" strike="noStrike" u="none">
                <a:solidFill>
                  <a:srgbClr val="000000"/>
                </a:solidFill>
                <a:effectLst/>
                <a:uFillTx/>
                <a:latin typeface="Tw Cen MT"/>
                <a:ea typeface="ＭＳ Ｐゴシック"/>
              </a:rPr>
              <a:t>&lt;番号&gt;</a:t>
            </a:fld>
            <a:endParaRPr b="0" lang="en-US"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6" name="Text Box 3"/>
          <p:cNvSpPr/>
          <p:nvPr/>
        </p:nvSpPr>
        <p:spPr>
          <a:xfrm>
            <a:off x="82440" y="1819440"/>
            <a:ext cx="9707040" cy="45684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r>
              <a:rPr b="0" lang="ja-JP" sz="2400" strike="noStrike" u="sng">
                <a:solidFill>
                  <a:schemeClr val="dk1"/>
                </a:solidFill>
                <a:effectLst/>
                <a:uFillTx/>
                <a:latin typeface="ＭＳ Ｐゴシック"/>
                <a:ea typeface="ＭＳ Ｐゴシック"/>
              </a:rPr>
              <a:t>最適材料の選択</a:t>
            </a:r>
            <a:r>
              <a:rPr b="0" lang="ja-JP" sz="2400" strike="noStrike" u="none">
                <a:solidFill>
                  <a:schemeClr val="dk1"/>
                </a:solidFill>
                <a:effectLst/>
                <a:uFillTx/>
                <a:latin typeface="ＭＳ Ｐゴシック"/>
                <a:ea typeface="ＭＳ Ｐゴシック"/>
              </a:rPr>
              <a:t>、</a:t>
            </a:r>
            <a:r>
              <a:rPr b="0" lang="ja-JP" sz="2400" strike="noStrike" u="sng">
                <a:solidFill>
                  <a:schemeClr val="dk1"/>
                </a:solidFill>
                <a:effectLst/>
                <a:uFillTx/>
                <a:latin typeface="ＭＳ Ｐゴシック"/>
                <a:ea typeface="ＭＳ Ｐゴシック"/>
              </a:rPr>
              <a:t>数値</a:t>
            </a:r>
            <a:r>
              <a:rPr b="0" lang="ja-JP" sz="2400" strike="noStrike" u="none">
                <a:solidFill>
                  <a:schemeClr val="dk1"/>
                </a:solidFill>
                <a:effectLst/>
                <a:uFillTx/>
                <a:latin typeface="ＭＳ Ｐゴシック"/>
                <a:ea typeface="ＭＳ Ｐゴシック"/>
              </a:rPr>
              <a:t>範囲の</a:t>
            </a:r>
            <a:r>
              <a:rPr b="0" lang="ja-JP" sz="2400" strike="noStrike" u="sng">
                <a:solidFill>
                  <a:schemeClr val="dk1"/>
                </a:solidFill>
                <a:effectLst/>
                <a:uFillTx/>
                <a:latin typeface="ＭＳ Ｐゴシック"/>
                <a:ea typeface="ＭＳ Ｐゴシック"/>
              </a:rPr>
              <a:t>最適化</a:t>
            </a:r>
            <a:r>
              <a:rPr b="0" lang="ja-JP" sz="2400" strike="noStrike" u="none">
                <a:solidFill>
                  <a:schemeClr val="dk1"/>
                </a:solidFill>
                <a:effectLst/>
                <a:uFillTx/>
                <a:latin typeface="ＭＳ Ｐゴシック"/>
                <a:ea typeface="ＭＳ Ｐゴシック"/>
              </a:rPr>
              <a:t>、具体的適用に伴う</a:t>
            </a:r>
            <a:r>
              <a:rPr b="0" lang="ja-JP" sz="2400" strike="noStrike" u="sng">
                <a:solidFill>
                  <a:schemeClr val="dk1"/>
                </a:solidFill>
                <a:effectLst/>
                <a:uFillTx/>
                <a:latin typeface="ＭＳ Ｐゴシック"/>
                <a:ea typeface="ＭＳ Ｐゴシック"/>
              </a:rPr>
              <a:t>設計変更</a:t>
            </a:r>
            <a:endParaRPr b="0" lang="en-US" sz="2400" strike="noStrike" u="none">
              <a:solidFill>
                <a:srgbClr val="000000"/>
              </a:solidFill>
              <a:effectLst/>
              <a:uFillTx/>
              <a:latin typeface="Arial"/>
            </a:endParaRPr>
          </a:p>
        </p:txBody>
      </p:sp>
      <p:sp>
        <p:nvSpPr>
          <p:cNvPr id="507" name="Text Box 4"/>
          <p:cNvSpPr/>
          <p:nvPr/>
        </p:nvSpPr>
        <p:spPr>
          <a:xfrm>
            <a:off x="4952880" y="2320920"/>
            <a:ext cx="3400200" cy="1323720"/>
          </a:xfrm>
          <a:prstGeom prst="rect">
            <a:avLst/>
          </a:prstGeom>
          <a:noFill/>
          <a:ln w="9525">
            <a:noFill/>
          </a:ln>
        </p:spPr>
        <p:style>
          <a:lnRef idx="0"/>
          <a:fillRef idx="0"/>
          <a:effectRef idx="0"/>
          <a:fontRef idx="minor"/>
        </p:style>
        <p:txBody>
          <a:bodyPr wrap="none" lIns="90000" rIns="90000" tIns="45000" bIns="45000" anchor="t">
            <a:spAutoFit/>
          </a:bodyPr>
          <a:p>
            <a:pPr>
              <a:lnSpc>
                <a:spcPct val="100000"/>
              </a:lnSpc>
            </a:pPr>
            <a:r>
              <a:rPr b="0" lang="ja-JP" sz="2000" strike="noStrike" u="none">
                <a:solidFill>
                  <a:schemeClr val="dk1"/>
                </a:solidFill>
                <a:effectLst/>
                <a:uFillTx/>
                <a:latin typeface="ＭＳ Ｐゴシック"/>
                <a:ea typeface="ＭＳ Ｐゴシック"/>
              </a:rPr>
              <a:t>【</a:t>
            </a:r>
            <a:r>
              <a:rPr b="0" lang="ja-JP" sz="2000" strike="noStrike" u="none">
                <a:solidFill>
                  <a:schemeClr val="dk1"/>
                </a:solidFill>
                <a:effectLst/>
                <a:uFillTx/>
                <a:latin typeface="ＭＳ Ｐゴシック"/>
                <a:ea typeface="ＭＳ Ｐゴシック"/>
              </a:rPr>
              <a:t>本願効果】</a:t>
            </a:r>
            <a:endParaRPr b="0" lang="en-US" sz="2000" strike="noStrike" u="none">
              <a:solidFill>
                <a:srgbClr val="000000"/>
              </a:solidFill>
              <a:effectLst/>
              <a:uFillTx/>
              <a:latin typeface="Arial"/>
            </a:endParaRPr>
          </a:p>
          <a:p>
            <a:pPr>
              <a:lnSpc>
                <a:spcPct val="100000"/>
              </a:lnSpc>
            </a:pPr>
            <a:r>
              <a:rPr b="0" lang="en-US" sz="2000" strike="noStrike" u="none">
                <a:solidFill>
                  <a:schemeClr val="dk1"/>
                </a:solidFill>
                <a:effectLst/>
                <a:uFillTx/>
                <a:latin typeface="ＭＳ Ｐゴシック"/>
                <a:ea typeface="ＭＳ Ｐゴシック"/>
              </a:rPr>
              <a:t>FRP</a:t>
            </a:r>
            <a:r>
              <a:rPr b="0" lang="ja-JP" sz="2000" strike="noStrike" u="none">
                <a:solidFill>
                  <a:schemeClr val="dk1"/>
                </a:solidFill>
                <a:effectLst/>
                <a:uFillTx/>
                <a:latin typeface="ＭＳ Ｐゴシック"/>
                <a:ea typeface="ＭＳ Ｐゴシック"/>
              </a:rPr>
              <a:t>を用いることにより、</a:t>
            </a:r>
            <a:endParaRPr b="0" lang="en-US" sz="2000" strike="noStrike" u="none">
              <a:solidFill>
                <a:srgbClr val="000000"/>
              </a:solidFill>
              <a:effectLst/>
              <a:uFillTx/>
              <a:latin typeface="Arial"/>
            </a:endParaRPr>
          </a:p>
          <a:p>
            <a:pPr>
              <a:lnSpc>
                <a:spcPct val="100000"/>
              </a:lnSpc>
            </a:pPr>
            <a:r>
              <a:rPr b="0" lang="ja-JP" sz="2000" strike="noStrike" u="none">
                <a:solidFill>
                  <a:schemeClr val="dk1"/>
                </a:solidFill>
                <a:effectLst/>
                <a:uFillTx/>
                <a:latin typeface="ＭＳ Ｐゴシック"/>
                <a:ea typeface="ＭＳ Ｐゴシック"/>
              </a:rPr>
              <a:t>強度を維持しつつ携帯電話の</a:t>
            </a:r>
            <a:endParaRPr b="0" lang="en-US" sz="2000" strike="noStrike" u="none">
              <a:solidFill>
                <a:srgbClr val="000000"/>
              </a:solidFill>
              <a:effectLst/>
              <a:uFillTx/>
              <a:latin typeface="Arial"/>
            </a:endParaRPr>
          </a:p>
          <a:p>
            <a:pPr>
              <a:lnSpc>
                <a:spcPct val="100000"/>
              </a:lnSpc>
            </a:pPr>
            <a:r>
              <a:rPr b="0" lang="ja-JP" sz="2000" strike="noStrike" u="none">
                <a:solidFill>
                  <a:schemeClr val="dk1"/>
                </a:solidFill>
                <a:effectLst/>
                <a:uFillTx/>
                <a:latin typeface="ＭＳ Ｐゴシック"/>
                <a:ea typeface="ＭＳ Ｐゴシック"/>
              </a:rPr>
              <a:t>小型化を図る</a:t>
            </a:r>
            <a:endParaRPr b="0" lang="en-US" sz="2000" strike="noStrike" u="none">
              <a:solidFill>
                <a:srgbClr val="000000"/>
              </a:solidFill>
              <a:effectLst/>
              <a:uFillTx/>
              <a:latin typeface="Arial"/>
            </a:endParaRPr>
          </a:p>
        </p:txBody>
      </p:sp>
      <p:sp>
        <p:nvSpPr>
          <p:cNvPr id="508" name="Text Box 5"/>
          <p:cNvSpPr/>
          <p:nvPr/>
        </p:nvSpPr>
        <p:spPr>
          <a:xfrm>
            <a:off x="4952880" y="3741840"/>
            <a:ext cx="4952520" cy="163152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r>
              <a:rPr b="0" lang="ja-JP" sz="2000" strike="noStrike" u="none">
                <a:solidFill>
                  <a:schemeClr val="dk1"/>
                </a:solidFill>
                <a:effectLst/>
                <a:uFillTx/>
                <a:latin typeface="ＭＳ Ｐゴシック"/>
                <a:ea typeface="ＭＳ Ｐゴシック"/>
              </a:rPr>
              <a:t>【</a:t>
            </a:r>
            <a:r>
              <a:rPr b="0" lang="ja-JP" sz="2000" strike="noStrike" u="none">
                <a:solidFill>
                  <a:schemeClr val="dk1"/>
                </a:solidFill>
                <a:effectLst/>
                <a:uFillTx/>
                <a:latin typeface="ＭＳ Ｐゴシック"/>
                <a:ea typeface="ＭＳ Ｐゴシック"/>
              </a:rPr>
              <a:t>文献２】</a:t>
            </a:r>
            <a:endParaRPr b="0" lang="en-US" sz="2000" strike="noStrike" u="none">
              <a:solidFill>
                <a:srgbClr val="000000"/>
              </a:solidFill>
              <a:effectLst/>
              <a:uFillTx/>
              <a:latin typeface="Arial"/>
            </a:endParaRPr>
          </a:p>
          <a:p>
            <a:pPr>
              <a:lnSpc>
                <a:spcPct val="100000"/>
              </a:lnSpc>
            </a:pPr>
            <a:r>
              <a:rPr b="0" lang="ja-JP" sz="2000" strike="noStrike" u="none">
                <a:solidFill>
                  <a:schemeClr val="dk1"/>
                </a:solidFill>
                <a:effectLst/>
                <a:uFillTx/>
                <a:latin typeface="ＭＳ Ｐゴシック"/>
                <a:ea typeface="ＭＳ Ｐゴシック"/>
              </a:rPr>
              <a:t>ケースに</a:t>
            </a:r>
            <a:r>
              <a:rPr b="0" lang="en-US" sz="2000" strike="noStrike" u="none">
                <a:solidFill>
                  <a:schemeClr val="dk1"/>
                </a:solidFill>
                <a:effectLst/>
                <a:uFillTx/>
                <a:latin typeface="ＭＳ Ｐゴシック"/>
                <a:ea typeface="ＭＳ Ｐゴシック"/>
              </a:rPr>
              <a:t>FRP</a:t>
            </a:r>
            <a:r>
              <a:rPr b="0" lang="ja-JP" sz="2000" strike="noStrike" u="none">
                <a:solidFill>
                  <a:schemeClr val="dk1"/>
                </a:solidFill>
                <a:effectLst/>
                <a:uFillTx/>
                <a:latin typeface="ＭＳ Ｐゴシック"/>
                <a:ea typeface="ＭＳ Ｐゴシック"/>
              </a:rPr>
              <a:t>を用いた電子手帳</a:t>
            </a:r>
            <a:endParaRPr b="0" lang="en-US" sz="2000" strike="noStrike" u="none">
              <a:solidFill>
                <a:srgbClr val="000000"/>
              </a:solidFill>
              <a:effectLst/>
              <a:uFillTx/>
              <a:latin typeface="Arial"/>
            </a:endParaRPr>
          </a:p>
          <a:p>
            <a:pPr>
              <a:lnSpc>
                <a:spcPct val="100000"/>
              </a:lnSpc>
            </a:pPr>
            <a:r>
              <a:rPr b="0" lang="en-US" sz="2000" strike="noStrike" u="sng">
                <a:solidFill>
                  <a:schemeClr val="dk1"/>
                </a:solidFill>
                <a:effectLst/>
                <a:uFillTx/>
                <a:latin typeface="ＭＳ Ｐゴシック"/>
                <a:ea typeface="ＭＳ Ｐゴシック"/>
              </a:rPr>
              <a:t>FRP</a:t>
            </a:r>
            <a:r>
              <a:rPr b="0" lang="ja-JP" sz="2000" strike="noStrike" u="none">
                <a:solidFill>
                  <a:schemeClr val="dk1"/>
                </a:solidFill>
                <a:effectLst/>
                <a:uFillTx/>
                <a:latin typeface="ＭＳ Ｐゴシック"/>
                <a:ea typeface="ＭＳ Ｐゴシック"/>
              </a:rPr>
              <a:t>は強度が強いため、</a:t>
            </a:r>
            <a:endParaRPr b="0" lang="en-US" sz="2000" strike="noStrike" u="none">
              <a:solidFill>
                <a:srgbClr val="000000"/>
              </a:solidFill>
              <a:effectLst/>
              <a:uFillTx/>
              <a:latin typeface="Arial"/>
            </a:endParaRPr>
          </a:p>
          <a:p>
            <a:pPr>
              <a:lnSpc>
                <a:spcPct val="100000"/>
              </a:lnSpc>
            </a:pPr>
            <a:r>
              <a:rPr b="0" lang="ja-JP" sz="2000" strike="noStrike" u="none">
                <a:solidFill>
                  <a:schemeClr val="dk1"/>
                </a:solidFill>
                <a:effectLst/>
                <a:uFillTx/>
                <a:latin typeface="ＭＳ Ｐゴシック"/>
                <a:ea typeface="ＭＳ Ｐゴシック"/>
              </a:rPr>
              <a:t>厚さを</a:t>
            </a:r>
            <a:r>
              <a:rPr b="0" lang="en-US" sz="2000" strike="noStrike" u="sng">
                <a:solidFill>
                  <a:schemeClr val="dk1"/>
                </a:solidFill>
                <a:effectLst/>
                <a:uFillTx/>
                <a:latin typeface="ＭＳ Ｐゴシック"/>
                <a:ea typeface="ＭＳ Ｐゴシック"/>
              </a:rPr>
              <a:t>0.9</a:t>
            </a:r>
            <a:r>
              <a:rPr b="0" lang="ja-JP" sz="2000" strike="noStrike" u="sng">
                <a:solidFill>
                  <a:schemeClr val="dk1"/>
                </a:solidFill>
                <a:effectLst/>
                <a:uFillTx/>
                <a:latin typeface="ＭＳ Ｐゴシック"/>
                <a:ea typeface="ＭＳ Ｐゴシック"/>
              </a:rPr>
              <a:t>～</a:t>
            </a:r>
            <a:r>
              <a:rPr b="0" lang="en-US" sz="2000" strike="noStrike" u="sng">
                <a:solidFill>
                  <a:schemeClr val="dk1"/>
                </a:solidFill>
                <a:effectLst/>
                <a:uFillTx/>
                <a:latin typeface="ＭＳ Ｐゴシック"/>
                <a:ea typeface="ＭＳ Ｐゴシック"/>
              </a:rPr>
              <a:t>1.2mm</a:t>
            </a:r>
            <a:r>
              <a:rPr b="0" lang="ja-JP" sz="2000" strike="noStrike" u="none">
                <a:solidFill>
                  <a:schemeClr val="dk1"/>
                </a:solidFill>
                <a:effectLst/>
                <a:uFillTx/>
                <a:latin typeface="ＭＳ Ｐゴシック"/>
                <a:ea typeface="ＭＳ Ｐゴシック"/>
              </a:rPr>
              <a:t>と</a:t>
            </a:r>
            <a:endParaRPr b="0" lang="en-US" sz="2000" strike="noStrike" u="none">
              <a:solidFill>
                <a:srgbClr val="000000"/>
              </a:solidFill>
              <a:effectLst/>
              <a:uFillTx/>
              <a:latin typeface="Arial"/>
            </a:endParaRPr>
          </a:p>
          <a:p>
            <a:pPr>
              <a:lnSpc>
                <a:spcPct val="100000"/>
              </a:lnSpc>
            </a:pPr>
            <a:r>
              <a:rPr b="0" lang="ja-JP" sz="2000" strike="noStrike" u="none">
                <a:solidFill>
                  <a:schemeClr val="dk1"/>
                </a:solidFill>
                <a:effectLst/>
                <a:uFillTx/>
                <a:latin typeface="ＭＳ Ｐゴシック"/>
                <a:ea typeface="ＭＳ Ｐゴシック"/>
              </a:rPr>
              <a:t>薄くすることができる</a:t>
            </a:r>
            <a:endParaRPr b="0" lang="en-US" sz="2000" strike="noStrike" u="none">
              <a:solidFill>
                <a:srgbClr val="000000"/>
              </a:solidFill>
              <a:effectLst/>
              <a:uFillTx/>
              <a:latin typeface="Arial"/>
            </a:endParaRPr>
          </a:p>
        </p:txBody>
      </p:sp>
      <p:sp>
        <p:nvSpPr>
          <p:cNvPr id="509" name="Text Box 6"/>
          <p:cNvSpPr/>
          <p:nvPr/>
        </p:nvSpPr>
        <p:spPr>
          <a:xfrm>
            <a:off x="165240" y="3741840"/>
            <a:ext cx="3328560" cy="1631520"/>
          </a:xfrm>
          <a:prstGeom prst="rect">
            <a:avLst/>
          </a:prstGeom>
          <a:noFill/>
          <a:ln w="9525">
            <a:noFill/>
          </a:ln>
        </p:spPr>
        <p:style>
          <a:lnRef idx="0"/>
          <a:fillRef idx="0"/>
          <a:effectRef idx="0"/>
          <a:fontRef idx="minor"/>
        </p:style>
        <p:txBody>
          <a:bodyPr wrap="none" lIns="90000" rIns="90000" tIns="45000" bIns="45000" anchor="t">
            <a:spAutoFit/>
          </a:bodyPr>
          <a:p>
            <a:pPr>
              <a:lnSpc>
                <a:spcPct val="100000"/>
              </a:lnSpc>
            </a:pPr>
            <a:r>
              <a:rPr b="0" lang="ja-JP" sz="2000" strike="noStrike" u="none">
                <a:solidFill>
                  <a:schemeClr val="dk1"/>
                </a:solidFill>
                <a:effectLst/>
                <a:uFillTx/>
                <a:latin typeface="ＭＳ Ｐゴシック"/>
                <a:ea typeface="ＭＳ Ｐゴシック"/>
              </a:rPr>
              <a:t>【</a:t>
            </a:r>
            <a:r>
              <a:rPr b="0" lang="ja-JP" sz="2000" strike="noStrike" u="none">
                <a:solidFill>
                  <a:schemeClr val="dk1"/>
                </a:solidFill>
                <a:effectLst/>
                <a:uFillTx/>
                <a:latin typeface="ＭＳ Ｐゴシック"/>
                <a:ea typeface="ＭＳ Ｐゴシック"/>
              </a:rPr>
              <a:t>文献１】</a:t>
            </a:r>
            <a:endParaRPr b="0" lang="en-US" sz="2000" strike="noStrike" u="none">
              <a:solidFill>
                <a:srgbClr val="000000"/>
              </a:solidFill>
              <a:effectLst/>
              <a:uFillTx/>
              <a:latin typeface="Arial"/>
            </a:endParaRPr>
          </a:p>
          <a:p>
            <a:pPr>
              <a:lnSpc>
                <a:spcPct val="100000"/>
              </a:lnSpc>
            </a:pPr>
            <a:r>
              <a:rPr b="0" lang="ja-JP" sz="2000" strike="noStrike" u="none">
                <a:solidFill>
                  <a:schemeClr val="dk1"/>
                </a:solidFill>
                <a:effectLst/>
                <a:uFillTx/>
                <a:latin typeface="ＭＳ Ｐゴシック"/>
                <a:ea typeface="ＭＳ Ｐゴシック"/>
              </a:rPr>
              <a:t>携帯電話のケースは</a:t>
            </a:r>
            <a:endParaRPr b="0" lang="en-US" sz="2000" strike="noStrike" u="none">
              <a:solidFill>
                <a:srgbClr val="000000"/>
              </a:solidFill>
              <a:effectLst/>
              <a:uFillTx/>
              <a:latin typeface="Arial"/>
            </a:endParaRPr>
          </a:p>
          <a:p>
            <a:pPr>
              <a:lnSpc>
                <a:spcPct val="100000"/>
              </a:lnSpc>
            </a:pPr>
            <a:r>
              <a:rPr b="0" lang="ja-JP" sz="2000" strike="noStrike" u="none">
                <a:solidFill>
                  <a:schemeClr val="dk1"/>
                </a:solidFill>
                <a:effectLst/>
                <a:uFillTx/>
                <a:latin typeface="ＭＳ Ｐゴシック"/>
                <a:ea typeface="ＭＳ Ｐゴシック"/>
              </a:rPr>
              <a:t>厚いほど強度が高いが、</a:t>
            </a:r>
            <a:endParaRPr b="0" lang="en-US" sz="2000" strike="noStrike" u="none">
              <a:solidFill>
                <a:srgbClr val="000000"/>
              </a:solidFill>
              <a:effectLst/>
              <a:uFillTx/>
              <a:latin typeface="Arial"/>
            </a:endParaRPr>
          </a:p>
          <a:p>
            <a:pPr>
              <a:lnSpc>
                <a:spcPct val="100000"/>
              </a:lnSpc>
            </a:pPr>
            <a:r>
              <a:rPr b="0" lang="ja-JP" sz="2000" strike="noStrike" u="none">
                <a:solidFill>
                  <a:schemeClr val="dk1"/>
                </a:solidFill>
                <a:effectLst/>
                <a:uFillTx/>
                <a:latin typeface="ＭＳ Ｐゴシック"/>
                <a:ea typeface="ＭＳ Ｐゴシック"/>
              </a:rPr>
              <a:t>全体の寸法を考慮すると</a:t>
            </a:r>
            <a:endParaRPr b="0" lang="en-US" sz="2000" strike="noStrike" u="none">
              <a:solidFill>
                <a:srgbClr val="000000"/>
              </a:solidFill>
              <a:effectLst/>
              <a:uFillTx/>
              <a:latin typeface="Arial"/>
            </a:endParaRPr>
          </a:p>
          <a:p>
            <a:pPr>
              <a:lnSpc>
                <a:spcPct val="100000"/>
              </a:lnSpc>
            </a:pPr>
            <a:r>
              <a:rPr b="0" lang="en-US" sz="2000" strike="noStrike" u="sng">
                <a:solidFill>
                  <a:schemeClr val="dk1"/>
                </a:solidFill>
                <a:effectLst/>
                <a:uFillTx/>
                <a:latin typeface="ＭＳ Ｐゴシック"/>
                <a:ea typeface="ＭＳ Ｐゴシック"/>
              </a:rPr>
              <a:t>1.0</a:t>
            </a:r>
            <a:r>
              <a:rPr b="0" lang="ja-JP" sz="2000" strike="noStrike" u="sng">
                <a:solidFill>
                  <a:schemeClr val="dk1"/>
                </a:solidFill>
                <a:effectLst/>
                <a:uFillTx/>
                <a:latin typeface="ＭＳ Ｐゴシック"/>
                <a:ea typeface="ＭＳ Ｐゴシック"/>
              </a:rPr>
              <a:t>～</a:t>
            </a:r>
            <a:r>
              <a:rPr b="0" lang="en-US" sz="2000" strike="noStrike" u="sng">
                <a:solidFill>
                  <a:schemeClr val="dk1"/>
                </a:solidFill>
                <a:effectLst/>
                <a:uFillTx/>
                <a:latin typeface="ＭＳ Ｐゴシック"/>
                <a:ea typeface="ＭＳ Ｐゴシック"/>
              </a:rPr>
              <a:t>1.5mm</a:t>
            </a:r>
            <a:r>
              <a:rPr b="0" lang="ja-JP" sz="2000" strike="noStrike" u="none">
                <a:solidFill>
                  <a:schemeClr val="dk1"/>
                </a:solidFill>
                <a:effectLst/>
                <a:uFillTx/>
                <a:latin typeface="ＭＳ Ｐゴシック"/>
                <a:ea typeface="ＭＳ Ｐゴシック"/>
              </a:rPr>
              <a:t>の厚さが好ましい</a:t>
            </a:r>
            <a:endParaRPr b="0" lang="en-US" sz="2000" strike="noStrike" u="none">
              <a:solidFill>
                <a:srgbClr val="000000"/>
              </a:solidFill>
              <a:effectLst/>
              <a:uFillTx/>
              <a:latin typeface="Arial"/>
            </a:endParaRPr>
          </a:p>
        </p:txBody>
      </p:sp>
      <p:grpSp>
        <p:nvGrpSpPr>
          <p:cNvPr id="510" name="Group 7"/>
          <p:cNvGrpSpPr/>
          <p:nvPr/>
        </p:nvGrpSpPr>
        <p:grpSpPr>
          <a:xfrm>
            <a:off x="165240" y="5429160"/>
            <a:ext cx="9245160" cy="1199880"/>
            <a:chOff x="165240" y="5429160"/>
            <a:chExt cx="9245160" cy="1199880"/>
          </a:xfrm>
        </p:grpSpPr>
        <p:sp>
          <p:nvSpPr>
            <p:cNvPr id="511" name="Text Box 8"/>
            <p:cNvSpPr/>
            <p:nvPr/>
          </p:nvSpPr>
          <p:spPr>
            <a:xfrm>
              <a:off x="5035680" y="5429160"/>
              <a:ext cx="4374720" cy="1199880"/>
            </a:xfrm>
            <a:prstGeom prst="rect">
              <a:avLst/>
            </a:prstGeom>
            <a:solidFill>
              <a:srgbClr val="ff99cc"/>
            </a:solidFill>
            <a:ln cap="sq" w="12700">
              <a:solidFill>
                <a:srgbClr val="000000"/>
              </a:solidFill>
              <a:miter/>
            </a:ln>
          </p:spPr>
          <p:style>
            <a:lnRef idx="0"/>
            <a:fillRef idx="0"/>
            <a:effectRef idx="0"/>
            <a:fontRef idx="minor"/>
          </p:style>
          <p:txBody>
            <a:bodyPr lIns="90000" rIns="90000" tIns="45000" bIns="45000" anchor="t">
              <a:spAutoFit/>
            </a:bodyPr>
            <a:p>
              <a:pPr>
                <a:lnSpc>
                  <a:spcPct val="100000"/>
                </a:lnSpc>
              </a:pPr>
              <a:r>
                <a:rPr b="0" lang="ja-JP" sz="2400" strike="noStrike" u="none">
                  <a:solidFill>
                    <a:schemeClr val="dk1"/>
                  </a:solidFill>
                  <a:effectLst/>
                  <a:uFillTx/>
                  <a:latin typeface="ＭＳ Ｐゴシック"/>
                  <a:ea typeface="ＭＳ Ｐゴシック"/>
                </a:rPr>
                <a:t>公知の材料からの選択</a:t>
              </a:r>
              <a:endParaRPr b="0" lang="en-US" sz="2400" strike="noStrike" u="none">
                <a:solidFill>
                  <a:srgbClr val="000000"/>
                </a:solidFill>
                <a:effectLst/>
                <a:uFillTx/>
                <a:latin typeface="Arial"/>
              </a:endParaRPr>
            </a:p>
            <a:p>
              <a:pPr>
                <a:lnSpc>
                  <a:spcPct val="100000"/>
                </a:lnSpc>
              </a:pPr>
              <a:r>
                <a:rPr b="0" lang="ja-JP" sz="2400" strike="noStrike" u="none">
                  <a:solidFill>
                    <a:schemeClr val="dk1"/>
                  </a:solidFill>
                  <a:effectLst/>
                  <a:uFillTx/>
                  <a:latin typeface="ＭＳ Ｐゴシック"/>
                  <a:ea typeface="ＭＳ Ｐゴシック"/>
                </a:rPr>
                <a:t>ＦＲＰを用いることにより</a:t>
              </a:r>
              <a:endParaRPr b="0" lang="en-US" sz="2400" strike="noStrike" u="none">
                <a:solidFill>
                  <a:srgbClr val="000000"/>
                </a:solidFill>
                <a:effectLst/>
                <a:uFillTx/>
                <a:latin typeface="Arial"/>
              </a:endParaRPr>
            </a:p>
            <a:p>
              <a:pPr>
                <a:lnSpc>
                  <a:spcPct val="100000"/>
                </a:lnSpc>
              </a:pPr>
              <a:r>
                <a:rPr b="0" lang="ja-JP" sz="2400" strike="noStrike" u="none">
                  <a:solidFill>
                    <a:schemeClr val="dk1"/>
                  </a:solidFill>
                  <a:effectLst/>
                  <a:uFillTx/>
                  <a:latin typeface="ＭＳ Ｐゴシック"/>
                  <a:ea typeface="ＭＳ Ｐゴシック"/>
                </a:rPr>
                <a:t>ケースを薄くすることができる</a:t>
              </a:r>
              <a:endParaRPr b="0" lang="en-US" sz="2400" strike="noStrike" u="none">
                <a:solidFill>
                  <a:srgbClr val="000000"/>
                </a:solidFill>
                <a:effectLst/>
                <a:uFillTx/>
                <a:latin typeface="Arial"/>
              </a:endParaRPr>
            </a:p>
          </p:txBody>
        </p:sp>
        <p:sp>
          <p:nvSpPr>
            <p:cNvPr id="512" name="Text Box 9"/>
            <p:cNvSpPr/>
            <p:nvPr/>
          </p:nvSpPr>
          <p:spPr>
            <a:xfrm>
              <a:off x="165240" y="5429160"/>
              <a:ext cx="4539960" cy="1199880"/>
            </a:xfrm>
            <a:prstGeom prst="rect">
              <a:avLst/>
            </a:prstGeom>
            <a:solidFill>
              <a:srgbClr val="ff99cc"/>
            </a:solidFill>
            <a:ln cap="sq" w="12700">
              <a:solidFill>
                <a:srgbClr val="000000"/>
              </a:solidFill>
              <a:miter/>
            </a:ln>
          </p:spPr>
          <p:style>
            <a:lnRef idx="0"/>
            <a:fillRef idx="0"/>
            <a:effectRef idx="0"/>
            <a:fontRef idx="minor"/>
          </p:style>
          <p:txBody>
            <a:bodyPr lIns="90000" rIns="90000" tIns="45000" bIns="45000" anchor="t">
              <a:spAutoFit/>
            </a:bodyPr>
            <a:p>
              <a:pPr>
                <a:lnSpc>
                  <a:spcPct val="100000"/>
                </a:lnSpc>
              </a:pPr>
              <a:r>
                <a:rPr b="0" lang="ja-JP" sz="2400" strike="noStrike" u="none">
                  <a:solidFill>
                    <a:schemeClr val="dk1"/>
                  </a:solidFill>
                  <a:effectLst/>
                  <a:uFillTx/>
                  <a:latin typeface="ＭＳ Ｐゴシック"/>
                  <a:ea typeface="ＭＳ Ｐゴシック"/>
                </a:rPr>
                <a:t>数値範囲の最適化</a:t>
              </a:r>
              <a:endParaRPr b="0" lang="en-US" sz="2400" strike="noStrike" u="none">
                <a:solidFill>
                  <a:srgbClr val="000000"/>
                </a:solidFill>
                <a:effectLst/>
                <a:uFillTx/>
                <a:latin typeface="Arial"/>
              </a:endParaRPr>
            </a:p>
            <a:p>
              <a:pPr>
                <a:lnSpc>
                  <a:spcPct val="100000"/>
                </a:lnSpc>
              </a:pPr>
              <a:r>
                <a:rPr b="0" lang="ja-JP" sz="2400" strike="noStrike" u="none">
                  <a:solidFill>
                    <a:schemeClr val="dk1"/>
                  </a:solidFill>
                  <a:effectLst/>
                  <a:uFillTx/>
                  <a:latin typeface="ＭＳ Ｐゴシック"/>
                  <a:ea typeface="ＭＳ Ｐゴシック"/>
                </a:rPr>
                <a:t>強度と小型化の両立のための</a:t>
              </a:r>
              <a:endParaRPr b="0" lang="en-US" sz="2400" strike="noStrike" u="none">
                <a:solidFill>
                  <a:srgbClr val="000000"/>
                </a:solidFill>
                <a:effectLst/>
                <a:uFillTx/>
                <a:latin typeface="Arial"/>
              </a:endParaRPr>
            </a:p>
            <a:p>
              <a:pPr>
                <a:lnSpc>
                  <a:spcPct val="100000"/>
                </a:lnSpc>
              </a:pPr>
              <a:r>
                <a:rPr b="0" lang="ja-JP" sz="2400" strike="noStrike" u="none">
                  <a:solidFill>
                    <a:schemeClr val="dk1"/>
                  </a:solidFill>
                  <a:effectLst/>
                  <a:uFillTx/>
                  <a:latin typeface="ＭＳ Ｐゴシック"/>
                  <a:ea typeface="ＭＳ Ｐゴシック"/>
                </a:rPr>
                <a:t>ケースの厚さを決定する</a:t>
              </a:r>
              <a:endParaRPr b="0" lang="en-US" sz="2400" strike="noStrike" u="none">
                <a:solidFill>
                  <a:srgbClr val="000000"/>
                </a:solidFill>
                <a:effectLst/>
                <a:uFillTx/>
                <a:latin typeface="Arial"/>
              </a:endParaRPr>
            </a:p>
          </p:txBody>
        </p:sp>
      </p:grpSp>
      <p:sp>
        <p:nvSpPr>
          <p:cNvPr id="513" name="Rectangle 10"/>
          <p:cNvSpPr/>
          <p:nvPr/>
        </p:nvSpPr>
        <p:spPr>
          <a:xfrm>
            <a:off x="1870200" y="1150920"/>
            <a:ext cx="6592680" cy="57924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r>
              <a:rPr b="0" lang="ja-JP" sz="3200" strike="noStrike" u="none">
                <a:solidFill>
                  <a:schemeClr val="dk1"/>
                </a:solidFill>
                <a:effectLst/>
                <a:uFillTx/>
                <a:latin typeface="ＭＳ Ｐゴシック"/>
                <a:ea typeface="ＭＳ Ｐゴシック"/>
              </a:rPr>
              <a:t>－最適材料の選択・設計変更－</a:t>
            </a:r>
            <a:endParaRPr b="0" lang="en-US" sz="3200" strike="noStrike" u="none">
              <a:solidFill>
                <a:srgbClr val="000000"/>
              </a:solidFill>
              <a:effectLst/>
              <a:uFillTx/>
              <a:latin typeface="Arial"/>
            </a:endParaRPr>
          </a:p>
        </p:txBody>
      </p:sp>
      <p:grpSp>
        <p:nvGrpSpPr>
          <p:cNvPr id="514" name="Group 12"/>
          <p:cNvGrpSpPr/>
          <p:nvPr/>
        </p:nvGrpSpPr>
        <p:grpSpPr>
          <a:xfrm>
            <a:off x="127080" y="2266920"/>
            <a:ext cx="3085920" cy="1449000"/>
            <a:chOff x="127080" y="2266920"/>
            <a:chExt cx="3085920" cy="1449000"/>
          </a:xfrm>
        </p:grpSpPr>
        <p:sp>
          <p:nvSpPr>
            <p:cNvPr id="515" name="Text Box 13"/>
            <p:cNvSpPr/>
            <p:nvPr/>
          </p:nvSpPr>
          <p:spPr>
            <a:xfrm>
              <a:off x="127080" y="2266920"/>
              <a:ext cx="3085920" cy="1015560"/>
            </a:xfrm>
            <a:prstGeom prst="rect">
              <a:avLst/>
            </a:prstGeom>
            <a:noFill/>
            <a:ln w="9525">
              <a:noFill/>
            </a:ln>
          </p:spPr>
          <p:style>
            <a:lnRef idx="0"/>
            <a:fillRef idx="0"/>
            <a:effectRef idx="0"/>
            <a:fontRef idx="minor"/>
          </p:style>
          <p:txBody>
            <a:bodyPr wrap="none" lIns="90000" rIns="90000" tIns="45000" bIns="45000" anchor="t">
              <a:spAutoFit/>
            </a:bodyPr>
            <a:p>
              <a:pPr>
                <a:lnSpc>
                  <a:spcPct val="100000"/>
                </a:lnSpc>
              </a:pPr>
              <a:r>
                <a:rPr b="0" lang="ja-JP" sz="2000" strike="noStrike" u="none">
                  <a:solidFill>
                    <a:schemeClr val="dk1"/>
                  </a:solidFill>
                  <a:effectLst/>
                  <a:uFillTx/>
                  <a:latin typeface="ＭＳ Ｐゴシック"/>
                  <a:ea typeface="ＭＳ Ｐゴシック"/>
                </a:rPr>
                <a:t>【</a:t>
              </a:r>
              <a:r>
                <a:rPr b="0" lang="ja-JP" sz="2000" strike="noStrike" u="none">
                  <a:solidFill>
                    <a:schemeClr val="dk1"/>
                  </a:solidFill>
                  <a:effectLst/>
                  <a:uFillTx/>
                  <a:latin typeface="ＭＳ Ｐゴシック"/>
                  <a:ea typeface="ＭＳ Ｐゴシック"/>
                </a:rPr>
                <a:t>本願発明】</a:t>
              </a:r>
              <a:endParaRPr b="0" lang="en-US" sz="2000" strike="noStrike" u="none">
                <a:solidFill>
                  <a:srgbClr val="000000"/>
                </a:solidFill>
                <a:effectLst/>
                <a:uFillTx/>
                <a:latin typeface="Arial"/>
              </a:endParaRPr>
            </a:p>
            <a:p>
              <a:pPr>
                <a:lnSpc>
                  <a:spcPct val="100000"/>
                </a:lnSpc>
              </a:pPr>
              <a:r>
                <a:rPr b="0" lang="ja-JP" sz="2000" strike="noStrike" u="none">
                  <a:solidFill>
                    <a:schemeClr val="dk1"/>
                  </a:solidFill>
                  <a:effectLst/>
                  <a:uFillTx/>
                  <a:latin typeface="ＭＳ Ｐゴシック"/>
                  <a:ea typeface="ＭＳ Ｐゴシック"/>
                </a:rPr>
                <a:t>ケースを厚さ</a:t>
              </a:r>
              <a:r>
                <a:rPr b="0" lang="en-US" sz="2000" strike="noStrike" u="sng">
                  <a:solidFill>
                    <a:schemeClr val="dk1"/>
                  </a:solidFill>
                  <a:effectLst/>
                  <a:uFillTx/>
                  <a:latin typeface="ＭＳ Ｐゴシック"/>
                  <a:ea typeface="ＭＳ Ｐゴシック"/>
                </a:rPr>
                <a:t>0.5</a:t>
              </a:r>
              <a:r>
                <a:rPr b="0" lang="ja-JP" sz="2000" strike="noStrike" u="sng">
                  <a:solidFill>
                    <a:schemeClr val="dk1"/>
                  </a:solidFill>
                  <a:effectLst/>
                  <a:uFillTx/>
                  <a:latin typeface="ＭＳ Ｐゴシック"/>
                  <a:ea typeface="ＭＳ Ｐゴシック"/>
                </a:rPr>
                <a:t>～</a:t>
              </a:r>
              <a:r>
                <a:rPr b="0" lang="en-US" sz="2000" strike="noStrike" u="sng">
                  <a:solidFill>
                    <a:schemeClr val="dk1"/>
                  </a:solidFill>
                  <a:effectLst/>
                  <a:uFillTx/>
                  <a:latin typeface="ＭＳ Ｐゴシック"/>
                  <a:ea typeface="ＭＳ Ｐゴシック"/>
                </a:rPr>
                <a:t>0.8mm</a:t>
              </a:r>
              <a:r>
                <a:rPr b="0" lang="ja-JP" sz="2000" strike="noStrike" u="none">
                  <a:solidFill>
                    <a:schemeClr val="dk1"/>
                  </a:solidFill>
                  <a:effectLst/>
                  <a:uFillTx/>
                  <a:latin typeface="ＭＳ Ｐゴシック"/>
                  <a:ea typeface="ＭＳ Ｐゴシック"/>
                </a:rPr>
                <a:t>の</a:t>
              </a:r>
              <a:endParaRPr b="0" lang="en-US" sz="2000" strike="noStrike" u="none">
                <a:solidFill>
                  <a:srgbClr val="000000"/>
                </a:solidFill>
                <a:effectLst/>
                <a:uFillTx/>
                <a:latin typeface="Arial"/>
              </a:endParaRPr>
            </a:p>
            <a:p>
              <a:pPr>
                <a:lnSpc>
                  <a:spcPct val="100000"/>
                </a:lnSpc>
              </a:pPr>
              <a:r>
                <a:rPr b="0" lang="en-US" sz="2000" strike="noStrike" u="sng">
                  <a:solidFill>
                    <a:schemeClr val="dk1"/>
                  </a:solidFill>
                  <a:effectLst/>
                  <a:uFillTx/>
                  <a:latin typeface="ＭＳ Ｐゴシック"/>
                  <a:ea typeface="ＭＳ Ｐゴシック"/>
                </a:rPr>
                <a:t>FRP</a:t>
              </a:r>
              <a:r>
                <a:rPr b="0" lang="ja-JP" sz="2000" strike="noStrike" u="none">
                  <a:solidFill>
                    <a:schemeClr val="dk1"/>
                  </a:solidFill>
                  <a:effectLst/>
                  <a:uFillTx/>
                  <a:latin typeface="ＭＳ Ｐゴシック"/>
                  <a:ea typeface="ＭＳ Ｐゴシック"/>
                </a:rPr>
                <a:t>とした携帯電話</a:t>
              </a:r>
              <a:endParaRPr b="0" lang="en-US" sz="2000" strike="noStrike" u="none">
                <a:solidFill>
                  <a:srgbClr val="000000"/>
                </a:solidFill>
                <a:effectLst/>
                <a:uFillTx/>
                <a:latin typeface="Arial"/>
              </a:endParaRPr>
            </a:p>
          </p:txBody>
        </p:sp>
        <p:sp>
          <p:nvSpPr>
            <p:cNvPr id="516" name="Text Box 14"/>
            <p:cNvSpPr/>
            <p:nvPr/>
          </p:nvSpPr>
          <p:spPr>
            <a:xfrm>
              <a:off x="164880" y="3346560"/>
              <a:ext cx="2648880" cy="369360"/>
            </a:xfrm>
            <a:prstGeom prst="rect">
              <a:avLst/>
            </a:prstGeom>
            <a:noFill/>
            <a:ln w="9525">
              <a:noFill/>
            </a:ln>
          </p:spPr>
          <p:style>
            <a:lnRef idx="0"/>
            <a:fillRef idx="0"/>
            <a:effectRef idx="0"/>
            <a:fontRef idx="minor"/>
          </p:style>
          <p:txBody>
            <a:bodyPr wrap="none" lIns="90000" rIns="90000" tIns="45000" bIns="45000" anchor="t">
              <a:spAutoFit/>
            </a:bodyPr>
            <a:p>
              <a:pPr>
                <a:lnSpc>
                  <a:spcPct val="100000"/>
                </a:lnSpc>
              </a:pPr>
              <a:r>
                <a:rPr b="0" lang="en-US" sz="1800" strike="noStrike" u="none">
                  <a:solidFill>
                    <a:schemeClr val="dk1"/>
                  </a:solidFill>
                  <a:effectLst/>
                  <a:uFillTx/>
                  <a:latin typeface="ＭＳ Ｐゴシック"/>
                  <a:ea typeface="ＭＳ Ｐゴシック"/>
                </a:rPr>
                <a:t>※</a:t>
              </a:r>
              <a:r>
                <a:rPr b="0" lang="ja-JP" sz="1800" strike="noStrike" u="none">
                  <a:solidFill>
                    <a:schemeClr val="dk1"/>
                  </a:solidFill>
                  <a:effectLst/>
                  <a:uFillTx/>
                  <a:latin typeface="ＭＳ Ｐゴシック"/>
                  <a:ea typeface="ＭＳ Ｐゴシック"/>
                </a:rPr>
                <a:t>繊維強化プラスティック</a:t>
              </a:r>
              <a:endParaRPr b="0" lang="en-US" sz="1800" strike="noStrike" u="none">
                <a:solidFill>
                  <a:srgbClr val="000000"/>
                </a:solidFill>
                <a:effectLst/>
                <a:uFillTx/>
                <a:latin typeface="Arial"/>
              </a:endParaRPr>
            </a:p>
          </p:txBody>
        </p:sp>
      </p:grpSp>
      <p:sp>
        <p:nvSpPr>
          <p:cNvPr id="517" name="PlaceHolder 1"/>
          <p:cNvSpPr>
            <a:spLocks noGrp="1"/>
          </p:cNvSpPr>
          <p:nvPr>
            <p:ph type="title"/>
          </p:nvPr>
        </p:nvSpPr>
        <p:spPr>
          <a:xfrm>
            <a:off x="1486080" y="0"/>
            <a:ext cx="8419680" cy="907560"/>
          </a:xfrm>
          <a:prstGeom prst="rect">
            <a:avLst/>
          </a:prstGeom>
          <a:noFill/>
          <a:ln w="9360">
            <a:noFill/>
          </a:ln>
        </p:spPr>
        <p:txBody>
          <a:bodyPr numCol="1" spcCol="0" lIns="91440" rIns="91440" tIns="45720" bIns="45720" anchor="ctr">
            <a:noAutofit/>
          </a:bodyPr>
          <a:p>
            <a:pPr indent="0">
              <a:lnSpc>
                <a:spcPct val="100000"/>
              </a:lnSpc>
              <a:buNone/>
            </a:pPr>
            <a:r>
              <a:rPr b="0" lang="ja-JP" sz="3600" strike="noStrike" u="none">
                <a:solidFill>
                  <a:schemeClr val="dk1"/>
                </a:solidFill>
                <a:effectLst/>
                <a:uFillTx/>
                <a:latin typeface="ＭＳ Ｐゴシック"/>
                <a:ea typeface="ＭＳ Ｐゴシック"/>
              </a:rPr>
              <a:t>進歩性が否定される事例</a:t>
            </a:r>
            <a:endParaRPr b="0" lang="en-US" sz="3600" strike="noStrike" u="none">
              <a:solidFill>
                <a:schemeClr val="dk1"/>
              </a:solidFill>
              <a:effectLst/>
              <a:uFillTx/>
              <a:latin typeface="Tw Cen MT"/>
            </a:endParaRPr>
          </a:p>
        </p:txBody>
      </p:sp>
      <p:sp>
        <p:nvSpPr>
          <p:cNvPr id="518" name="Rectangle 7"/>
          <p:cNvSpPr/>
          <p:nvPr/>
        </p:nvSpPr>
        <p:spPr>
          <a:xfrm>
            <a:off x="0" y="15840"/>
            <a:ext cx="1034640" cy="523440"/>
          </a:xfrm>
          <a:prstGeom prst="rect">
            <a:avLst/>
          </a:prstGeom>
          <a:noFill/>
          <a:ln w="9525">
            <a:noFill/>
          </a:ln>
        </p:spPr>
        <p:style>
          <a:lnRef idx="0"/>
          <a:fillRef idx="0"/>
          <a:effectRef idx="0"/>
          <a:fontRef idx="minor"/>
        </p:style>
        <p:txBody>
          <a:bodyPr wrap="none" lIns="90000" rIns="90000" tIns="45000" bIns="45000" anchor="t">
            <a:spAutoFit/>
          </a:bodyPr>
          <a:p>
            <a:pPr>
              <a:lnSpc>
                <a:spcPct val="100000"/>
              </a:lnSpc>
            </a:pPr>
            <a:r>
              <a:rPr b="0" lang="ja-JP" sz="2800" strike="noStrike" u="none">
                <a:solidFill>
                  <a:schemeClr val="dk1"/>
                </a:solidFill>
                <a:effectLst/>
                <a:uFillTx/>
                <a:latin typeface="ＭＳ Ｐゴシック"/>
                <a:ea typeface="ＭＳ Ｐゴシック"/>
              </a:rPr>
              <a:t>２－４</a:t>
            </a:r>
            <a:endParaRPr b="0" lang="en-US" sz="2800" strike="noStrike" u="none">
              <a:solidFill>
                <a:srgbClr val="000000"/>
              </a:solidFill>
              <a:effectLst/>
              <a:uFillTx/>
              <a:latin typeface="Arial"/>
            </a:endParaRPr>
          </a:p>
        </p:txBody>
      </p:sp>
      <p:sp>
        <p:nvSpPr>
          <p:cNvPr id="519" name="PlaceHolder 2"/>
          <p:cNvSpPr>
            <a:spLocks noGrp="1"/>
          </p:cNvSpPr>
          <p:nvPr>
            <p:ph type="sldNum" idx="140"/>
          </p:nvPr>
        </p:nvSpPr>
        <p:spPr>
          <a:xfrm>
            <a:off x="9328320" y="6597720"/>
            <a:ext cx="577440" cy="244080"/>
          </a:xfrm>
          <a:prstGeom prst="rect">
            <a:avLst/>
          </a:prstGeom>
          <a:noFill/>
          <a:ln w="0">
            <a:noFill/>
          </a:ln>
        </p:spPr>
        <p:txBody>
          <a:bodyPr numCol="1" spcCol="0" lIns="91440" rIns="91440" tIns="45720" bIns="45720" anchor="ctr">
            <a:normAutofit fontScale="70000" lnSpcReduction="19999"/>
          </a:bodyPr>
          <a:lstStyle>
            <a:lvl1pPr indent="0" algn="ctr">
              <a:lnSpc>
                <a:spcPct val="100000"/>
              </a:lnSpc>
              <a:buNone/>
              <a:defRPr b="1" lang="en-US" sz="1400" strike="noStrike" u="none">
                <a:solidFill>
                  <a:srgbClr val="000000"/>
                </a:solidFill>
                <a:effectLst/>
                <a:uFillTx/>
                <a:latin typeface="Tw Cen MT"/>
                <a:ea typeface="ＭＳ Ｐゴシック"/>
              </a:defRPr>
            </a:lvl1pPr>
          </a:lstStyle>
          <a:p>
            <a:pPr indent="0" algn="ctr">
              <a:lnSpc>
                <a:spcPct val="100000"/>
              </a:lnSpc>
              <a:buNone/>
            </a:pPr>
            <a:fld id="{8DC36EAC-83D2-4F2C-9F9D-AB4F06462E71}" type="slidenum">
              <a:rPr b="1" lang="en-US" sz="1400" strike="noStrike" u="none">
                <a:solidFill>
                  <a:srgbClr val="000000"/>
                </a:solidFill>
                <a:effectLst/>
                <a:uFillTx/>
                <a:latin typeface="Tw Cen MT"/>
                <a:ea typeface="ＭＳ Ｐゴシック"/>
              </a:rPr>
              <a:t>9</a:t>
            </a:fld>
            <a:endParaRPr b="0" lang="en-US" sz="1400" strike="noStrike" u="none">
              <a:solidFill>
                <a:srgbClr val="000000"/>
              </a:solidFill>
              <a:effectLst/>
              <a:uFillTx/>
              <a:latin typeface="游明朝"/>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0" name="Rectangle 8"/>
          <p:cNvSpPr/>
          <p:nvPr/>
        </p:nvSpPr>
        <p:spPr>
          <a:xfrm>
            <a:off x="1486080" y="0"/>
            <a:ext cx="8419680" cy="907560"/>
          </a:xfrm>
          <a:prstGeom prst="rect">
            <a:avLst/>
          </a:prstGeom>
          <a:noFill/>
          <a:ln w="9525">
            <a:noFill/>
          </a:ln>
        </p:spPr>
        <p:style>
          <a:lnRef idx="0"/>
          <a:fillRef idx="0"/>
          <a:effectRef idx="0"/>
          <a:fontRef idx="minor"/>
        </p:style>
        <p:txBody>
          <a:bodyPr lIns="90000" rIns="90000" tIns="45000" bIns="45000" anchor="ctr">
            <a:noAutofit/>
          </a:bodyPr>
          <a:p>
            <a:pPr>
              <a:lnSpc>
                <a:spcPct val="100000"/>
              </a:lnSpc>
            </a:pPr>
            <a:r>
              <a:rPr b="0" lang="ja-JP" sz="3600" strike="noStrike" u="none">
                <a:solidFill>
                  <a:schemeClr val="dk1"/>
                </a:solidFill>
                <a:effectLst/>
                <a:uFillTx/>
                <a:latin typeface="ＭＳ Ｐゴシック"/>
                <a:ea typeface="ＭＳ Ｐゴシック"/>
              </a:rPr>
              <a:t>特許権の効力</a:t>
            </a:r>
            <a:endParaRPr b="0" lang="en-US" sz="3600" strike="noStrike" u="none">
              <a:solidFill>
                <a:srgbClr val="000000"/>
              </a:solidFill>
              <a:effectLst/>
              <a:uFillTx/>
              <a:latin typeface="Arial"/>
            </a:endParaRPr>
          </a:p>
        </p:txBody>
      </p:sp>
      <p:sp>
        <p:nvSpPr>
          <p:cNvPr id="521" name="Rectangle 7"/>
          <p:cNvSpPr/>
          <p:nvPr/>
        </p:nvSpPr>
        <p:spPr>
          <a:xfrm>
            <a:off x="0" y="15840"/>
            <a:ext cx="1034640" cy="523440"/>
          </a:xfrm>
          <a:prstGeom prst="rect">
            <a:avLst/>
          </a:prstGeom>
          <a:noFill/>
          <a:ln w="9525">
            <a:noFill/>
          </a:ln>
        </p:spPr>
        <p:style>
          <a:lnRef idx="0"/>
          <a:fillRef idx="0"/>
          <a:effectRef idx="0"/>
          <a:fontRef idx="minor"/>
        </p:style>
        <p:txBody>
          <a:bodyPr wrap="none" lIns="90000" rIns="90000" tIns="45000" bIns="45000" anchor="t">
            <a:spAutoFit/>
          </a:bodyPr>
          <a:p>
            <a:pPr>
              <a:lnSpc>
                <a:spcPct val="100000"/>
              </a:lnSpc>
            </a:pPr>
            <a:r>
              <a:rPr b="0" lang="ja-JP" sz="2800" strike="noStrike" u="none">
                <a:solidFill>
                  <a:schemeClr val="dk1"/>
                </a:solidFill>
                <a:effectLst/>
                <a:uFillTx/>
                <a:latin typeface="ＭＳ Ｐゴシック"/>
                <a:ea typeface="ＭＳ Ｐゴシック"/>
              </a:rPr>
              <a:t>２－５</a:t>
            </a:r>
            <a:endParaRPr b="0" lang="en-US" sz="2800" strike="noStrike" u="none">
              <a:solidFill>
                <a:srgbClr val="000000"/>
              </a:solidFill>
              <a:effectLst/>
              <a:uFillTx/>
              <a:latin typeface="Arial"/>
            </a:endParaRPr>
          </a:p>
        </p:txBody>
      </p:sp>
      <p:sp>
        <p:nvSpPr>
          <p:cNvPr id="522" name="AutoShape 3"/>
          <p:cNvSpPr/>
          <p:nvPr/>
        </p:nvSpPr>
        <p:spPr>
          <a:xfrm>
            <a:off x="1504800" y="1660680"/>
            <a:ext cx="1947600" cy="649080"/>
          </a:xfrm>
          <a:prstGeom prst="roundRect">
            <a:avLst>
              <a:gd name="adj" fmla="val 50000"/>
            </a:avLst>
          </a:prstGeom>
          <a:solidFill>
            <a:srgbClr val="ff6600"/>
          </a:solidFill>
          <a:ln w="0">
            <a:noFill/>
          </a:ln>
          <a:effectLst>
            <a:outerShdw algn="ctr" dir="2700000" dist="35638" rotWithShape="0">
              <a:srgbClr val="808080"/>
            </a:outerShdw>
          </a:effectLst>
        </p:spPr>
        <p:style>
          <a:lnRef idx="0"/>
          <a:fillRef idx="0"/>
          <a:effectRef idx="0"/>
          <a:fontRef idx="minor"/>
        </p:style>
        <p:txBody>
          <a:bodyPr lIns="90000" rIns="90000" tIns="45000" bIns="45000" anchor="t">
            <a:spAutoFit/>
          </a:bodyPr>
          <a:p>
            <a:pPr>
              <a:lnSpc>
                <a:spcPct val="100000"/>
              </a:lnSpc>
            </a:pPr>
            <a:r>
              <a:rPr b="1" lang="ja-JP" sz="2400" strike="noStrike" u="none">
                <a:solidFill>
                  <a:srgbClr val="ffffff"/>
                </a:solidFill>
                <a:effectLst/>
                <a:uFillTx/>
                <a:latin typeface="ＭＳ Ｐゴシック"/>
                <a:ea typeface="ＭＳ Ｐゴシック"/>
              </a:rPr>
              <a:t>積極的効力</a:t>
            </a:r>
            <a:endParaRPr b="0" lang="en-US" sz="2400" strike="noStrike" u="none">
              <a:solidFill>
                <a:srgbClr val="ffffff"/>
              </a:solidFill>
              <a:effectLst/>
              <a:uFillTx/>
              <a:latin typeface="Arial"/>
            </a:endParaRPr>
          </a:p>
        </p:txBody>
      </p:sp>
      <p:sp>
        <p:nvSpPr>
          <p:cNvPr id="523" name="Rectangle 4"/>
          <p:cNvSpPr/>
          <p:nvPr/>
        </p:nvSpPr>
        <p:spPr>
          <a:xfrm>
            <a:off x="633240" y="2409840"/>
            <a:ext cx="3771720" cy="1006200"/>
          </a:xfrm>
          <a:prstGeom prst="rect">
            <a:avLst/>
          </a:prstGeom>
          <a:gradFill rotWithShape="0">
            <a:gsLst>
              <a:gs pos="0">
                <a:srgbClr val="ff9933"/>
              </a:gs>
              <a:gs pos="100000">
                <a:srgbClr val="ffffff"/>
              </a:gs>
            </a:gsLst>
            <a:lin ang="5400000"/>
          </a:gradFill>
          <a:ln w="9525">
            <a:noFill/>
          </a:ln>
        </p:spPr>
        <p:style>
          <a:lnRef idx="0"/>
          <a:fillRef idx="0"/>
          <a:effectRef idx="0"/>
          <a:fontRef idx="minor"/>
        </p:style>
        <p:txBody>
          <a:bodyPr lIns="90000" rIns="90000" tIns="45000" bIns="45000" anchor="t">
            <a:spAutoFit/>
          </a:bodyPr>
          <a:p>
            <a:pPr>
              <a:lnSpc>
                <a:spcPct val="100000"/>
              </a:lnSpc>
            </a:pPr>
            <a:r>
              <a:rPr b="0" lang="ja-JP" sz="2000" strike="noStrike" u="none">
                <a:solidFill>
                  <a:srgbClr val="000000"/>
                </a:solidFill>
                <a:effectLst/>
                <a:uFillTx/>
                <a:latin typeface="ＭＳ Ｐゴシック"/>
                <a:ea typeface="ＭＳ Ｐゴシック"/>
              </a:rPr>
              <a:t>特許権者が、特許発明を独占的に実施することができる効力。</a:t>
            </a:r>
            <a:endParaRPr b="0" lang="en-US" sz="2000" strike="noStrike" u="none">
              <a:solidFill>
                <a:srgbClr val="000000"/>
              </a:solidFill>
              <a:effectLst/>
              <a:uFillTx/>
              <a:latin typeface="Arial"/>
            </a:endParaRPr>
          </a:p>
          <a:p>
            <a:pPr>
              <a:lnSpc>
                <a:spcPct val="100000"/>
              </a:lnSpc>
            </a:pPr>
            <a:r>
              <a:rPr b="0" lang="en-US" sz="2000" strike="noStrike" u="none">
                <a:solidFill>
                  <a:srgbClr val="000000"/>
                </a:solidFill>
                <a:effectLst/>
                <a:uFillTx/>
                <a:latin typeface="ＭＳ Ｐゴシック"/>
                <a:ea typeface="ＭＳ Ｐゴシック"/>
              </a:rPr>
              <a:t> </a:t>
            </a:r>
            <a:endParaRPr b="0" lang="en-US" sz="2000" strike="noStrike" u="none">
              <a:solidFill>
                <a:srgbClr val="000000"/>
              </a:solidFill>
              <a:effectLst/>
              <a:uFillTx/>
              <a:latin typeface="Arial"/>
            </a:endParaRPr>
          </a:p>
        </p:txBody>
      </p:sp>
      <p:sp>
        <p:nvSpPr>
          <p:cNvPr id="524" name="Rectangle 5"/>
          <p:cNvSpPr/>
          <p:nvPr/>
        </p:nvSpPr>
        <p:spPr>
          <a:xfrm>
            <a:off x="4916520" y="2409840"/>
            <a:ext cx="3580920" cy="1006200"/>
          </a:xfrm>
          <a:prstGeom prst="rect">
            <a:avLst/>
          </a:prstGeom>
          <a:gradFill rotWithShape="0">
            <a:gsLst>
              <a:gs pos="0">
                <a:srgbClr val="00ccff"/>
              </a:gs>
              <a:gs pos="100000">
                <a:srgbClr val="ffffff"/>
              </a:gs>
            </a:gsLst>
            <a:lin ang="5400000"/>
          </a:gradFill>
          <a:ln w="9525">
            <a:noFill/>
          </a:ln>
        </p:spPr>
        <p:style>
          <a:lnRef idx="0"/>
          <a:fillRef idx="0"/>
          <a:effectRef idx="0"/>
          <a:fontRef idx="minor"/>
        </p:style>
        <p:txBody>
          <a:bodyPr lIns="90000" rIns="90000" tIns="45000" bIns="45000" anchor="t">
            <a:spAutoFit/>
          </a:bodyPr>
          <a:p>
            <a:pPr>
              <a:lnSpc>
                <a:spcPct val="100000"/>
              </a:lnSpc>
            </a:pPr>
            <a:r>
              <a:rPr b="0" lang="ja-JP" sz="2000" strike="noStrike" u="none">
                <a:solidFill>
                  <a:srgbClr val="000000"/>
                </a:solidFill>
                <a:effectLst/>
                <a:uFillTx/>
                <a:latin typeface="ＭＳ Ｐゴシック"/>
                <a:ea typeface="ＭＳ Ｐゴシック"/>
              </a:rPr>
              <a:t>他人による実施を排除できる効力（排他性）。</a:t>
            </a:r>
            <a:endParaRPr b="0" lang="en-US" sz="2000" strike="noStrike" u="none">
              <a:solidFill>
                <a:srgbClr val="000000"/>
              </a:solidFill>
              <a:effectLst/>
              <a:uFillTx/>
              <a:latin typeface="Arial"/>
            </a:endParaRPr>
          </a:p>
          <a:p>
            <a:pPr>
              <a:lnSpc>
                <a:spcPct val="100000"/>
              </a:lnSpc>
            </a:pPr>
            <a:r>
              <a:rPr b="0" lang="ja-JP" sz="2000" strike="noStrike" u="none">
                <a:solidFill>
                  <a:srgbClr val="000000"/>
                </a:solidFill>
                <a:effectLst/>
                <a:uFillTx/>
                <a:latin typeface="ＭＳ Ｐゴシック"/>
                <a:ea typeface="ＭＳ Ｐゴシック"/>
              </a:rPr>
              <a:t>　</a:t>
            </a:r>
            <a:endParaRPr b="0" lang="en-US" sz="2000" strike="noStrike" u="none">
              <a:solidFill>
                <a:srgbClr val="000000"/>
              </a:solidFill>
              <a:effectLst/>
              <a:uFillTx/>
              <a:latin typeface="Arial"/>
            </a:endParaRPr>
          </a:p>
        </p:txBody>
      </p:sp>
      <p:sp>
        <p:nvSpPr>
          <p:cNvPr id="525" name="AutoShape 6"/>
          <p:cNvSpPr/>
          <p:nvPr/>
        </p:nvSpPr>
        <p:spPr>
          <a:xfrm>
            <a:off x="5746680" y="1635120"/>
            <a:ext cx="2098440" cy="649080"/>
          </a:xfrm>
          <a:prstGeom prst="roundRect">
            <a:avLst>
              <a:gd name="adj" fmla="val 50000"/>
            </a:avLst>
          </a:prstGeom>
          <a:solidFill>
            <a:srgbClr val="333399"/>
          </a:solidFill>
          <a:ln w="0">
            <a:noFill/>
          </a:ln>
          <a:effectLst>
            <a:outerShdw algn="ctr" dir="2700000" dist="35638" rotWithShape="0">
              <a:srgbClr val="808080"/>
            </a:outerShdw>
          </a:effectLst>
        </p:spPr>
        <p:style>
          <a:lnRef idx="0"/>
          <a:fillRef idx="0"/>
          <a:effectRef idx="0"/>
          <a:fontRef idx="minor"/>
        </p:style>
        <p:txBody>
          <a:bodyPr lIns="90000" rIns="90000" tIns="45000" bIns="45000" anchor="t">
            <a:spAutoFit/>
          </a:bodyPr>
          <a:p>
            <a:pPr>
              <a:lnSpc>
                <a:spcPct val="100000"/>
              </a:lnSpc>
            </a:pPr>
            <a:r>
              <a:rPr b="1" lang="ja-JP" sz="2400" strike="noStrike" u="none">
                <a:solidFill>
                  <a:srgbClr val="ffffff"/>
                </a:solidFill>
                <a:effectLst/>
                <a:uFillTx/>
                <a:latin typeface="ＭＳ Ｐゴシック"/>
                <a:ea typeface="ＭＳ Ｐゴシック"/>
              </a:rPr>
              <a:t>消極的効力</a:t>
            </a:r>
            <a:endParaRPr b="0" lang="en-US" sz="2400" strike="noStrike" u="none">
              <a:solidFill>
                <a:srgbClr val="ffffff"/>
              </a:solidFill>
              <a:effectLst/>
              <a:uFillTx/>
              <a:latin typeface="Arial"/>
            </a:endParaRPr>
          </a:p>
        </p:txBody>
      </p:sp>
      <p:sp>
        <p:nvSpPr>
          <p:cNvPr id="526" name="Rectangle 9"/>
          <p:cNvSpPr/>
          <p:nvPr/>
        </p:nvSpPr>
        <p:spPr>
          <a:xfrm>
            <a:off x="687240" y="4537080"/>
            <a:ext cx="7721280" cy="82512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r>
              <a:rPr b="0" lang="ja-JP" sz="1600" strike="noStrike" u="none">
                <a:solidFill>
                  <a:srgbClr val="000000"/>
                </a:solidFill>
                <a:effectLst/>
                <a:uFillTx/>
                <a:latin typeface="ＭＳ Ｐゴシック"/>
                <a:ea typeface="ＭＳ Ｐゴシック"/>
              </a:rPr>
              <a:t>「特許権者は、</a:t>
            </a:r>
            <a:r>
              <a:rPr b="1" lang="ja-JP" sz="1600" strike="noStrike" u="none">
                <a:solidFill>
                  <a:srgbClr val="333399"/>
                </a:solidFill>
                <a:effectLst/>
                <a:uFillTx/>
                <a:latin typeface="ＭＳ Ｐゴシック"/>
                <a:ea typeface="ＭＳ Ｐゴシック"/>
              </a:rPr>
              <a:t>業として</a:t>
            </a:r>
            <a:r>
              <a:rPr b="0" lang="ja-JP" sz="1600" strike="noStrike" u="none">
                <a:solidFill>
                  <a:srgbClr val="000000"/>
                </a:solidFill>
                <a:effectLst/>
                <a:uFillTx/>
                <a:latin typeface="ＭＳ Ｐゴシック"/>
                <a:ea typeface="ＭＳ Ｐゴシック"/>
              </a:rPr>
              <a:t>特許発明の</a:t>
            </a:r>
            <a:r>
              <a:rPr b="1" lang="ja-JP" sz="1600" strike="noStrike" u="none">
                <a:solidFill>
                  <a:srgbClr val="333399"/>
                </a:solidFill>
                <a:effectLst/>
                <a:uFillTx/>
                <a:latin typeface="ＭＳ Ｐゴシック"/>
                <a:ea typeface="ＭＳ Ｐゴシック"/>
              </a:rPr>
              <a:t>実施</a:t>
            </a:r>
            <a:r>
              <a:rPr b="0" lang="ja-JP" sz="1600" strike="noStrike" u="none">
                <a:solidFill>
                  <a:srgbClr val="000000"/>
                </a:solidFill>
                <a:effectLst/>
                <a:uFillTx/>
                <a:latin typeface="ＭＳ Ｐゴシック"/>
                <a:ea typeface="ＭＳ Ｐゴシック"/>
              </a:rPr>
              <a:t>をする権利を</a:t>
            </a:r>
            <a:r>
              <a:rPr b="1" lang="ja-JP" sz="1600" strike="noStrike" u="none">
                <a:solidFill>
                  <a:srgbClr val="333399"/>
                </a:solidFill>
                <a:effectLst/>
                <a:uFillTx/>
                <a:latin typeface="ＭＳ Ｐゴシック"/>
                <a:ea typeface="ＭＳ Ｐゴシック"/>
              </a:rPr>
              <a:t>専有</a:t>
            </a:r>
            <a:r>
              <a:rPr b="0" lang="ja-JP" sz="1600" strike="noStrike" u="none">
                <a:solidFill>
                  <a:srgbClr val="000000"/>
                </a:solidFill>
                <a:effectLst/>
                <a:uFillTx/>
                <a:latin typeface="ＭＳ Ｐゴシック"/>
                <a:ea typeface="ＭＳ Ｐゴシック"/>
              </a:rPr>
              <a:t>する」（６８条）</a:t>
            </a:r>
            <a:endParaRPr b="0" lang="en-US" sz="1600" strike="noStrike" u="none">
              <a:solidFill>
                <a:srgbClr val="000000"/>
              </a:solidFill>
              <a:effectLst/>
              <a:uFillTx/>
              <a:latin typeface="Arial"/>
            </a:endParaRPr>
          </a:p>
          <a:p>
            <a:pPr>
              <a:lnSpc>
                <a:spcPct val="100000"/>
              </a:lnSpc>
            </a:pPr>
            <a:r>
              <a:rPr b="0" lang="ja-JP" sz="1600" strike="noStrike" u="none">
                <a:solidFill>
                  <a:srgbClr val="000000"/>
                </a:solidFill>
                <a:effectLst/>
                <a:uFillTx/>
                <a:latin typeface="ＭＳ Ｐゴシック"/>
                <a:ea typeface="ＭＳ Ｐゴシック"/>
              </a:rPr>
              <a:t>　特許権者自身による実施のみならず、実施許諾した者を通じて特許発明を実施することも積極的効力といえる。</a:t>
            </a:r>
            <a:endParaRPr b="0" lang="en-US" sz="1600" strike="noStrike" u="none">
              <a:solidFill>
                <a:srgbClr val="000000"/>
              </a:solidFill>
              <a:effectLst/>
              <a:uFillTx/>
              <a:latin typeface="Arial"/>
            </a:endParaRPr>
          </a:p>
        </p:txBody>
      </p:sp>
      <p:sp>
        <p:nvSpPr>
          <p:cNvPr id="527" name="AutoShape 10"/>
          <p:cNvSpPr/>
          <p:nvPr/>
        </p:nvSpPr>
        <p:spPr>
          <a:xfrm>
            <a:off x="1522440" y="3200400"/>
            <a:ext cx="1879200" cy="1028520"/>
          </a:xfrm>
          <a:prstGeom prst="roundRect">
            <a:avLst>
              <a:gd name="adj" fmla="val 16667"/>
            </a:avLst>
          </a:prstGeom>
          <a:gradFill rotWithShape="0">
            <a:gsLst>
              <a:gs pos="0">
                <a:srgbClr val="ffffff"/>
              </a:gs>
              <a:gs pos="100000">
                <a:srgbClr val="ff9900"/>
              </a:gs>
            </a:gsLst>
            <a:path path="rect">
              <a:fillToRect l="50000" t="50000" r="50000" b="50000"/>
            </a:path>
          </a:gradFill>
          <a:ln w="9525">
            <a:solidFill>
              <a:srgbClr val="000000"/>
            </a:solidFill>
            <a:round/>
          </a:ln>
        </p:spPr>
        <p:style>
          <a:lnRef idx="0"/>
          <a:fillRef idx="0"/>
          <a:effectRef idx="0"/>
          <a:fontRef idx="minor"/>
        </p:style>
        <p:txBody>
          <a:bodyPr wrap="none" lIns="90000" rIns="90000" tIns="45000" bIns="45000" anchor="ctr">
            <a:noAutofit/>
          </a:bodyPr>
          <a:p>
            <a:pPr algn="ctr">
              <a:lnSpc>
                <a:spcPct val="100000"/>
              </a:lnSpc>
            </a:pPr>
            <a:r>
              <a:rPr b="0" lang="ja-JP" sz="2000" strike="noStrike" u="none">
                <a:solidFill>
                  <a:srgbClr val="000000"/>
                </a:solidFill>
                <a:effectLst/>
                <a:uFillTx/>
                <a:latin typeface="ＭＳ Ｐゴシック"/>
                <a:ea typeface="ＭＳ Ｐゴシック"/>
              </a:rPr>
              <a:t>独占的に実施</a:t>
            </a:r>
            <a:endParaRPr b="0" lang="en-US" sz="2000" strike="noStrike" u="none">
              <a:solidFill>
                <a:srgbClr val="000000"/>
              </a:solidFill>
              <a:effectLst/>
              <a:uFillTx/>
              <a:latin typeface="Arial"/>
            </a:endParaRPr>
          </a:p>
        </p:txBody>
      </p:sp>
      <p:sp>
        <p:nvSpPr>
          <p:cNvPr id="528" name="AutoShape 11"/>
          <p:cNvSpPr/>
          <p:nvPr/>
        </p:nvSpPr>
        <p:spPr>
          <a:xfrm>
            <a:off x="5891040" y="3162240"/>
            <a:ext cx="1879200" cy="1028520"/>
          </a:xfrm>
          <a:prstGeom prst="roundRect">
            <a:avLst>
              <a:gd name="adj" fmla="val 16667"/>
            </a:avLst>
          </a:prstGeom>
          <a:solidFill>
            <a:srgbClr val="ffffff"/>
          </a:solidFill>
          <a:ln w="9525">
            <a:solidFill>
              <a:srgbClr val="000000"/>
            </a:solidFill>
            <a:round/>
          </a:ln>
        </p:spPr>
        <p:style>
          <a:lnRef idx="0"/>
          <a:fillRef idx="0"/>
          <a:effectRef idx="0"/>
          <a:fontRef idx="minor"/>
        </p:style>
        <p:txBody>
          <a:bodyPr wrap="none" lIns="90000" rIns="90000" tIns="45000" bIns="45000" anchor="ctr">
            <a:noAutofit/>
          </a:bodyPr>
          <a:p>
            <a:pPr algn="ctr">
              <a:lnSpc>
                <a:spcPct val="100000"/>
              </a:lnSpc>
            </a:pPr>
            <a:r>
              <a:rPr b="0" lang="ja-JP" sz="2000" strike="noStrike" u="none">
                <a:solidFill>
                  <a:srgbClr val="000000"/>
                </a:solidFill>
                <a:effectLst/>
                <a:uFillTx/>
                <a:latin typeface="ＭＳ Ｐゴシック"/>
                <a:ea typeface="ＭＳ Ｐゴシック"/>
              </a:rPr>
              <a:t>他者を排除</a:t>
            </a:r>
            <a:endParaRPr b="0" lang="en-US" sz="2000" strike="noStrike" u="none">
              <a:solidFill>
                <a:srgbClr val="000000"/>
              </a:solidFill>
              <a:effectLst/>
              <a:uFillTx/>
              <a:latin typeface="Arial"/>
            </a:endParaRPr>
          </a:p>
        </p:txBody>
      </p:sp>
      <p:sp>
        <p:nvSpPr>
          <p:cNvPr id="529" name="AutoShape 12"/>
          <p:cNvSpPr/>
          <p:nvPr/>
        </p:nvSpPr>
        <p:spPr>
          <a:xfrm>
            <a:off x="3427560" y="3556080"/>
            <a:ext cx="2463480" cy="491760"/>
          </a:xfrm>
          <a:prstGeom prst="leftRightArrowCallout">
            <a:avLst>
              <a:gd name="adj1" fmla="val 25000"/>
              <a:gd name="adj2" fmla="val 25000"/>
              <a:gd name="adj3" fmla="val 73613"/>
              <a:gd name="adj4" fmla="val 50000"/>
            </a:avLst>
          </a:prstGeom>
          <a:noFill/>
          <a:ln w="38100">
            <a:solidFill>
              <a:srgbClr val="00ffff"/>
            </a:solidFill>
            <a:miter/>
          </a:ln>
        </p:spPr>
        <p:style>
          <a:lnRef idx="0"/>
          <a:fillRef idx="0"/>
          <a:effectRef idx="0"/>
          <a:fontRef idx="minor"/>
        </p:style>
        <p:txBody>
          <a:bodyPr lIns="90000" rIns="90000" tIns="45000" bIns="45000" anchor="ctr">
            <a:noAutofit/>
          </a:bodyPr>
          <a:p>
            <a:pPr algn="ctr">
              <a:lnSpc>
                <a:spcPct val="100000"/>
              </a:lnSpc>
            </a:pPr>
            <a:r>
              <a:rPr b="0" lang="ja-JP" sz="1300" strike="noStrike" u="none">
                <a:solidFill>
                  <a:srgbClr val="000000"/>
                </a:solidFill>
                <a:effectLst/>
                <a:uFillTx/>
                <a:latin typeface="ＭＳ Ｐゴシック"/>
                <a:ea typeface="ＭＳ Ｐゴシック"/>
              </a:rPr>
              <a:t>特許権の範囲</a:t>
            </a:r>
            <a:endParaRPr b="0" lang="en-US" sz="1300" strike="noStrike" u="none">
              <a:solidFill>
                <a:srgbClr val="000000"/>
              </a:solidFill>
              <a:effectLst/>
              <a:uFillTx/>
              <a:latin typeface="Arial"/>
            </a:endParaRPr>
          </a:p>
        </p:txBody>
      </p:sp>
      <p:sp>
        <p:nvSpPr>
          <p:cNvPr id="530" name="テキスト ボックス 17"/>
          <p:cNvSpPr/>
          <p:nvPr/>
        </p:nvSpPr>
        <p:spPr>
          <a:xfrm>
            <a:off x="536400" y="5551560"/>
            <a:ext cx="8508600" cy="4600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2400" strike="noStrike" u="none">
                <a:solidFill>
                  <a:srgbClr val="000000"/>
                </a:solidFill>
                <a:effectLst/>
                <a:uFillTx/>
                <a:latin typeface="ＭＳ Ｐゴシック"/>
                <a:ea typeface="ＭＳ Ｐゴシック"/>
              </a:rPr>
              <a:t>②特許権の保護期間および発生・消滅</a:t>
            </a:r>
            <a:endParaRPr b="0" lang="en-US" sz="2400" strike="noStrike" u="none">
              <a:solidFill>
                <a:srgbClr val="000000"/>
              </a:solidFill>
              <a:effectLst/>
              <a:uFillTx/>
              <a:latin typeface="Arial"/>
            </a:endParaRPr>
          </a:p>
        </p:txBody>
      </p:sp>
      <p:sp>
        <p:nvSpPr>
          <p:cNvPr id="531" name="テキスト ボックス 18"/>
          <p:cNvSpPr/>
          <p:nvPr/>
        </p:nvSpPr>
        <p:spPr>
          <a:xfrm>
            <a:off x="536400" y="1166760"/>
            <a:ext cx="8508600" cy="4615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en-US" sz="2400" strike="noStrike" u="none">
                <a:solidFill>
                  <a:srgbClr val="000000"/>
                </a:solidFill>
                <a:effectLst/>
                <a:uFillTx/>
                <a:latin typeface="ＭＳ Ｐゴシック"/>
                <a:ea typeface="ＭＳ Ｐゴシック"/>
              </a:rPr>
              <a:t>①積極的効力と消極的効力</a:t>
            </a:r>
            <a:endParaRPr b="0" lang="en-US" sz="2400" strike="noStrike" u="none">
              <a:solidFill>
                <a:srgbClr val="000000"/>
              </a:solidFill>
              <a:effectLst/>
              <a:uFillTx/>
              <a:latin typeface="Arial"/>
            </a:endParaRPr>
          </a:p>
        </p:txBody>
      </p:sp>
      <p:sp>
        <p:nvSpPr>
          <p:cNvPr id="532" name="Rectangle 9"/>
          <p:cNvSpPr/>
          <p:nvPr/>
        </p:nvSpPr>
        <p:spPr>
          <a:xfrm>
            <a:off x="536400" y="6012000"/>
            <a:ext cx="9240480" cy="83160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r>
              <a:rPr b="0" lang="ja-JP" sz="1600" strike="noStrike" u="none">
                <a:solidFill>
                  <a:srgbClr val="000000"/>
                </a:solidFill>
                <a:effectLst/>
                <a:uFillTx/>
                <a:latin typeface="ＭＳ Ｐゴシック"/>
                <a:ea typeface="ＭＳ Ｐゴシック"/>
              </a:rPr>
              <a:t>「産業の発展」に必要かつ適切な期間に限って保護される。→　出願から２０年</a:t>
            </a:r>
            <a:endParaRPr b="0" lang="en-US" sz="1600" strike="noStrike" u="none">
              <a:solidFill>
                <a:srgbClr val="000000"/>
              </a:solidFill>
              <a:effectLst/>
              <a:uFillTx/>
              <a:latin typeface="Arial"/>
            </a:endParaRPr>
          </a:p>
          <a:p>
            <a:pPr>
              <a:lnSpc>
                <a:spcPct val="100000"/>
              </a:lnSpc>
            </a:pPr>
            <a:r>
              <a:rPr b="0" lang="ja-JP" sz="1600" strike="noStrike" u="none">
                <a:solidFill>
                  <a:srgbClr val="000000"/>
                </a:solidFill>
                <a:effectLst/>
                <a:uFillTx/>
                <a:latin typeface="ＭＳ Ｐゴシック"/>
                <a:ea typeface="ＭＳ Ｐゴシック"/>
              </a:rPr>
              <a:t>権利の発生は、設定登録の日　　　　　　　　　　　　　　　　　　　　（特許権の存続期間の延長制度利用の場合　</a:t>
            </a:r>
            <a:endParaRPr b="0" lang="en-US" sz="1600" strike="noStrike" u="none">
              <a:solidFill>
                <a:srgbClr val="000000"/>
              </a:solidFill>
              <a:effectLst/>
              <a:uFillTx/>
              <a:latin typeface="Arial"/>
            </a:endParaRPr>
          </a:p>
          <a:p>
            <a:pPr>
              <a:lnSpc>
                <a:spcPct val="100000"/>
              </a:lnSpc>
            </a:pPr>
            <a:r>
              <a:rPr b="0" lang="ja-JP" sz="1600" strike="noStrike" u="none">
                <a:solidFill>
                  <a:srgbClr val="000000"/>
                </a:solidFill>
                <a:effectLst/>
                <a:uFillTx/>
                <a:latin typeface="ＭＳ Ｐゴシック"/>
                <a:ea typeface="ＭＳ Ｐゴシック"/>
              </a:rPr>
              <a:t>　　　　　　　　　　　　　　　　　　　　　　　　　　　　　　　　　　　　　　　　最大</a:t>
            </a:r>
            <a:r>
              <a:rPr b="0" lang="en-US" sz="1600" strike="noStrike" u="none">
                <a:solidFill>
                  <a:srgbClr val="000000"/>
                </a:solidFill>
                <a:effectLst/>
                <a:uFillTx/>
                <a:latin typeface="ＭＳ Ｐゴシック"/>
                <a:ea typeface="ＭＳ Ｐゴシック"/>
              </a:rPr>
              <a:t>25</a:t>
            </a:r>
            <a:r>
              <a:rPr b="0" lang="ja-JP" sz="1600" strike="noStrike" u="none">
                <a:solidFill>
                  <a:srgbClr val="000000"/>
                </a:solidFill>
                <a:effectLst/>
                <a:uFillTx/>
                <a:latin typeface="ＭＳ Ｐゴシック"/>
                <a:ea typeface="ＭＳ Ｐゴシック"/>
              </a:rPr>
              <a:t>年まで可能）</a:t>
            </a:r>
            <a:endParaRPr b="0" lang="en-US" sz="1600" strike="noStrike" u="none">
              <a:solidFill>
                <a:srgbClr val="000000"/>
              </a:solidFill>
              <a:effectLst/>
              <a:uFillTx/>
              <a:latin typeface="Arial"/>
            </a:endParaRPr>
          </a:p>
        </p:txBody>
      </p:sp>
      <p:sp>
        <p:nvSpPr>
          <p:cNvPr id="533" name="PlaceHolder 1"/>
          <p:cNvSpPr>
            <a:spLocks noGrp="1"/>
          </p:cNvSpPr>
          <p:nvPr>
            <p:ph type="sldNum" idx="141"/>
          </p:nvPr>
        </p:nvSpPr>
        <p:spPr>
          <a:xfrm>
            <a:off x="9328320" y="6597720"/>
            <a:ext cx="577440" cy="244080"/>
          </a:xfrm>
          <a:prstGeom prst="rect">
            <a:avLst/>
          </a:prstGeom>
          <a:noFill/>
          <a:ln w="0">
            <a:noFill/>
          </a:ln>
        </p:spPr>
        <p:txBody>
          <a:bodyPr numCol="1" spcCol="0" lIns="91440" rIns="91440" tIns="45720" bIns="45720" anchor="ctr">
            <a:normAutofit fontScale="70000" lnSpcReduction="19999"/>
          </a:bodyPr>
          <a:lstStyle>
            <a:lvl1pPr indent="0" algn="ctr">
              <a:lnSpc>
                <a:spcPct val="100000"/>
              </a:lnSpc>
              <a:buNone/>
              <a:defRPr b="1" lang="en-US" sz="1400" strike="noStrike" u="none">
                <a:solidFill>
                  <a:srgbClr val="000000"/>
                </a:solidFill>
                <a:effectLst/>
                <a:uFillTx/>
                <a:latin typeface="Tw Cen MT"/>
                <a:ea typeface="ＭＳ Ｐゴシック"/>
              </a:defRPr>
            </a:lvl1pPr>
          </a:lstStyle>
          <a:p>
            <a:pPr indent="0" algn="ctr">
              <a:lnSpc>
                <a:spcPct val="100000"/>
              </a:lnSpc>
              <a:buNone/>
            </a:pPr>
            <a:fld id="{0BA81456-AC3E-4F9B-BB9F-74ACA688D4CB}" type="slidenum">
              <a:rPr b="1" lang="en-US" sz="1400" strike="noStrike" u="none">
                <a:solidFill>
                  <a:srgbClr val="000000"/>
                </a:solidFill>
                <a:effectLst/>
                <a:uFillTx/>
                <a:latin typeface="Tw Cen MT"/>
                <a:ea typeface="ＭＳ Ｐゴシック"/>
              </a:rPr>
              <a:t>10</a:t>
            </a:fld>
            <a:endParaRPr b="0" lang="en-US" sz="1400" strike="noStrike" u="none">
              <a:solidFill>
                <a:srgbClr val="000000"/>
              </a:solidFill>
              <a:effectLst/>
              <a:uFillTx/>
              <a:latin typeface="游明朝"/>
            </a:endParaRPr>
          </a:p>
        </p:txBody>
      </p:sp>
    </p:spTree>
  </p:cSld>
  <mc:AlternateContent>
    <mc:Choice Requires="p14">
      <p:transition spd="slow" p14:dur="2000"/>
    </mc:Choice>
    <mc:Fallback>
      <p:transition spd="slow"/>
    </mc:Fallback>
  </mc:AlternateContent>
</p:sld>
</file>

<file path=ppt/theme/_rels/them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
</Relationships>
</file>

<file path=ppt/theme/_rels/theme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
</Relationships>
</file>

<file path=ppt/theme/_rels/theme3.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
</Relationships>
</file>

<file path=ppt/theme/_rels/theme4.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
</Relationships>
</file>

<file path=ppt/theme/theme1.xml><?xml version="1.0" encoding="utf-8"?>
<a:theme xmlns:a="http://schemas.openxmlformats.org/drawingml/2006/main" xmlns:r="http://schemas.openxmlformats.org/officeDocument/2006/relationships" name="10_木村　テンプレート">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10_木村　テンプレート">
      <a:majorFont>
        <a:latin typeface=""/>
        <a:ea typeface=""/>
        <a:cs typeface=""/>
      </a:majorFont>
      <a:minorFont>
        <a:latin typeface=""/>
        <a:ea typeface=""/>
        <a:cs typeface=""/>
      </a:minorFont>
    </a:fontScheme>
    <a:fmtScheme>
      <a:fillStyleLst>
        <a:solidFill>
          <a:schemeClr val="phClr"/>
        </a:solidFill>
        <a:solidFill>
          <a:schemeClr val="phClr">
            <a:tint val="50000"/>
          </a:schemeClr>
        </a:solidFill>
        <a:solidFill>
          <a:schemeClr val="phClr"/>
        </a:solidFill>
      </a:fillStyleLst>
      <a:lnStyleLst>
        <a:ln w="10000" cap="flat" cmpd="sng" algn="ctr">
          <a:prstDash val="solid"/>
        </a:ln>
        <a:ln w="19050" cap="flat" cmpd="sng" algn="ctr">
          <a:prstDash val="solid"/>
        </a:ln>
        <a:ln w="47625" cap="flat" cmpd="dbl" algn="ctr">
          <a:prstDash val="solid"/>
        </a:ln>
      </a:lnStyleLst>
      <a:effectStyleLst>
        <a:effectStyle>
          <a:effectLst/>
        </a:effectStyle>
        <a:effectStyle>
          <a:effectLst/>
        </a:effectStyle>
        <a:effectStyle>
          <a:effectLst/>
        </a:effectStyle>
      </a:effectStyleLst>
      <a:bgFillStyleLst>
        <a:solidFill>
          <a:schemeClr val="phClr"/>
        </a:solidFill>
        <a:blipFill rotWithShape="0">
          <a:blip r:embed="rId1"/>
          <a:srcRect l="0" t="0" r="0" b="0"/>
          <a:tile tx="0" ty="0" sx="100000" sy="100000" flip="none" algn="tl"/>
        </a:blipFill>
        <a:blipFill rotWithShape="0">
          <a:blip r:embed="rId2"/>
          <a:srcRect l="0" t="0" r="0" b="0"/>
          <a:tile tx="0" ty="0" sx="100000" sy="100000" flip="none" algn="tl"/>
        </a:blipFill>
      </a:bgFillStyleLst>
    </a:fmtScheme>
  </a:themeElements>
</a:theme>
</file>

<file path=ppt/theme/theme2.xml><?xml version="1.0" encoding="utf-8"?>
<a:theme xmlns:a="http://schemas.openxmlformats.org/drawingml/2006/main" xmlns:r="http://schemas.openxmlformats.org/officeDocument/2006/relationships" name="AcademicPresentation1">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solidFill>
          <a:schemeClr val="phClr">
            <a:tint val="50000"/>
          </a:schemeClr>
        </a:solidFill>
        <a:solidFill>
          <a:schemeClr val="phClr"/>
        </a:solidFill>
      </a:fillStyleLst>
      <a:lnStyleLst>
        <a:ln w="10000" cap="flat" cmpd="sng" algn="ctr">
          <a:prstDash val="solid"/>
        </a:ln>
        <a:ln w="19050" cap="flat" cmpd="sng" algn="ctr">
          <a:prstDash val="solid"/>
        </a:ln>
        <a:ln w="47625" cap="flat" cmpd="dbl" algn="ctr">
          <a:prstDash val="solid"/>
        </a:ln>
      </a:lnStyleLst>
      <a:effectStyleLst>
        <a:effectStyle>
          <a:effectLst/>
        </a:effectStyle>
        <a:effectStyle>
          <a:effectLst/>
        </a:effectStyle>
        <a:effectStyle>
          <a:effectLst/>
        </a:effectStyle>
      </a:effectStyleLst>
      <a:bgFillStyleLst>
        <a:solidFill>
          <a:schemeClr val="phClr"/>
        </a:solidFill>
        <a:blipFill rotWithShape="0">
          <a:blip r:embed="rId1"/>
          <a:srcRect l="0" t="0" r="0" b="0"/>
          <a:tile tx="0" ty="0" sx="100000" sy="100000" flip="none" algn="tl"/>
        </a:blipFill>
        <a:blipFill rotWithShape="0">
          <a:blip r:embed="rId2"/>
          <a:srcRect l="0" t="0" r="0" b="0"/>
          <a:tile tx="0" ty="0" sx="100000" sy="100000" flip="none" algn="tl"/>
        </a:blipFill>
      </a:bgFillStyleLst>
    </a:fmtScheme>
  </a:themeElements>
</a:theme>
</file>

<file path=ppt/theme/theme3.xml><?xml version="1.0" encoding="utf-8"?>
<a:theme xmlns:a="http://schemas.openxmlformats.org/drawingml/2006/main" xmlns:r="http://schemas.openxmlformats.org/officeDocument/2006/relationships" name="1_AcademicPresentation1">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solidFill>
          <a:schemeClr val="phClr">
            <a:tint val="50000"/>
          </a:schemeClr>
        </a:solidFill>
        <a:solidFill>
          <a:schemeClr val="phClr"/>
        </a:solidFill>
      </a:fillStyleLst>
      <a:lnStyleLst>
        <a:ln w="10000" cap="flat" cmpd="sng" algn="ctr">
          <a:prstDash val="solid"/>
        </a:ln>
        <a:ln w="19050" cap="flat" cmpd="sng" algn="ctr">
          <a:prstDash val="solid"/>
        </a:ln>
        <a:ln w="47625" cap="flat" cmpd="dbl" algn="ctr">
          <a:prstDash val="solid"/>
        </a:ln>
      </a:lnStyleLst>
      <a:effectStyleLst>
        <a:effectStyle>
          <a:effectLst/>
        </a:effectStyle>
        <a:effectStyle>
          <a:effectLst/>
        </a:effectStyle>
        <a:effectStyle>
          <a:effectLst/>
        </a:effectStyle>
      </a:effectStyleLst>
      <a:bgFillStyleLst>
        <a:solidFill>
          <a:schemeClr val="phClr"/>
        </a:solidFill>
        <a:blipFill rotWithShape="0">
          <a:blip r:embed="rId1"/>
          <a:srcRect l="0" t="0" r="0" b="0"/>
          <a:tile tx="0" ty="0" sx="100000" sy="100000" flip="none" algn="tl"/>
        </a:blipFill>
        <a:blipFill rotWithShape="0">
          <a:blip r:embed="rId2"/>
          <a:srcRect l="0" t="0" r="0" b="0"/>
          <a:tile tx="0" ty="0" sx="100000" sy="100000" flip="none" algn="tl"/>
        </a:blipFill>
      </a:bgFillStyleLst>
    </a:fmtScheme>
  </a:themeElements>
</a:theme>
</file>

<file path=ppt/theme/theme4.xml><?xml version="1.0" encoding="utf-8"?>
<a:theme xmlns:a="http://schemas.openxmlformats.org/drawingml/2006/main" xmlns:r="http://schemas.openxmlformats.org/officeDocument/2006/relationships" name="木村　テンプレート">
  <a:themeElements>
    <a:clrScheme name="Solstice">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solidFill>
          <a:schemeClr val="phClr">
            <a:tint val="50000"/>
          </a:schemeClr>
        </a:solidFill>
        <a:solidFill>
          <a:schemeClr val="phClr"/>
        </a:solidFill>
      </a:fillStyleLst>
      <a:lnStyleLst>
        <a:ln w="10000" cap="flat" cmpd="sng" algn="ctr">
          <a:prstDash val="solid"/>
        </a:ln>
        <a:ln w="19050" cap="flat" cmpd="sng" algn="ctr">
          <a:prstDash val="solid"/>
        </a:ln>
        <a:ln w="47625" cap="flat" cmpd="dbl" algn="ctr">
          <a:prstDash val="solid"/>
        </a:ln>
      </a:lnStyleLst>
      <a:effectStyleLst>
        <a:effectStyle>
          <a:effectLst/>
        </a:effectStyle>
        <a:effectStyle>
          <a:effectLst/>
        </a:effectStyle>
        <a:effectStyle>
          <a:effectLst/>
        </a:effectStyle>
      </a:effectStyleLst>
      <a:bgFillStyleLst>
        <a:solidFill>
          <a:schemeClr val="phClr"/>
        </a:solidFill>
        <a:blipFill rotWithShape="0">
          <a:blip r:embed="rId1"/>
          <a:srcRect l="0" t="0" r="0" b="0"/>
          <a:tile tx="0" ty="0" sx="100000" sy="100000" flip="none" algn="tl"/>
        </a:blipFill>
        <a:blipFill rotWithShape="0">
          <a:blip r:embed="rId2"/>
          <a:srcRect l="0" t="0" r="0" b="0"/>
          <a:tile tx="0" ty="0" sx="100000" sy="100000" flip="none" algn="tl"/>
        </a:blipFill>
      </a:bgFillStyleLst>
    </a:fmtScheme>
  </a:themeElements>
</a:theme>
</file>

<file path=ppt/theme/theme45.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木村　テンプレート</Template>
  <TotalTime>136</TotalTime>
  <Application>LibreOffice/25.2.6.2$Windows_X86_64 LibreOffice_project/729c5bfe710f5eb71ed3bbde9e06a6065e9c6c5d</Application>
  <AppVersion>15.0000</AppVersion>
  <Words>11834</Words>
  <Paragraphs>798</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2012-08-22T07:48:13Z</dcterms:created>
  <dc:creator/>
  <dc:description/>
  <dc:language>ja-JP</dc:language>
  <cp:lastModifiedBy/>
  <dcterms:modified xsi:type="dcterms:W3CDTF">2025-11-03T14:17:14Z</dcterms:modified>
  <cp:revision>124</cp:revision>
  <dc:subject/>
  <dc:title>プレゼンテーションのタイトル プレゼンテーションのサブタイトル</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36</vt:i4>
  </property>
  <property fmtid="{D5CDD505-2E9C-101B-9397-08002B2CF9AE}" pid="3" name="PresentationFormat">
    <vt:lpwstr>A4 210 x 297 mm</vt:lpwstr>
  </property>
  <property fmtid="{D5CDD505-2E9C-101B-9397-08002B2CF9AE}" pid="4" name="Slides">
    <vt:i4>36</vt:i4>
  </property>
  <property fmtid="{D5CDD505-2E9C-101B-9397-08002B2CF9AE}" pid="5" name="_TemplateID">
    <vt:lpwstr>TC101671251041</vt:lpwstr>
  </property>
</Properties>
</file>