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1.xml" ContentType="application/xml"/>
  <Override PartName="/customXml/itemProps1.xml" ContentType="application/vnd.openxmlformats-officedocument.customXmlProperties+xml"/>
  <Override PartName="/customXml/item2.xml" ContentType="application/xml"/>
  <Override PartName="/customXml/_rels/item1.xml.rels" ContentType="application/vnd.openxmlformats-package.relationships+xml"/>
  <Override PartName="/customXml/_rels/item2.xml.rels" ContentType="application/vnd.openxmlformats-package.relationships+xml"/>
  <Override PartName="/customXml/_rels/item3.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_rels/notesSlide9.xml.rels" ContentType="application/vnd.openxmlformats-package.relationships+xml"/>
  <Override PartName="/ppt/notesSlides/_rels/notesSlide1.xml.rels" ContentType="application/vnd.openxmlformats-package.relationships+xml"/>
  <Override PartName="/ppt/notesSlides/_rels/notesSlide6.xml.rels" ContentType="application/vnd.openxmlformats-package.relationships+xml"/>
  <Override PartName="/ppt/notesSlides/_rels/notesSlide10.xml.rels" ContentType="application/vnd.openxmlformats-package.relationships+xml"/>
  <Override PartName="/ppt/notesSlides/_rels/notesSlide8.xml.rels" ContentType="application/vnd.openxmlformats-package.relationships+xml"/>
  <Override PartName="/ppt/notesSlides/_rels/notesSlide11.xml.rels" ContentType="application/vnd.openxmlformats-package.relationship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media/image1.png" ContentType="image/png"/>
  <Override PartName="/ppt/media/image13.png" ContentType="image/png"/>
  <Override PartName="/ppt/media/image6.svg" ContentType="image/svg"/>
  <Override PartName="/ppt/media/image2.svg" ContentType="image/svg"/>
  <Override PartName="/ppt/media/image5.png" ContentType="image/png"/>
  <Override PartName="/ppt/media/image3.png" ContentType="image/png"/>
  <Override PartName="/ppt/media/image17.jpeg" ContentType="image/jpeg"/>
  <Override PartName="/ppt/media/image15.png" ContentType="image/png"/>
  <Override PartName="/ppt/media/image8.svg" ContentType="image/svg"/>
  <Override PartName="/ppt/media/image7.png" ContentType="image/png"/>
  <Override PartName="/ppt/media/image4.svg" ContentType="image/svg"/>
  <Override PartName="/ppt/media/image11.png" ContentType="image/png"/>
  <Override PartName="/ppt/media/image9.png" ContentType="image/png"/>
  <Override PartName="/ppt/media/image10.svg" ContentType="image/svg"/>
  <Override PartName="/ppt/media/image12.svg" ContentType="image/svg"/>
  <Override PartName="/ppt/media/image14.svg" ContentType="image/svg"/>
  <Override PartName="/ppt/media/image19.jpeg" ContentType="image/jpeg"/>
  <Override PartName="/ppt/media/image16.svg" ContentType="image/svg"/>
  <Override PartName="/ppt/media/image24.png" ContentType="image/png"/>
  <Override PartName="/ppt/media/image18.jpeg" ContentType="image/jpeg"/>
  <Override PartName="/ppt/media/image20.jpeg" ContentType="image/jpeg"/>
  <Override PartName="/ppt/media/image21.jpeg" ContentType="image/jpeg"/>
  <Override PartName="/ppt/media/image22.jpeg" ContentType="image/jpeg"/>
  <Override PartName="/ppt/media/image23.jpeg" ContentType="image/jpeg"/>
  <Override PartName="/ppt/media/image25.png" ContentType="image/png"/>
  <Override PartName="/ppt/media/image26.svg" ContentType="image/svg"/>
  <Override PartName="/ppt/media/image27.png" ContentType="image/png"/>
  <Override PartName="/ppt/media/image28.svg" ContentType="image/svg"/>
  <Override PartName="/ppt/media/image29.png" ContentType="image/png"/>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9906000" cy="6858000"/>
  <p:notesSz cx="6807200" cy="9939338"/>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0.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6"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ja-JP" sz="1800" strike="noStrike" u="none">
                <a:solidFill>
                  <a:schemeClr val="dk1"/>
                </a:solidFill>
                <a:effectLst/>
                <a:uFillTx/>
                <a:latin typeface="Meiryo UI"/>
              </a:rPr>
              <a:t>クリックしてスライドを移動</a:t>
            </a:r>
            <a:endParaRPr b="0" lang="en-US" sz="1800" strike="noStrike" u="none">
              <a:solidFill>
                <a:schemeClr val="dk1"/>
              </a:solidFill>
              <a:effectLst/>
              <a:uFillTx/>
              <a:latin typeface="Meiryo UI"/>
            </a:endParaRPr>
          </a:p>
        </p:txBody>
      </p:sp>
      <p:sp>
        <p:nvSpPr>
          <p:cNvPr id="1527"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ja-JP" sz="2000" strike="noStrike" u="none">
                <a:solidFill>
                  <a:srgbClr val="000000"/>
                </a:solidFill>
                <a:effectLst/>
                <a:uFillTx/>
                <a:latin typeface="Arial"/>
              </a:rPr>
              <a:t>クリックしてノートの書式を編集</a:t>
            </a:r>
            <a:endParaRPr b="0" lang="en-US" sz="2000" strike="noStrike" u="none">
              <a:solidFill>
                <a:srgbClr val="000000"/>
              </a:solidFill>
              <a:effectLst/>
              <a:uFillTx/>
              <a:latin typeface="Arial"/>
            </a:endParaRPr>
          </a:p>
        </p:txBody>
      </p:sp>
      <p:sp>
        <p:nvSpPr>
          <p:cNvPr id="1528"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游明朝"/>
              </a:rPr>
              <a:t>&lt;ヘッダー&gt;</a:t>
            </a:r>
            <a:endParaRPr b="0" lang="en-US" sz="1400" strike="noStrike" u="none">
              <a:solidFill>
                <a:srgbClr val="000000"/>
              </a:solidFill>
              <a:effectLst/>
              <a:uFillTx/>
              <a:latin typeface="游明朝"/>
            </a:endParaRPr>
          </a:p>
        </p:txBody>
      </p:sp>
      <p:sp>
        <p:nvSpPr>
          <p:cNvPr id="1529"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游明朝"/>
              </a:defRPr>
            </a:lvl1pPr>
          </a:lstStyle>
          <a:p>
            <a:pPr indent="0" algn="r">
              <a:buNone/>
            </a:pPr>
            <a:r>
              <a:rPr b="0" lang="en-US" sz="1400" strike="noStrike" u="none">
                <a:solidFill>
                  <a:srgbClr val="000000"/>
                </a:solidFill>
                <a:effectLst/>
                <a:uFillTx/>
                <a:latin typeface="游明朝"/>
              </a:rPr>
              <a:t>&lt;日付/時刻&gt;</a:t>
            </a:r>
            <a:endParaRPr b="0" lang="en-US" sz="1400" strike="noStrike" u="none">
              <a:solidFill>
                <a:srgbClr val="000000"/>
              </a:solidFill>
              <a:effectLst/>
              <a:uFillTx/>
              <a:latin typeface="游明朝"/>
            </a:endParaRPr>
          </a:p>
        </p:txBody>
      </p:sp>
      <p:sp>
        <p:nvSpPr>
          <p:cNvPr id="1530"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游明朝"/>
              </a:defRPr>
            </a:lvl1pPr>
          </a:lstStyle>
          <a:p>
            <a:pPr indent="0">
              <a:buNone/>
            </a:pPr>
            <a:r>
              <a:rPr b="0" lang="en-US" sz="1400" strike="noStrike" u="none">
                <a:solidFill>
                  <a:srgbClr val="000000"/>
                </a:solidFill>
                <a:effectLst/>
                <a:uFillTx/>
                <a:latin typeface="游明朝"/>
              </a:rPr>
              <a:t>&lt;フッター&gt;</a:t>
            </a:r>
            <a:endParaRPr b="0" lang="en-US" sz="1400" strike="noStrike" u="none">
              <a:solidFill>
                <a:srgbClr val="000000"/>
              </a:solidFill>
              <a:effectLst/>
              <a:uFillTx/>
              <a:latin typeface="游明朝"/>
            </a:endParaRPr>
          </a:p>
        </p:txBody>
      </p:sp>
      <p:sp>
        <p:nvSpPr>
          <p:cNvPr id="1531"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游明朝"/>
              </a:defRPr>
            </a:lvl1pPr>
          </a:lstStyle>
          <a:p>
            <a:pPr indent="0" algn="r">
              <a:buNone/>
            </a:pPr>
            <a:fld id="{079B506E-C05C-41BB-9299-68E15FA6FD32}" type="slidenum">
              <a:rPr b="0" lang="en-US" sz="1400" strike="noStrike" u="none">
                <a:solidFill>
                  <a:srgbClr val="000000"/>
                </a:solidFill>
                <a:effectLst/>
                <a:uFillTx/>
                <a:latin typeface="游明朝"/>
              </a:rPr>
              <a:t>&lt;番号&gt;</a:t>
            </a:fld>
            <a:endParaRPr b="0" lang="en-US" sz="1400" strike="noStrike" u="none">
              <a:solidFill>
                <a:srgbClr val="000000"/>
              </a:solidFill>
              <a:effectLst/>
              <a:uFillTx/>
              <a:latin typeface="游明朝"/>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6" name="PlaceHolder 1"/>
          <p:cNvSpPr>
            <a:spLocks noGrp="1"/>
          </p:cNvSpPr>
          <p:nvPr>
            <p:ph type="sldImg"/>
          </p:nvPr>
        </p:nvSpPr>
        <p:spPr>
          <a:xfrm>
            <a:off x="982800" y="1243080"/>
            <a:ext cx="4841640" cy="3352320"/>
          </a:xfrm>
          <a:prstGeom prst="rect">
            <a:avLst/>
          </a:prstGeom>
          <a:ln w="0">
            <a:noFill/>
          </a:ln>
        </p:spPr>
      </p:sp>
      <p:sp>
        <p:nvSpPr>
          <p:cNvPr id="1757" name="PlaceHolder 2"/>
          <p:cNvSpPr>
            <a:spLocks noGrp="1"/>
          </p:cNvSpPr>
          <p:nvPr>
            <p:ph type="body"/>
          </p:nvPr>
        </p:nvSpPr>
        <p:spPr>
          <a:xfrm>
            <a:off x="680760" y="4783320"/>
            <a:ext cx="5445360" cy="3913200"/>
          </a:xfrm>
          <a:prstGeom prst="rect">
            <a:avLst/>
          </a:prstGeom>
          <a:noFill/>
          <a:ln w="0">
            <a:noFill/>
          </a:ln>
        </p:spPr>
        <p:txBody>
          <a:bodyPr lIns="92160" rIns="92160" tIns="46080" bIns="46080" anchor="t">
            <a:noAutofit/>
          </a:bodyPr>
          <a:p>
            <a:pPr indent="0">
              <a:buNone/>
            </a:pPr>
            <a:endParaRPr b="0" lang="en-US" sz="1800" strike="noStrike" u="none">
              <a:solidFill>
                <a:srgbClr val="000000"/>
              </a:solidFill>
              <a:effectLst/>
              <a:uFillTx/>
              <a:latin typeface="Arial"/>
            </a:endParaRPr>
          </a:p>
        </p:txBody>
      </p:sp>
      <p:sp>
        <p:nvSpPr>
          <p:cNvPr id="1758" name="PlaceHolder 3"/>
          <p:cNvSpPr>
            <a:spLocks noGrp="1"/>
          </p:cNvSpPr>
          <p:nvPr>
            <p:ph type="sldNum" idx="4"/>
          </p:nvPr>
        </p:nvSpPr>
        <p:spPr>
          <a:xfrm>
            <a:off x="3855960" y="9440640"/>
            <a:ext cx="2949480" cy="498240"/>
          </a:xfrm>
          <a:prstGeom prst="rect">
            <a:avLst/>
          </a:prstGeom>
          <a:noFill/>
          <a:ln w="0">
            <a:noFill/>
          </a:ln>
        </p:spPr>
        <p:txBody>
          <a:bodyPr lIns="92160" rIns="92160" tIns="46080" bIns="46080" anchor="b">
            <a:noAutofit/>
          </a:bodyPr>
          <a:lstStyle>
            <a:lvl1pPr indent="0" algn="r">
              <a:lnSpc>
                <a:spcPct val="100000"/>
              </a:lnSpc>
              <a:buNone/>
              <a:defRPr b="0" lang="en-US" sz="1200" strike="noStrike" u="none">
                <a:solidFill>
                  <a:srgbClr val="000000"/>
                </a:solidFill>
                <a:effectLst/>
                <a:uFillTx/>
                <a:latin typeface="游明朝"/>
              </a:defRPr>
            </a:lvl1pPr>
          </a:lstStyle>
          <a:p>
            <a:pPr indent="0" algn="r">
              <a:lnSpc>
                <a:spcPct val="100000"/>
              </a:lnSpc>
              <a:buNone/>
            </a:pPr>
            <a:fld id="{A4E769F2-8DF9-47C7-9E8C-3219680CF937}" type="slidenum">
              <a:rPr b="0" lang="en-US" sz="1200" strike="noStrike" u="none">
                <a:solidFill>
                  <a:srgbClr val="000000"/>
                </a:solidFill>
                <a:effectLst/>
                <a:uFillTx/>
                <a:latin typeface="游明朝"/>
              </a:rPr>
              <a:t>&lt;番号&gt;</a:t>
            </a:fld>
            <a:endParaRPr b="0" lang="en-US" sz="1200" strike="noStrike" u="none">
              <a:solidFill>
                <a:srgbClr val="000000"/>
              </a:solidFill>
              <a:effectLst/>
              <a:uFillTx/>
              <a:latin typeface="游明朝"/>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9" name="PlaceHolder 1"/>
          <p:cNvSpPr>
            <a:spLocks noGrp="1"/>
          </p:cNvSpPr>
          <p:nvPr>
            <p:ph type="sldImg"/>
          </p:nvPr>
        </p:nvSpPr>
        <p:spPr>
          <a:xfrm>
            <a:off x="982800" y="1243080"/>
            <a:ext cx="4841640" cy="3352320"/>
          </a:xfrm>
          <a:prstGeom prst="rect">
            <a:avLst/>
          </a:prstGeom>
          <a:ln w="0">
            <a:noFill/>
          </a:ln>
        </p:spPr>
      </p:sp>
      <p:sp>
        <p:nvSpPr>
          <p:cNvPr id="1760" name="PlaceHolder 2"/>
          <p:cNvSpPr>
            <a:spLocks noGrp="1"/>
          </p:cNvSpPr>
          <p:nvPr>
            <p:ph type="body"/>
          </p:nvPr>
        </p:nvSpPr>
        <p:spPr>
          <a:xfrm>
            <a:off x="680760" y="4783320"/>
            <a:ext cx="5445360" cy="3913200"/>
          </a:xfrm>
          <a:prstGeom prst="rect">
            <a:avLst/>
          </a:prstGeom>
          <a:noFill/>
          <a:ln w="0">
            <a:noFill/>
          </a:ln>
        </p:spPr>
        <p:txBody>
          <a:bodyPr lIns="92160" rIns="92160" tIns="46080" bIns="46080" anchor="t">
            <a:noAutofit/>
          </a:bodyPr>
          <a:p>
            <a:pPr indent="0">
              <a:buNone/>
            </a:pPr>
            <a:endParaRPr b="0" lang="en-US" sz="1800" strike="noStrike" u="none">
              <a:solidFill>
                <a:srgbClr val="000000"/>
              </a:solidFill>
              <a:effectLst/>
              <a:uFillTx/>
              <a:latin typeface="Arial"/>
            </a:endParaRPr>
          </a:p>
        </p:txBody>
      </p:sp>
      <p:sp>
        <p:nvSpPr>
          <p:cNvPr id="1761" name="PlaceHolder 3"/>
          <p:cNvSpPr>
            <a:spLocks noGrp="1"/>
          </p:cNvSpPr>
          <p:nvPr>
            <p:ph type="sldNum" idx="5"/>
          </p:nvPr>
        </p:nvSpPr>
        <p:spPr>
          <a:xfrm>
            <a:off x="3855960" y="9440640"/>
            <a:ext cx="2949480" cy="498240"/>
          </a:xfrm>
          <a:prstGeom prst="rect">
            <a:avLst/>
          </a:prstGeom>
          <a:noFill/>
          <a:ln w="0">
            <a:noFill/>
          </a:ln>
        </p:spPr>
        <p:txBody>
          <a:bodyPr lIns="92160" rIns="92160" tIns="46080" bIns="46080" anchor="b">
            <a:noAutofit/>
          </a:bodyPr>
          <a:lstStyle>
            <a:lvl1pPr indent="0" algn="r">
              <a:lnSpc>
                <a:spcPct val="100000"/>
              </a:lnSpc>
              <a:buNone/>
              <a:defRPr b="0" lang="en-US" sz="1200" strike="noStrike" u="none">
                <a:solidFill>
                  <a:srgbClr val="000000"/>
                </a:solidFill>
                <a:effectLst/>
                <a:uFillTx/>
                <a:latin typeface="游明朝"/>
              </a:defRPr>
            </a:lvl1pPr>
          </a:lstStyle>
          <a:p>
            <a:pPr indent="0" algn="r">
              <a:lnSpc>
                <a:spcPct val="100000"/>
              </a:lnSpc>
              <a:buNone/>
            </a:pPr>
            <a:fld id="{AD2C0457-E6CD-4B03-924D-1EDF34507431}" type="slidenum">
              <a:rPr b="0" lang="en-US" sz="1200" strike="noStrike" u="none">
                <a:solidFill>
                  <a:srgbClr val="000000"/>
                </a:solidFill>
                <a:effectLst/>
                <a:uFillTx/>
                <a:latin typeface="游明朝"/>
              </a:rPr>
              <a:t>&lt;番号&gt;</a:t>
            </a:fld>
            <a:endParaRPr b="0" lang="en-US" sz="1200" strike="noStrike" u="none">
              <a:solidFill>
                <a:srgbClr val="000000"/>
              </a:solidFill>
              <a:effectLst/>
              <a:uFillTx/>
              <a:latin typeface="游明朝"/>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2" name="PlaceHolder 1"/>
          <p:cNvSpPr>
            <a:spLocks noGrp="1"/>
          </p:cNvSpPr>
          <p:nvPr>
            <p:ph type="sldImg"/>
          </p:nvPr>
        </p:nvSpPr>
        <p:spPr>
          <a:xfrm>
            <a:off x="982800" y="1243080"/>
            <a:ext cx="4841640" cy="3352320"/>
          </a:xfrm>
          <a:prstGeom prst="rect">
            <a:avLst/>
          </a:prstGeom>
          <a:ln w="0">
            <a:noFill/>
          </a:ln>
        </p:spPr>
      </p:sp>
      <p:sp>
        <p:nvSpPr>
          <p:cNvPr id="1763" name="PlaceHolder 2"/>
          <p:cNvSpPr>
            <a:spLocks noGrp="1"/>
          </p:cNvSpPr>
          <p:nvPr>
            <p:ph type="body"/>
          </p:nvPr>
        </p:nvSpPr>
        <p:spPr>
          <a:xfrm>
            <a:off x="680760" y="4783320"/>
            <a:ext cx="5445360" cy="3913200"/>
          </a:xfrm>
          <a:prstGeom prst="rect">
            <a:avLst/>
          </a:prstGeom>
          <a:noFill/>
          <a:ln w="0">
            <a:noFill/>
          </a:ln>
        </p:spPr>
        <p:txBody>
          <a:bodyPr lIns="92160" rIns="92160" tIns="46080" bIns="46080" anchor="t">
            <a:noAutofit/>
          </a:bodyPr>
          <a:p>
            <a:pPr indent="0">
              <a:buNone/>
            </a:pPr>
            <a:endParaRPr b="0" lang="en-US" sz="1800" strike="noStrike" u="none">
              <a:solidFill>
                <a:srgbClr val="000000"/>
              </a:solidFill>
              <a:effectLst/>
              <a:uFillTx/>
              <a:latin typeface="Arial"/>
            </a:endParaRPr>
          </a:p>
        </p:txBody>
      </p:sp>
      <p:sp>
        <p:nvSpPr>
          <p:cNvPr id="1764" name="PlaceHolder 3"/>
          <p:cNvSpPr>
            <a:spLocks noGrp="1"/>
          </p:cNvSpPr>
          <p:nvPr>
            <p:ph type="sldNum" idx="6"/>
          </p:nvPr>
        </p:nvSpPr>
        <p:spPr>
          <a:xfrm>
            <a:off x="3855960" y="9440640"/>
            <a:ext cx="2949480" cy="498240"/>
          </a:xfrm>
          <a:prstGeom prst="rect">
            <a:avLst/>
          </a:prstGeom>
          <a:noFill/>
          <a:ln w="0">
            <a:noFill/>
          </a:ln>
        </p:spPr>
        <p:txBody>
          <a:bodyPr lIns="92160" rIns="92160" tIns="46080" bIns="46080" anchor="b">
            <a:noAutofit/>
          </a:bodyPr>
          <a:lstStyle>
            <a:lvl1pPr indent="0" algn="r">
              <a:lnSpc>
                <a:spcPct val="100000"/>
              </a:lnSpc>
              <a:buNone/>
              <a:defRPr b="0" lang="en-US" sz="1200" strike="noStrike" u="none">
                <a:solidFill>
                  <a:srgbClr val="000000"/>
                </a:solidFill>
                <a:effectLst/>
                <a:uFillTx/>
                <a:latin typeface="游明朝"/>
              </a:defRPr>
            </a:lvl1pPr>
          </a:lstStyle>
          <a:p>
            <a:pPr indent="0" algn="r">
              <a:lnSpc>
                <a:spcPct val="100000"/>
              </a:lnSpc>
              <a:buNone/>
            </a:pPr>
            <a:fld id="{51799D73-8DFE-4364-A19E-2059639C3AFE}" type="slidenum">
              <a:rPr b="0" lang="en-US" sz="1200" strike="noStrike" u="none">
                <a:solidFill>
                  <a:srgbClr val="000000"/>
                </a:solidFill>
                <a:effectLst/>
                <a:uFillTx/>
                <a:latin typeface="游明朝"/>
              </a:rPr>
              <a:t>&lt;番号&gt;</a:t>
            </a:fld>
            <a:endParaRPr b="0" lang="en-US" sz="1200" strike="noStrike" u="none">
              <a:solidFill>
                <a:srgbClr val="000000"/>
              </a:solidFill>
              <a:effectLst/>
              <a:uFillTx/>
              <a:latin typeface="游明朝"/>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5" name="PlaceHolder 1"/>
          <p:cNvSpPr>
            <a:spLocks noGrp="1"/>
          </p:cNvSpPr>
          <p:nvPr>
            <p:ph type="sldImg"/>
          </p:nvPr>
        </p:nvSpPr>
        <p:spPr>
          <a:xfrm>
            <a:off x="982800" y="1243080"/>
            <a:ext cx="4841640" cy="3352320"/>
          </a:xfrm>
          <a:prstGeom prst="rect">
            <a:avLst/>
          </a:prstGeom>
          <a:ln w="0">
            <a:noFill/>
          </a:ln>
        </p:spPr>
      </p:sp>
      <p:sp>
        <p:nvSpPr>
          <p:cNvPr id="1766" name="PlaceHolder 2"/>
          <p:cNvSpPr>
            <a:spLocks noGrp="1"/>
          </p:cNvSpPr>
          <p:nvPr>
            <p:ph type="body"/>
          </p:nvPr>
        </p:nvSpPr>
        <p:spPr>
          <a:xfrm>
            <a:off x="680760" y="4783320"/>
            <a:ext cx="5445360" cy="3913200"/>
          </a:xfrm>
          <a:prstGeom prst="rect">
            <a:avLst/>
          </a:prstGeom>
          <a:noFill/>
          <a:ln w="0">
            <a:noFill/>
          </a:ln>
        </p:spPr>
        <p:txBody>
          <a:bodyPr lIns="92160" rIns="92160" tIns="46080" bIns="46080" anchor="t">
            <a:noAutofit/>
          </a:bodyPr>
          <a:p>
            <a:pPr indent="0">
              <a:buNone/>
            </a:pPr>
            <a:endParaRPr b="0" lang="en-US" sz="1800" strike="noStrike" u="none">
              <a:solidFill>
                <a:srgbClr val="000000"/>
              </a:solidFill>
              <a:effectLst/>
              <a:uFillTx/>
              <a:latin typeface="Arial"/>
            </a:endParaRPr>
          </a:p>
        </p:txBody>
      </p:sp>
      <p:sp>
        <p:nvSpPr>
          <p:cNvPr id="1767" name="PlaceHolder 3"/>
          <p:cNvSpPr>
            <a:spLocks noGrp="1"/>
          </p:cNvSpPr>
          <p:nvPr>
            <p:ph type="sldNum" idx="7"/>
          </p:nvPr>
        </p:nvSpPr>
        <p:spPr>
          <a:xfrm>
            <a:off x="3855960" y="9440640"/>
            <a:ext cx="2949480" cy="498240"/>
          </a:xfrm>
          <a:prstGeom prst="rect">
            <a:avLst/>
          </a:prstGeom>
          <a:noFill/>
          <a:ln w="0">
            <a:noFill/>
          </a:ln>
        </p:spPr>
        <p:txBody>
          <a:bodyPr lIns="92160" rIns="92160" tIns="46080" bIns="46080" anchor="b">
            <a:noAutofit/>
          </a:bodyPr>
          <a:lstStyle>
            <a:lvl1pPr indent="0" algn="r">
              <a:lnSpc>
                <a:spcPct val="100000"/>
              </a:lnSpc>
              <a:buNone/>
              <a:defRPr b="0" lang="en-US" sz="1200" strike="noStrike" u="none">
                <a:solidFill>
                  <a:srgbClr val="000000"/>
                </a:solidFill>
                <a:effectLst/>
                <a:uFillTx/>
                <a:latin typeface="游明朝"/>
              </a:defRPr>
            </a:lvl1pPr>
          </a:lstStyle>
          <a:p>
            <a:pPr indent="0" algn="r">
              <a:lnSpc>
                <a:spcPct val="100000"/>
              </a:lnSpc>
              <a:buNone/>
            </a:pPr>
            <a:fld id="{ECD60D25-32DA-444C-8EF6-6DF2FE1C4918}" type="slidenum">
              <a:rPr b="0" lang="en-US" sz="1200" strike="noStrike" u="none">
                <a:solidFill>
                  <a:srgbClr val="000000"/>
                </a:solidFill>
                <a:effectLst/>
                <a:uFillTx/>
                <a:latin typeface="游明朝"/>
              </a:rPr>
              <a:t>&lt;番号&gt;</a:t>
            </a:fld>
            <a:endParaRPr b="0" lang="en-US" sz="1200" strike="noStrike" u="none">
              <a:solidFill>
                <a:srgbClr val="000000"/>
              </a:solidFill>
              <a:effectLst/>
              <a:uFillTx/>
              <a:latin typeface="游明朝"/>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8" name="PlaceHolder 1"/>
          <p:cNvSpPr>
            <a:spLocks noGrp="1"/>
          </p:cNvSpPr>
          <p:nvPr>
            <p:ph type="sldImg"/>
          </p:nvPr>
        </p:nvSpPr>
        <p:spPr>
          <a:xfrm>
            <a:off x="982800" y="1243080"/>
            <a:ext cx="4841640" cy="3352320"/>
          </a:xfrm>
          <a:prstGeom prst="rect">
            <a:avLst/>
          </a:prstGeom>
          <a:ln w="0">
            <a:noFill/>
          </a:ln>
        </p:spPr>
      </p:sp>
      <p:sp>
        <p:nvSpPr>
          <p:cNvPr id="1769" name="PlaceHolder 2"/>
          <p:cNvSpPr>
            <a:spLocks noGrp="1"/>
          </p:cNvSpPr>
          <p:nvPr>
            <p:ph type="body"/>
          </p:nvPr>
        </p:nvSpPr>
        <p:spPr>
          <a:xfrm>
            <a:off x="680760" y="4783320"/>
            <a:ext cx="5445360" cy="3913200"/>
          </a:xfrm>
          <a:prstGeom prst="rect">
            <a:avLst/>
          </a:prstGeom>
          <a:noFill/>
          <a:ln w="0">
            <a:noFill/>
          </a:ln>
        </p:spPr>
        <p:txBody>
          <a:bodyPr lIns="92160" rIns="92160" tIns="46080" bIns="46080" anchor="t">
            <a:noAutofit/>
          </a:bodyPr>
          <a:p>
            <a:pPr indent="0">
              <a:buNone/>
            </a:pPr>
            <a:endParaRPr b="0" lang="en-US" sz="1800" strike="noStrike" u="none">
              <a:solidFill>
                <a:srgbClr val="000000"/>
              </a:solidFill>
              <a:effectLst/>
              <a:uFillTx/>
              <a:latin typeface="Arial"/>
            </a:endParaRPr>
          </a:p>
        </p:txBody>
      </p:sp>
      <p:sp>
        <p:nvSpPr>
          <p:cNvPr id="1770" name="PlaceHolder 3"/>
          <p:cNvSpPr>
            <a:spLocks noGrp="1"/>
          </p:cNvSpPr>
          <p:nvPr>
            <p:ph type="sldNum" idx="8"/>
          </p:nvPr>
        </p:nvSpPr>
        <p:spPr>
          <a:xfrm>
            <a:off x="3855960" y="9440640"/>
            <a:ext cx="2949480" cy="498240"/>
          </a:xfrm>
          <a:prstGeom prst="rect">
            <a:avLst/>
          </a:prstGeom>
          <a:noFill/>
          <a:ln w="0">
            <a:noFill/>
          </a:ln>
        </p:spPr>
        <p:txBody>
          <a:bodyPr lIns="92160" rIns="92160" tIns="46080" bIns="46080" anchor="b">
            <a:noAutofit/>
          </a:bodyPr>
          <a:lstStyle>
            <a:lvl1pPr indent="0" algn="r">
              <a:lnSpc>
                <a:spcPct val="100000"/>
              </a:lnSpc>
              <a:buNone/>
              <a:defRPr b="0" lang="en-US" sz="1200" strike="noStrike" u="none">
                <a:solidFill>
                  <a:srgbClr val="000000"/>
                </a:solidFill>
                <a:effectLst/>
                <a:uFillTx/>
                <a:latin typeface="游明朝"/>
              </a:defRPr>
            </a:lvl1pPr>
          </a:lstStyle>
          <a:p>
            <a:pPr indent="0" algn="r">
              <a:lnSpc>
                <a:spcPct val="100000"/>
              </a:lnSpc>
              <a:buNone/>
            </a:pPr>
            <a:fld id="{9FD63ED5-C1FC-4A28-87A2-8CD9DB97A644}" type="slidenum">
              <a:rPr b="0" lang="en-US" sz="1200" strike="noStrike" u="none">
                <a:solidFill>
                  <a:srgbClr val="000000"/>
                </a:solidFill>
                <a:effectLst/>
                <a:uFillTx/>
                <a:latin typeface="游明朝"/>
              </a:rPr>
              <a:t>&lt;番号&gt;</a:t>
            </a:fld>
            <a:endParaRPr b="0" lang="en-US" sz="1200" strike="noStrike" u="none">
              <a:solidFill>
                <a:srgbClr val="000000"/>
              </a:solidFill>
              <a:effectLst/>
              <a:uFillTx/>
              <a:latin typeface="游明朝"/>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1" name="PlaceHolder 1"/>
          <p:cNvSpPr>
            <a:spLocks noGrp="1"/>
          </p:cNvSpPr>
          <p:nvPr>
            <p:ph type="sldImg"/>
          </p:nvPr>
        </p:nvSpPr>
        <p:spPr>
          <a:xfrm>
            <a:off x="982800" y="1243080"/>
            <a:ext cx="4841640" cy="3352320"/>
          </a:xfrm>
          <a:prstGeom prst="rect">
            <a:avLst/>
          </a:prstGeom>
          <a:ln w="0">
            <a:noFill/>
          </a:ln>
        </p:spPr>
      </p:sp>
      <p:sp>
        <p:nvSpPr>
          <p:cNvPr id="1772" name="PlaceHolder 2"/>
          <p:cNvSpPr>
            <a:spLocks noGrp="1"/>
          </p:cNvSpPr>
          <p:nvPr>
            <p:ph type="body"/>
          </p:nvPr>
        </p:nvSpPr>
        <p:spPr>
          <a:xfrm>
            <a:off x="680760" y="4783320"/>
            <a:ext cx="5445360" cy="3913200"/>
          </a:xfrm>
          <a:prstGeom prst="rect">
            <a:avLst/>
          </a:prstGeom>
          <a:noFill/>
          <a:ln w="0">
            <a:noFill/>
          </a:ln>
        </p:spPr>
        <p:txBody>
          <a:bodyPr lIns="92160" rIns="92160" tIns="46080" bIns="46080" anchor="t">
            <a:noAutofit/>
          </a:bodyPr>
          <a:p>
            <a:pPr indent="0">
              <a:buNone/>
            </a:pPr>
            <a:endParaRPr b="0" lang="en-US" sz="1800" strike="noStrike" u="none">
              <a:solidFill>
                <a:srgbClr val="000000"/>
              </a:solidFill>
              <a:effectLst/>
              <a:uFillTx/>
              <a:latin typeface="Arial"/>
            </a:endParaRPr>
          </a:p>
        </p:txBody>
      </p:sp>
      <p:sp>
        <p:nvSpPr>
          <p:cNvPr id="1773" name="PlaceHolder 3"/>
          <p:cNvSpPr>
            <a:spLocks noGrp="1"/>
          </p:cNvSpPr>
          <p:nvPr>
            <p:ph type="sldNum" idx="9"/>
          </p:nvPr>
        </p:nvSpPr>
        <p:spPr>
          <a:xfrm>
            <a:off x="3855960" y="9440640"/>
            <a:ext cx="2949480" cy="498240"/>
          </a:xfrm>
          <a:prstGeom prst="rect">
            <a:avLst/>
          </a:prstGeom>
          <a:noFill/>
          <a:ln w="0">
            <a:noFill/>
          </a:ln>
        </p:spPr>
        <p:txBody>
          <a:bodyPr lIns="92160" rIns="92160" tIns="46080" bIns="46080" anchor="b">
            <a:noAutofit/>
          </a:bodyPr>
          <a:lstStyle>
            <a:lvl1pPr indent="0" algn="r">
              <a:lnSpc>
                <a:spcPct val="100000"/>
              </a:lnSpc>
              <a:buNone/>
              <a:defRPr b="0" lang="en-US" sz="1200" strike="noStrike" u="none">
                <a:solidFill>
                  <a:srgbClr val="000000"/>
                </a:solidFill>
                <a:effectLst/>
                <a:uFillTx/>
                <a:latin typeface="游明朝"/>
              </a:defRPr>
            </a:lvl1pPr>
          </a:lstStyle>
          <a:p>
            <a:pPr indent="0" algn="r">
              <a:lnSpc>
                <a:spcPct val="100000"/>
              </a:lnSpc>
              <a:buNone/>
            </a:pPr>
            <a:fld id="{AE0E5454-31A9-47F2-866D-DB4ED44CB7FD}" type="slidenum">
              <a:rPr b="0" lang="en-US" sz="1200" strike="noStrike" u="none">
                <a:solidFill>
                  <a:srgbClr val="000000"/>
                </a:solidFill>
                <a:effectLst/>
                <a:uFillTx/>
                <a:latin typeface="游明朝"/>
              </a:rPr>
              <a:t>&lt;番号&gt;</a:t>
            </a:fld>
            <a:endParaRPr b="0" lang="en-US" sz="1200" strike="noStrike" u="none">
              <a:solidFill>
                <a:srgbClr val="000000"/>
              </a:solidFill>
              <a:effectLst/>
              <a:uFillTx/>
              <a:latin typeface="游明朝"/>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メッセージ部分通常ver.">
    <p:bg>
      <p:bgPr>
        <a:solidFill>
          <a:srgbClr val="ffffff"/>
        </a:solidFill>
      </p:bgPr>
    </p:bg>
    <p:spTree>
      <p:nvGrpSpPr>
        <p:cNvPr id="1" name=""/>
        <p:cNvGrpSpPr/>
        <p:nvPr/>
      </p:nvGrpSpPr>
      <p:grpSpPr>
        <a:xfrm>
          <a:off x="0" y="0"/>
          <a:ext cx="0" cy="0"/>
          <a:chOff x="0" y="0"/>
          <a:chExt cx="0" cy="0"/>
        </a:xfrm>
      </p:grpSpPr>
      <p:cxnSp>
        <p:nvCxnSpPr>
          <p:cNvPr id="0" name="直線コネクタ 117"/>
          <p:cNvCxnSpPr/>
          <p:nvPr/>
        </p:nvCxnSpPr>
        <p:spPr>
          <a:xfrm>
            <a:off x="199440" y="515520"/>
            <a:ext cx="9504360" cy="360"/>
          </a:xfrm>
          <a:prstGeom prst="straightConnector1">
            <a:avLst/>
          </a:prstGeom>
          <a:ln w="12700">
            <a:solidFill>
              <a:srgbClr val="455f51"/>
            </a:solidFill>
          </a:ln>
        </p:spPr>
      </p:cxnSp>
      <p:grpSp>
        <p:nvGrpSpPr>
          <p:cNvPr id="1" name="グループ化 12"/>
          <p:cNvGrpSpPr/>
          <p:nvPr/>
        </p:nvGrpSpPr>
        <p:grpSpPr>
          <a:xfrm>
            <a:off x="198000" y="1153800"/>
            <a:ext cx="9505440" cy="5040000"/>
            <a:chOff x="198000" y="1153800"/>
            <a:chExt cx="9505440" cy="5040000"/>
          </a:xfrm>
        </p:grpSpPr>
        <p:grpSp>
          <p:nvGrpSpPr>
            <p:cNvPr id="2" name="Group 40"/>
            <p:cNvGrpSpPr/>
            <p:nvPr/>
          </p:nvGrpSpPr>
          <p:grpSpPr>
            <a:xfrm>
              <a:off x="198000" y="1153800"/>
              <a:ext cx="9360000" cy="5040000"/>
              <a:chOff x="198000" y="1153800"/>
              <a:chExt cx="9360000" cy="5040000"/>
            </a:xfrm>
          </p:grpSpPr>
          <p:sp>
            <p:nvSpPr>
              <p:cNvPr id="3" name="Line 41"/>
              <p:cNvSpPr/>
              <p:nvPr/>
            </p:nvSpPr>
            <p:spPr>
              <a:xfrm>
                <a:off x="342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 name="Line 42"/>
              <p:cNvSpPr/>
              <p:nvPr/>
            </p:nvSpPr>
            <p:spPr>
              <a:xfrm>
                <a:off x="486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 name="Line 43"/>
              <p:cNvSpPr/>
              <p:nvPr/>
            </p:nvSpPr>
            <p:spPr>
              <a:xfrm>
                <a:off x="631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 name="Line 44"/>
              <p:cNvSpPr/>
              <p:nvPr/>
            </p:nvSpPr>
            <p:spPr>
              <a:xfrm>
                <a:off x="774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 name="Line 45"/>
              <p:cNvSpPr/>
              <p:nvPr/>
            </p:nvSpPr>
            <p:spPr>
              <a:xfrm>
                <a:off x="918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 name="Line 46"/>
              <p:cNvSpPr/>
              <p:nvPr/>
            </p:nvSpPr>
            <p:spPr>
              <a:xfrm>
                <a:off x="1063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 name="Line 47"/>
              <p:cNvSpPr/>
              <p:nvPr/>
            </p:nvSpPr>
            <p:spPr>
              <a:xfrm>
                <a:off x="1207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 name="Line 48"/>
              <p:cNvSpPr/>
              <p:nvPr/>
            </p:nvSpPr>
            <p:spPr>
              <a:xfrm>
                <a:off x="1350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 name="Line 49"/>
              <p:cNvSpPr/>
              <p:nvPr/>
            </p:nvSpPr>
            <p:spPr>
              <a:xfrm>
                <a:off x="1494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 name="Line 50"/>
              <p:cNvSpPr/>
              <p:nvPr/>
            </p:nvSpPr>
            <p:spPr>
              <a:xfrm>
                <a:off x="1639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 name="Line 51"/>
              <p:cNvSpPr/>
              <p:nvPr/>
            </p:nvSpPr>
            <p:spPr>
              <a:xfrm>
                <a:off x="1782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 name="Line 52"/>
              <p:cNvSpPr/>
              <p:nvPr/>
            </p:nvSpPr>
            <p:spPr>
              <a:xfrm>
                <a:off x="1926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5" name="Line 53"/>
              <p:cNvSpPr/>
              <p:nvPr/>
            </p:nvSpPr>
            <p:spPr>
              <a:xfrm>
                <a:off x="2071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6" name="Line 54"/>
              <p:cNvSpPr/>
              <p:nvPr/>
            </p:nvSpPr>
            <p:spPr>
              <a:xfrm>
                <a:off x="22158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7" name="Line 55"/>
              <p:cNvSpPr/>
              <p:nvPr/>
            </p:nvSpPr>
            <p:spPr>
              <a:xfrm>
                <a:off x="2358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8" name="Line 56"/>
              <p:cNvSpPr/>
              <p:nvPr/>
            </p:nvSpPr>
            <p:spPr>
              <a:xfrm>
                <a:off x="2503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9" name="Line 57"/>
              <p:cNvSpPr/>
              <p:nvPr/>
            </p:nvSpPr>
            <p:spPr>
              <a:xfrm>
                <a:off x="2647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0" name="Line 58"/>
              <p:cNvSpPr/>
              <p:nvPr/>
            </p:nvSpPr>
            <p:spPr>
              <a:xfrm>
                <a:off x="2790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1" name="Line 59"/>
              <p:cNvSpPr/>
              <p:nvPr/>
            </p:nvSpPr>
            <p:spPr>
              <a:xfrm>
                <a:off x="2934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2" name="Line 60"/>
              <p:cNvSpPr/>
              <p:nvPr/>
            </p:nvSpPr>
            <p:spPr>
              <a:xfrm>
                <a:off x="3079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3" name="Line 61"/>
              <p:cNvSpPr/>
              <p:nvPr/>
            </p:nvSpPr>
            <p:spPr>
              <a:xfrm>
                <a:off x="32238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4" name="Line 62"/>
              <p:cNvSpPr/>
              <p:nvPr/>
            </p:nvSpPr>
            <p:spPr>
              <a:xfrm>
                <a:off x="3366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5" name="Line 63"/>
              <p:cNvSpPr/>
              <p:nvPr/>
            </p:nvSpPr>
            <p:spPr>
              <a:xfrm>
                <a:off x="3511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6" name="Line 64"/>
              <p:cNvSpPr/>
              <p:nvPr/>
            </p:nvSpPr>
            <p:spPr>
              <a:xfrm>
                <a:off x="3655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7" name="Line 65"/>
              <p:cNvSpPr/>
              <p:nvPr/>
            </p:nvSpPr>
            <p:spPr>
              <a:xfrm>
                <a:off x="37998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8" name="Line 66"/>
              <p:cNvSpPr/>
              <p:nvPr/>
            </p:nvSpPr>
            <p:spPr>
              <a:xfrm>
                <a:off x="3942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9" name="Line 67"/>
              <p:cNvSpPr/>
              <p:nvPr/>
            </p:nvSpPr>
            <p:spPr>
              <a:xfrm>
                <a:off x="4087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0" name="Line 68"/>
              <p:cNvSpPr/>
              <p:nvPr/>
            </p:nvSpPr>
            <p:spPr>
              <a:xfrm>
                <a:off x="42318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1" name="Line 69"/>
              <p:cNvSpPr/>
              <p:nvPr/>
            </p:nvSpPr>
            <p:spPr>
              <a:xfrm>
                <a:off x="4374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2" name="Line 70"/>
              <p:cNvSpPr/>
              <p:nvPr/>
            </p:nvSpPr>
            <p:spPr>
              <a:xfrm>
                <a:off x="4662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3" name="Line 71"/>
              <p:cNvSpPr/>
              <p:nvPr/>
            </p:nvSpPr>
            <p:spPr>
              <a:xfrm>
                <a:off x="48049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4" name="Line 72"/>
              <p:cNvSpPr/>
              <p:nvPr/>
            </p:nvSpPr>
            <p:spPr>
              <a:xfrm>
                <a:off x="4949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5" name="Line 73"/>
              <p:cNvSpPr/>
              <p:nvPr/>
            </p:nvSpPr>
            <p:spPr>
              <a:xfrm>
                <a:off x="5093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6" name="Line 74"/>
              <p:cNvSpPr/>
              <p:nvPr/>
            </p:nvSpPr>
            <p:spPr>
              <a:xfrm>
                <a:off x="52365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7" name="Line 75"/>
              <p:cNvSpPr/>
              <p:nvPr/>
            </p:nvSpPr>
            <p:spPr>
              <a:xfrm>
                <a:off x="53809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8" name="Line 76"/>
              <p:cNvSpPr/>
              <p:nvPr/>
            </p:nvSpPr>
            <p:spPr>
              <a:xfrm>
                <a:off x="5525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9" name="Line 77"/>
              <p:cNvSpPr/>
              <p:nvPr/>
            </p:nvSpPr>
            <p:spPr>
              <a:xfrm>
                <a:off x="5670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0" name="Line 78"/>
              <p:cNvSpPr/>
              <p:nvPr/>
            </p:nvSpPr>
            <p:spPr>
              <a:xfrm>
                <a:off x="58129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1" name="Line 79"/>
              <p:cNvSpPr/>
              <p:nvPr/>
            </p:nvSpPr>
            <p:spPr>
              <a:xfrm>
                <a:off x="5957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2" name="Line 80"/>
              <p:cNvSpPr/>
              <p:nvPr/>
            </p:nvSpPr>
            <p:spPr>
              <a:xfrm>
                <a:off x="6102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3" name="Line 81"/>
              <p:cNvSpPr/>
              <p:nvPr/>
            </p:nvSpPr>
            <p:spPr>
              <a:xfrm>
                <a:off x="6246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4" name="Line 82"/>
              <p:cNvSpPr/>
              <p:nvPr/>
            </p:nvSpPr>
            <p:spPr>
              <a:xfrm>
                <a:off x="6389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5" name="Line 83"/>
              <p:cNvSpPr/>
              <p:nvPr/>
            </p:nvSpPr>
            <p:spPr>
              <a:xfrm>
                <a:off x="6533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6" name="Line 84"/>
              <p:cNvSpPr/>
              <p:nvPr/>
            </p:nvSpPr>
            <p:spPr>
              <a:xfrm>
                <a:off x="6678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7" name="Line 85"/>
              <p:cNvSpPr/>
              <p:nvPr/>
            </p:nvSpPr>
            <p:spPr>
              <a:xfrm>
                <a:off x="68209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8" name="Line 86"/>
              <p:cNvSpPr/>
              <p:nvPr/>
            </p:nvSpPr>
            <p:spPr>
              <a:xfrm>
                <a:off x="6965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9" name="Line 87"/>
              <p:cNvSpPr/>
              <p:nvPr/>
            </p:nvSpPr>
            <p:spPr>
              <a:xfrm>
                <a:off x="7110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0" name="Line 88"/>
              <p:cNvSpPr/>
              <p:nvPr/>
            </p:nvSpPr>
            <p:spPr>
              <a:xfrm>
                <a:off x="7254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1" name="Line 89"/>
              <p:cNvSpPr/>
              <p:nvPr/>
            </p:nvSpPr>
            <p:spPr>
              <a:xfrm>
                <a:off x="7397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2" name="Line 90"/>
              <p:cNvSpPr/>
              <p:nvPr/>
            </p:nvSpPr>
            <p:spPr>
              <a:xfrm>
                <a:off x="7541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3" name="Line 91"/>
              <p:cNvSpPr/>
              <p:nvPr/>
            </p:nvSpPr>
            <p:spPr>
              <a:xfrm>
                <a:off x="7686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4" name="Line 92"/>
              <p:cNvSpPr/>
              <p:nvPr/>
            </p:nvSpPr>
            <p:spPr>
              <a:xfrm>
                <a:off x="78289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5" name="Line 93"/>
              <p:cNvSpPr/>
              <p:nvPr/>
            </p:nvSpPr>
            <p:spPr>
              <a:xfrm>
                <a:off x="7973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6" name="Line 94"/>
              <p:cNvSpPr/>
              <p:nvPr/>
            </p:nvSpPr>
            <p:spPr>
              <a:xfrm>
                <a:off x="8118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7" name="Line 95"/>
              <p:cNvSpPr/>
              <p:nvPr/>
            </p:nvSpPr>
            <p:spPr>
              <a:xfrm>
                <a:off x="8262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8" name="Line 96"/>
              <p:cNvSpPr/>
              <p:nvPr/>
            </p:nvSpPr>
            <p:spPr>
              <a:xfrm>
                <a:off x="8405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9" name="Line 97"/>
              <p:cNvSpPr/>
              <p:nvPr/>
            </p:nvSpPr>
            <p:spPr>
              <a:xfrm>
                <a:off x="8549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0" name="Line 98"/>
              <p:cNvSpPr/>
              <p:nvPr/>
            </p:nvSpPr>
            <p:spPr>
              <a:xfrm>
                <a:off x="8694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1" name="Line 99"/>
              <p:cNvSpPr/>
              <p:nvPr/>
            </p:nvSpPr>
            <p:spPr>
              <a:xfrm>
                <a:off x="198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2" name="Line 100"/>
              <p:cNvSpPr/>
              <p:nvPr/>
            </p:nvSpPr>
            <p:spPr>
              <a:xfrm>
                <a:off x="8838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3" name="Line 99"/>
              <p:cNvSpPr/>
              <p:nvPr/>
            </p:nvSpPr>
            <p:spPr>
              <a:xfrm>
                <a:off x="8983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4" name="Line 99"/>
              <p:cNvSpPr/>
              <p:nvPr/>
            </p:nvSpPr>
            <p:spPr>
              <a:xfrm>
                <a:off x="9126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5" name="Line 99"/>
              <p:cNvSpPr/>
              <p:nvPr/>
            </p:nvSpPr>
            <p:spPr>
              <a:xfrm>
                <a:off x="9270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6" name="Line 99"/>
              <p:cNvSpPr/>
              <p:nvPr/>
            </p:nvSpPr>
            <p:spPr>
              <a:xfrm>
                <a:off x="9415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7" name="Line 99"/>
              <p:cNvSpPr/>
              <p:nvPr/>
            </p:nvSpPr>
            <p:spPr>
              <a:xfrm>
                <a:off x="9557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8" name="Line 70"/>
              <p:cNvSpPr/>
              <p:nvPr/>
            </p:nvSpPr>
            <p:spPr>
              <a:xfrm>
                <a:off x="4517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grpSp>
        <p:sp>
          <p:nvSpPr>
            <p:cNvPr id="69" name="Rectangle 104"/>
            <p:cNvSpPr/>
            <p:nvPr/>
          </p:nvSpPr>
          <p:spPr>
            <a:xfrm>
              <a:off x="198000" y="1153800"/>
              <a:ext cx="9505440" cy="5038200"/>
            </a:xfrm>
            <a:prstGeom prst="rect">
              <a:avLst/>
            </a:prstGeom>
            <a:noFill/>
            <a:ln w="6350">
              <a:noFill/>
            </a:ln>
          </p:spPr>
          <p:style>
            <a:lnRef idx="0"/>
            <a:fillRef idx="0"/>
            <a:effectRef idx="0"/>
            <a:fontRef idx="minor"/>
          </p:style>
          <p:txBody>
            <a:bodyPr wrap="none" lIns="90000" rIns="90000" tIns="45000" bIns="45000" anchor="ctr">
              <a:noAutofit/>
            </a:bodyPr>
            <a:p>
              <a:pPr defTabSz="457200">
                <a:lnSpc>
                  <a:spcPct val="100000"/>
                </a:lnSpc>
              </a:pPr>
              <a:endParaRPr b="0" lang="en-US" sz="1800" strike="noStrike" u="none">
                <a:solidFill>
                  <a:schemeClr val="dk1"/>
                </a:solidFill>
                <a:effectLst/>
                <a:uFillTx/>
                <a:latin typeface="Meiryo UI"/>
                <a:ea typeface="Meiryo UI"/>
              </a:endParaRPr>
            </a:p>
          </p:txBody>
        </p:sp>
        <p:grpSp>
          <p:nvGrpSpPr>
            <p:cNvPr id="70" name="グループ化 15"/>
            <p:cNvGrpSpPr/>
            <p:nvPr/>
          </p:nvGrpSpPr>
          <p:grpSpPr>
            <a:xfrm>
              <a:off x="198000" y="1295280"/>
              <a:ext cx="9504000" cy="4897440"/>
              <a:chOff x="198000" y="1295280"/>
              <a:chExt cx="9504000" cy="4897440"/>
            </a:xfrm>
          </p:grpSpPr>
          <p:sp>
            <p:nvSpPr>
              <p:cNvPr id="71" name="Line 4"/>
              <p:cNvSpPr/>
              <p:nvPr/>
            </p:nvSpPr>
            <p:spPr>
              <a:xfrm>
                <a:off x="198000" y="6192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72" name="Line 5"/>
              <p:cNvSpPr/>
              <p:nvPr/>
            </p:nvSpPr>
            <p:spPr>
              <a:xfrm>
                <a:off x="198000" y="6048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73" name="Line 6"/>
              <p:cNvSpPr/>
              <p:nvPr/>
            </p:nvSpPr>
            <p:spPr>
              <a:xfrm>
                <a:off x="198000" y="5904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74" name="Line 7"/>
              <p:cNvSpPr/>
              <p:nvPr/>
            </p:nvSpPr>
            <p:spPr>
              <a:xfrm>
                <a:off x="198000" y="5760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75" name="Line 8"/>
              <p:cNvSpPr/>
              <p:nvPr/>
            </p:nvSpPr>
            <p:spPr>
              <a:xfrm>
                <a:off x="198000" y="5616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76" name="Line 9"/>
              <p:cNvSpPr/>
              <p:nvPr/>
            </p:nvSpPr>
            <p:spPr>
              <a:xfrm>
                <a:off x="198000" y="5472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77" name="Line 10"/>
              <p:cNvSpPr/>
              <p:nvPr/>
            </p:nvSpPr>
            <p:spPr>
              <a:xfrm>
                <a:off x="198000" y="5328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78" name="Line 11"/>
              <p:cNvSpPr/>
              <p:nvPr/>
            </p:nvSpPr>
            <p:spPr>
              <a:xfrm>
                <a:off x="198000" y="5184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79" name="Line 12"/>
              <p:cNvSpPr/>
              <p:nvPr/>
            </p:nvSpPr>
            <p:spPr>
              <a:xfrm>
                <a:off x="198000" y="5040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80" name="Line 13"/>
              <p:cNvSpPr/>
              <p:nvPr/>
            </p:nvSpPr>
            <p:spPr>
              <a:xfrm>
                <a:off x="198000" y="4896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81" name="Line 14"/>
              <p:cNvSpPr/>
              <p:nvPr/>
            </p:nvSpPr>
            <p:spPr>
              <a:xfrm>
                <a:off x="198000" y="4752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82" name="Line 15"/>
              <p:cNvSpPr/>
              <p:nvPr/>
            </p:nvSpPr>
            <p:spPr>
              <a:xfrm>
                <a:off x="198000" y="4608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83" name="Line 16"/>
              <p:cNvSpPr/>
              <p:nvPr/>
            </p:nvSpPr>
            <p:spPr>
              <a:xfrm>
                <a:off x="198000" y="4464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84" name="Line 17"/>
              <p:cNvSpPr/>
              <p:nvPr/>
            </p:nvSpPr>
            <p:spPr>
              <a:xfrm>
                <a:off x="198000" y="4320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85" name="Line 18"/>
              <p:cNvSpPr/>
              <p:nvPr/>
            </p:nvSpPr>
            <p:spPr>
              <a:xfrm>
                <a:off x="198000" y="4176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86" name="Line 19"/>
              <p:cNvSpPr/>
              <p:nvPr/>
            </p:nvSpPr>
            <p:spPr>
              <a:xfrm>
                <a:off x="198000" y="4032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87" name="Line 20"/>
              <p:cNvSpPr/>
              <p:nvPr/>
            </p:nvSpPr>
            <p:spPr>
              <a:xfrm>
                <a:off x="198000" y="3888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88" name="Line 21"/>
              <p:cNvSpPr/>
              <p:nvPr/>
            </p:nvSpPr>
            <p:spPr>
              <a:xfrm>
                <a:off x="198000" y="3744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89" name="Line 22"/>
              <p:cNvSpPr/>
              <p:nvPr/>
            </p:nvSpPr>
            <p:spPr>
              <a:xfrm>
                <a:off x="198000" y="3600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90" name="Line 23"/>
              <p:cNvSpPr/>
              <p:nvPr/>
            </p:nvSpPr>
            <p:spPr>
              <a:xfrm>
                <a:off x="198000" y="3456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91" name="Line 24"/>
              <p:cNvSpPr/>
              <p:nvPr/>
            </p:nvSpPr>
            <p:spPr>
              <a:xfrm>
                <a:off x="198000" y="3311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92" name="Line 25"/>
              <p:cNvSpPr/>
              <p:nvPr/>
            </p:nvSpPr>
            <p:spPr>
              <a:xfrm>
                <a:off x="198000" y="3167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93" name="Line 26"/>
              <p:cNvSpPr/>
              <p:nvPr/>
            </p:nvSpPr>
            <p:spPr>
              <a:xfrm>
                <a:off x="198000" y="3023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94" name="Line 28"/>
              <p:cNvSpPr/>
              <p:nvPr/>
            </p:nvSpPr>
            <p:spPr>
              <a:xfrm>
                <a:off x="198000" y="2879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95" name="Line 29"/>
              <p:cNvSpPr/>
              <p:nvPr/>
            </p:nvSpPr>
            <p:spPr>
              <a:xfrm>
                <a:off x="198000" y="2735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96" name="Line 30"/>
              <p:cNvSpPr/>
              <p:nvPr/>
            </p:nvSpPr>
            <p:spPr>
              <a:xfrm>
                <a:off x="198000" y="2591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97" name="Line 31"/>
              <p:cNvSpPr/>
              <p:nvPr/>
            </p:nvSpPr>
            <p:spPr>
              <a:xfrm>
                <a:off x="198000" y="2447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98" name="Line 32"/>
              <p:cNvSpPr/>
              <p:nvPr/>
            </p:nvSpPr>
            <p:spPr>
              <a:xfrm>
                <a:off x="198000" y="2303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99" name="Line 33"/>
              <p:cNvSpPr/>
              <p:nvPr/>
            </p:nvSpPr>
            <p:spPr>
              <a:xfrm>
                <a:off x="198000" y="2159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00" name="Line 34"/>
              <p:cNvSpPr/>
              <p:nvPr/>
            </p:nvSpPr>
            <p:spPr>
              <a:xfrm>
                <a:off x="198000" y="2015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01" name="Line 35"/>
              <p:cNvSpPr/>
              <p:nvPr/>
            </p:nvSpPr>
            <p:spPr>
              <a:xfrm>
                <a:off x="198000" y="187128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02" name="Line 36"/>
              <p:cNvSpPr/>
              <p:nvPr/>
            </p:nvSpPr>
            <p:spPr>
              <a:xfrm>
                <a:off x="198000" y="172728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03" name="Line 37"/>
              <p:cNvSpPr/>
              <p:nvPr/>
            </p:nvSpPr>
            <p:spPr>
              <a:xfrm>
                <a:off x="198000" y="158328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04" name="Line 38"/>
              <p:cNvSpPr/>
              <p:nvPr/>
            </p:nvSpPr>
            <p:spPr>
              <a:xfrm>
                <a:off x="198000" y="143928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05" name="Line 39"/>
              <p:cNvSpPr/>
              <p:nvPr/>
            </p:nvSpPr>
            <p:spPr>
              <a:xfrm>
                <a:off x="198000" y="129528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grpSp>
      </p:grpSp>
      <p:sp>
        <p:nvSpPr>
          <p:cNvPr id="106" name="正方形/長方形 2"/>
          <p:cNvSpPr/>
          <p:nvPr/>
        </p:nvSpPr>
        <p:spPr>
          <a:xfrm>
            <a:off x="196200" y="502920"/>
            <a:ext cx="9503640" cy="45360"/>
          </a:xfrm>
          <a:prstGeom prst="rect">
            <a:avLst/>
          </a:prstGeom>
          <a:solidFill>
            <a:schemeClr val="bg1"/>
          </a:solidFill>
          <a:ln w="0">
            <a:noFill/>
          </a:ln>
        </p:spPr>
        <p:style>
          <a:lnRef idx="0"/>
          <a:fillRef idx="0"/>
          <a:effectRef idx="0"/>
          <a:fontRef idx="minor"/>
        </p:style>
        <p:txBody>
          <a:bodyPr lIns="90000" rIns="90000" tIns="720" bIns="720" anchor="ctr">
            <a:noAutofit/>
          </a:bodyPr>
          <a:p>
            <a:pPr defTabSz="457200">
              <a:lnSpc>
                <a:spcPct val="100000"/>
              </a:lnSpc>
              <a:spcAft>
                <a:spcPts val="601"/>
              </a:spcAft>
            </a:pPr>
            <a:endParaRPr b="0" lang="en-US" sz="1800" strike="noStrike" u="none">
              <a:solidFill>
                <a:schemeClr val="dk1"/>
              </a:solidFill>
              <a:effectLst/>
              <a:uFillTx/>
              <a:latin typeface="Meiryo UI"/>
              <a:ea typeface="Meiryo UI"/>
            </a:endParaRPr>
          </a:p>
        </p:txBody>
      </p:sp>
      <p:cxnSp>
        <p:nvCxnSpPr>
          <p:cNvPr id="107" name="直線コネクタ 4"/>
          <p:cNvCxnSpPr/>
          <p:nvPr/>
        </p:nvCxnSpPr>
        <p:spPr>
          <a:xfrm>
            <a:off x="198000" y="529200"/>
            <a:ext cx="9502200" cy="360"/>
          </a:xfrm>
          <a:prstGeom prst="straightConnector1">
            <a:avLst/>
          </a:prstGeom>
          <a:ln w="19050">
            <a:solidFill>
              <a:srgbClr val="000000"/>
            </a:solidFill>
          </a:ln>
        </p:spPr>
      </p:cxnSp>
      <p:sp>
        <p:nvSpPr>
          <p:cNvPr id="108" name="PlaceHolder 1"/>
          <p:cNvSpPr>
            <a:spLocks noGrp="1"/>
          </p:cNvSpPr>
          <p:nvPr>
            <p:ph type="title"/>
          </p:nvPr>
        </p:nvSpPr>
        <p:spPr>
          <a:xfrm>
            <a:off x="199440" y="136800"/>
            <a:ext cx="9505440" cy="369000"/>
          </a:xfrm>
          <a:prstGeom prst="rect">
            <a:avLst/>
          </a:prstGeom>
          <a:noFill/>
          <a:ln w="0">
            <a:noFill/>
          </a:ln>
        </p:spPr>
        <p:txBody>
          <a:bodyPr lIns="36000" rIns="0" tIns="45720" bIns="45720" anchor="ctr">
            <a:noAutofit/>
          </a:bodyPr>
          <a:p>
            <a:pPr indent="0" defTabSz="914400">
              <a:lnSpc>
                <a:spcPct val="90000"/>
              </a:lnSpc>
              <a:buNone/>
            </a:pPr>
            <a:r>
              <a:rPr b="1" lang="ja-JP" sz="2000" strike="noStrike" u="none">
                <a:solidFill>
                  <a:schemeClr val="dk1"/>
                </a:solidFill>
                <a:effectLst/>
                <a:uFillTx/>
                <a:latin typeface="Meiryo UI"/>
                <a:ea typeface="Meiryo UI"/>
              </a:rPr>
              <a:t>マスター タイトルの書式設定</a:t>
            </a:r>
            <a:endParaRPr b="0" lang="en-US" sz="2000" strike="noStrike" u="none">
              <a:solidFill>
                <a:schemeClr val="dk1"/>
              </a:solidFill>
              <a:effectLst/>
              <a:uFillTx/>
              <a:latin typeface="Meiryo UI"/>
            </a:endParaRPr>
          </a:p>
        </p:txBody>
      </p:sp>
      <p:sp>
        <p:nvSpPr>
          <p:cNvPr id="109" name="PlaceHolder 2"/>
          <p:cNvSpPr>
            <a:spLocks noGrp="1"/>
          </p:cNvSpPr>
          <p:nvPr>
            <p:ph type="body"/>
          </p:nvPr>
        </p:nvSpPr>
        <p:spPr>
          <a:xfrm>
            <a:off x="200160" y="586080"/>
            <a:ext cx="9505440" cy="644040"/>
          </a:xfrm>
          <a:prstGeom prst="rect">
            <a:avLst/>
          </a:prstGeom>
          <a:noFill/>
          <a:ln w="0">
            <a:noFill/>
          </a:ln>
        </p:spPr>
        <p:txBody>
          <a:bodyPr lIns="36000" rIns="0" tIns="45720" bIns="45720" anchor="t">
            <a:noAutofit/>
          </a:bodyPr>
          <a:p>
            <a:pPr indent="0" defTabSz="914400">
              <a:lnSpc>
                <a:spcPct val="90000"/>
              </a:lnSpc>
              <a:buNone/>
              <a:tabLst>
                <a:tab algn="l" pos="0"/>
              </a:tabLst>
            </a:pPr>
            <a:r>
              <a:rPr b="0" lang="ja-JP" sz="1800" strike="noStrike" u="none">
                <a:solidFill>
                  <a:schemeClr val="dk1"/>
                </a:solidFill>
                <a:effectLst/>
                <a:uFillTx/>
                <a:latin typeface="Meiryo UI"/>
                <a:ea typeface="Meiryo UI"/>
              </a:rPr>
              <a:t>マスター テキストの書式設定</a:t>
            </a:r>
            <a:endParaRPr b="0" lang="en-US" sz="1800" strike="noStrike" u="none">
              <a:solidFill>
                <a:schemeClr val="dk1"/>
              </a:solidFill>
              <a:effectLst/>
              <a:uFillTx/>
              <a:latin typeface="Meiryo UI"/>
            </a:endParaRPr>
          </a:p>
          <a:p>
            <a:pPr indent="0" defTabSz="914400">
              <a:lnSpc>
                <a:spcPct val="90000"/>
              </a:lnSpc>
              <a:buNone/>
              <a:tabLst>
                <a:tab algn="l" pos="0"/>
              </a:tabLst>
            </a:pPr>
            <a:r>
              <a:rPr b="0" lang="ja-JP" sz="1800" strike="noStrike" u="none">
                <a:solidFill>
                  <a:schemeClr val="dk1"/>
                </a:solidFill>
                <a:effectLst/>
                <a:uFillTx/>
                <a:latin typeface="Meiryo UI"/>
                <a:ea typeface="Meiryo UI"/>
              </a:rPr>
              <a:t>第 </a:t>
            </a:r>
            <a:r>
              <a:rPr b="0" lang="en-US" sz="1800" strike="noStrike" u="none">
                <a:solidFill>
                  <a:schemeClr val="dk1"/>
                </a:solidFill>
                <a:effectLst/>
                <a:uFillTx/>
                <a:latin typeface="Meiryo UI"/>
                <a:ea typeface="Meiryo UI"/>
              </a:rPr>
              <a:t>2 </a:t>
            </a:r>
            <a:r>
              <a:rPr b="0" lang="ja-JP" sz="1800" strike="noStrike" u="none">
                <a:solidFill>
                  <a:schemeClr val="dk1"/>
                </a:solidFill>
                <a:effectLst/>
                <a:uFillTx/>
                <a:latin typeface="Meiryo UI"/>
                <a:ea typeface="Meiryo UI"/>
              </a:rPr>
              <a:t>レベル</a:t>
            </a:r>
            <a:endParaRPr b="0" lang="en-US" sz="1800" strike="noStrike" u="none">
              <a:solidFill>
                <a:schemeClr val="dk1"/>
              </a:solidFill>
              <a:effectLst/>
              <a:uFillTx/>
              <a:latin typeface="Meiryo UI"/>
            </a:endParaRPr>
          </a:p>
        </p:txBody>
      </p:sp>
      <p:sp>
        <p:nvSpPr>
          <p:cNvPr id="110" name="テキスト プレースホルダー 3"/>
          <p:cNvSpPr/>
          <p:nvPr/>
        </p:nvSpPr>
        <p:spPr>
          <a:xfrm>
            <a:off x="9964440" y="6561360"/>
            <a:ext cx="388800" cy="216360"/>
          </a:xfrm>
          <a:prstGeom prst="rect">
            <a:avLst/>
          </a:prstGeom>
          <a:noFill/>
          <a:ln w="0">
            <a:noFill/>
          </a:ln>
        </p:spPr>
        <p:style>
          <a:lnRef idx="0"/>
          <a:fillRef idx="0"/>
          <a:effectRef idx="0"/>
          <a:fontRef idx="minor"/>
        </p:style>
        <p:txBody>
          <a:bodyPr wrap="none" lIns="0" rIns="36000" tIns="45000" bIns="45000" anchor="ctr">
            <a:noAutofit/>
          </a:bodyPr>
          <a:p>
            <a:pPr algn="ctr" defTabSz="914400">
              <a:lnSpc>
                <a:spcPct val="90000"/>
              </a:lnSpc>
              <a:spcBef>
                <a:spcPts val="1001"/>
              </a:spcBef>
              <a:tabLst>
                <a:tab algn="l" pos="0"/>
              </a:tabLst>
            </a:pPr>
            <a:fld id="{13BB2DB8-7989-475D-9928-843768AC87F2}" type="slidenum">
              <a:rPr b="0" lang="en-US" sz="1200" strike="noStrike" u="none">
                <a:solidFill>
                  <a:schemeClr val="dk1"/>
                </a:solidFill>
                <a:effectLst/>
                <a:uFillTx/>
                <a:latin typeface="Meiryo UI"/>
                <a:ea typeface="Meiryo UI"/>
              </a:rPr>
              <a:t>&lt;番号&gt;</a:t>
            </a:fld>
            <a:endParaRPr b="0" lang="en-US" sz="12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メッセージ部分行頭文字ver.1">
    <p:bg>
      <p:bgPr>
        <a:solidFill>
          <a:srgbClr val="ffffff"/>
        </a:solidFill>
      </p:bgPr>
    </p:bg>
    <p:spTree>
      <p:nvGrpSpPr>
        <p:cNvPr id="1" name=""/>
        <p:cNvGrpSpPr/>
        <p:nvPr/>
      </p:nvGrpSpPr>
      <p:grpSpPr>
        <a:xfrm>
          <a:off x="0" y="0"/>
          <a:ext cx="0" cy="0"/>
          <a:chOff x="0" y="0"/>
          <a:chExt cx="0" cy="0"/>
        </a:xfrm>
      </p:grpSpPr>
      <p:cxnSp>
        <p:nvCxnSpPr>
          <p:cNvPr id="111" name="直線コネクタ 117"/>
          <p:cNvCxnSpPr/>
          <p:nvPr/>
        </p:nvCxnSpPr>
        <p:spPr>
          <a:xfrm>
            <a:off x="199440" y="515520"/>
            <a:ext cx="9504360" cy="360"/>
          </a:xfrm>
          <a:prstGeom prst="straightConnector1">
            <a:avLst/>
          </a:prstGeom>
          <a:ln w="12700">
            <a:solidFill>
              <a:srgbClr val="455f51"/>
            </a:solidFill>
          </a:ln>
        </p:spPr>
      </p:cxnSp>
      <p:grpSp>
        <p:nvGrpSpPr>
          <p:cNvPr id="112" name="グループ化 12"/>
          <p:cNvGrpSpPr/>
          <p:nvPr/>
        </p:nvGrpSpPr>
        <p:grpSpPr>
          <a:xfrm>
            <a:off x="198000" y="1153800"/>
            <a:ext cx="9505440" cy="5040000"/>
            <a:chOff x="198000" y="1153800"/>
            <a:chExt cx="9505440" cy="5040000"/>
          </a:xfrm>
        </p:grpSpPr>
        <p:grpSp>
          <p:nvGrpSpPr>
            <p:cNvPr id="113" name="Group 40"/>
            <p:cNvGrpSpPr/>
            <p:nvPr/>
          </p:nvGrpSpPr>
          <p:grpSpPr>
            <a:xfrm>
              <a:off x="198000" y="1153800"/>
              <a:ext cx="9360000" cy="5040000"/>
              <a:chOff x="198000" y="1153800"/>
              <a:chExt cx="9360000" cy="5040000"/>
            </a:xfrm>
          </p:grpSpPr>
          <p:sp>
            <p:nvSpPr>
              <p:cNvPr id="114" name="Line 41"/>
              <p:cNvSpPr/>
              <p:nvPr/>
            </p:nvSpPr>
            <p:spPr>
              <a:xfrm>
                <a:off x="342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5" name="Line 42"/>
              <p:cNvSpPr/>
              <p:nvPr/>
            </p:nvSpPr>
            <p:spPr>
              <a:xfrm>
                <a:off x="486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6" name="Line 43"/>
              <p:cNvSpPr/>
              <p:nvPr/>
            </p:nvSpPr>
            <p:spPr>
              <a:xfrm>
                <a:off x="631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7" name="Line 44"/>
              <p:cNvSpPr/>
              <p:nvPr/>
            </p:nvSpPr>
            <p:spPr>
              <a:xfrm>
                <a:off x="774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8" name="Line 45"/>
              <p:cNvSpPr/>
              <p:nvPr/>
            </p:nvSpPr>
            <p:spPr>
              <a:xfrm>
                <a:off x="918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9" name="Line 46"/>
              <p:cNvSpPr/>
              <p:nvPr/>
            </p:nvSpPr>
            <p:spPr>
              <a:xfrm>
                <a:off x="1063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0" name="Line 47"/>
              <p:cNvSpPr/>
              <p:nvPr/>
            </p:nvSpPr>
            <p:spPr>
              <a:xfrm>
                <a:off x="1207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1" name="Line 48"/>
              <p:cNvSpPr/>
              <p:nvPr/>
            </p:nvSpPr>
            <p:spPr>
              <a:xfrm>
                <a:off x="1350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2" name="Line 49"/>
              <p:cNvSpPr/>
              <p:nvPr/>
            </p:nvSpPr>
            <p:spPr>
              <a:xfrm>
                <a:off x="1494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3" name="Line 50"/>
              <p:cNvSpPr/>
              <p:nvPr/>
            </p:nvSpPr>
            <p:spPr>
              <a:xfrm>
                <a:off x="1639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4" name="Line 51"/>
              <p:cNvSpPr/>
              <p:nvPr/>
            </p:nvSpPr>
            <p:spPr>
              <a:xfrm>
                <a:off x="1782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5" name="Line 52"/>
              <p:cNvSpPr/>
              <p:nvPr/>
            </p:nvSpPr>
            <p:spPr>
              <a:xfrm>
                <a:off x="1926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6" name="Line 53"/>
              <p:cNvSpPr/>
              <p:nvPr/>
            </p:nvSpPr>
            <p:spPr>
              <a:xfrm>
                <a:off x="2071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7" name="Line 54"/>
              <p:cNvSpPr/>
              <p:nvPr/>
            </p:nvSpPr>
            <p:spPr>
              <a:xfrm>
                <a:off x="22158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8" name="Line 55"/>
              <p:cNvSpPr/>
              <p:nvPr/>
            </p:nvSpPr>
            <p:spPr>
              <a:xfrm>
                <a:off x="2358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9" name="Line 56"/>
              <p:cNvSpPr/>
              <p:nvPr/>
            </p:nvSpPr>
            <p:spPr>
              <a:xfrm>
                <a:off x="2503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0" name="Line 57"/>
              <p:cNvSpPr/>
              <p:nvPr/>
            </p:nvSpPr>
            <p:spPr>
              <a:xfrm>
                <a:off x="2647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1" name="Line 58"/>
              <p:cNvSpPr/>
              <p:nvPr/>
            </p:nvSpPr>
            <p:spPr>
              <a:xfrm>
                <a:off x="2790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2" name="Line 59"/>
              <p:cNvSpPr/>
              <p:nvPr/>
            </p:nvSpPr>
            <p:spPr>
              <a:xfrm>
                <a:off x="2934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3" name="Line 60"/>
              <p:cNvSpPr/>
              <p:nvPr/>
            </p:nvSpPr>
            <p:spPr>
              <a:xfrm>
                <a:off x="3079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4" name="Line 61"/>
              <p:cNvSpPr/>
              <p:nvPr/>
            </p:nvSpPr>
            <p:spPr>
              <a:xfrm>
                <a:off x="32238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5" name="Line 62"/>
              <p:cNvSpPr/>
              <p:nvPr/>
            </p:nvSpPr>
            <p:spPr>
              <a:xfrm>
                <a:off x="3366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6" name="Line 63"/>
              <p:cNvSpPr/>
              <p:nvPr/>
            </p:nvSpPr>
            <p:spPr>
              <a:xfrm>
                <a:off x="3511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7" name="Line 64"/>
              <p:cNvSpPr/>
              <p:nvPr/>
            </p:nvSpPr>
            <p:spPr>
              <a:xfrm>
                <a:off x="3655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8" name="Line 65"/>
              <p:cNvSpPr/>
              <p:nvPr/>
            </p:nvSpPr>
            <p:spPr>
              <a:xfrm>
                <a:off x="37998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9" name="Line 66"/>
              <p:cNvSpPr/>
              <p:nvPr/>
            </p:nvSpPr>
            <p:spPr>
              <a:xfrm>
                <a:off x="3942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0" name="Line 67"/>
              <p:cNvSpPr/>
              <p:nvPr/>
            </p:nvSpPr>
            <p:spPr>
              <a:xfrm>
                <a:off x="4087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1" name="Line 68"/>
              <p:cNvSpPr/>
              <p:nvPr/>
            </p:nvSpPr>
            <p:spPr>
              <a:xfrm>
                <a:off x="42318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2" name="Line 69"/>
              <p:cNvSpPr/>
              <p:nvPr/>
            </p:nvSpPr>
            <p:spPr>
              <a:xfrm>
                <a:off x="4374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3" name="Line 70"/>
              <p:cNvSpPr/>
              <p:nvPr/>
            </p:nvSpPr>
            <p:spPr>
              <a:xfrm>
                <a:off x="4662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4" name="Line 71"/>
              <p:cNvSpPr/>
              <p:nvPr/>
            </p:nvSpPr>
            <p:spPr>
              <a:xfrm>
                <a:off x="48049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5" name="Line 72"/>
              <p:cNvSpPr/>
              <p:nvPr/>
            </p:nvSpPr>
            <p:spPr>
              <a:xfrm>
                <a:off x="4949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6" name="Line 73"/>
              <p:cNvSpPr/>
              <p:nvPr/>
            </p:nvSpPr>
            <p:spPr>
              <a:xfrm>
                <a:off x="5093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7" name="Line 74"/>
              <p:cNvSpPr/>
              <p:nvPr/>
            </p:nvSpPr>
            <p:spPr>
              <a:xfrm>
                <a:off x="52365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8" name="Line 75"/>
              <p:cNvSpPr/>
              <p:nvPr/>
            </p:nvSpPr>
            <p:spPr>
              <a:xfrm>
                <a:off x="53809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9" name="Line 76"/>
              <p:cNvSpPr/>
              <p:nvPr/>
            </p:nvSpPr>
            <p:spPr>
              <a:xfrm>
                <a:off x="5525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50" name="Line 77"/>
              <p:cNvSpPr/>
              <p:nvPr/>
            </p:nvSpPr>
            <p:spPr>
              <a:xfrm>
                <a:off x="5670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51" name="Line 78"/>
              <p:cNvSpPr/>
              <p:nvPr/>
            </p:nvSpPr>
            <p:spPr>
              <a:xfrm>
                <a:off x="58129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52" name="Line 79"/>
              <p:cNvSpPr/>
              <p:nvPr/>
            </p:nvSpPr>
            <p:spPr>
              <a:xfrm>
                <a:off x="5957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53" name="Line 80"/>
              <p:cNvSpPr/>
              <p:nvPr/>
            </p:nvSpPr>
            <p:spPr>
              <a:xfrm>
                <a:off x="6102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54" name="Line 81"/>
              <p:cNvSpPr/>
              <p:nvPr/>
            </p:nvSpPr>
            <p:spPr>
              <a:xfrm>
                <a:off x="6246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55" name="Line 82"/>
              <p:cNvSpPr/>
              <p:nvPr/>
            </p:nvSpPr>
            <p:spPr>
              <a:xfrm>
                <a:off x="6389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56" name="Line 83"/>
              <p:cNvSpPr/>
              <p:nvPr/>
            </p:nvSpPr>
            <p:spPr>
              <a:xfrm>
                <a:off x="6533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57" name="Line 84"/>
              <p:cNvSpPr/>
              <p:nvPr/>
            </p:nvSpPr>
            <p:spPr>
              <a:xfrm>
                <a:off x="6678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58" name="Line 85"/>
              <p:cNvSpPr/>
              <p:nvPr/>
            </p:nvSpPr>
            <p:spPr>
              <a:xfrm>
                <a:off x="68209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59" name="Line 86"/>
              <p:cNvSpPr/>
              <p:nvPr/>
            </p:nvSpPr>
            <p:spPr>
              <a:xfrm>
                <a:off x="6965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60" name="Line 87"/>
              <p:cNvSpPr/>
              <p:nvPr/>
            </p:nvSpPr>
            <p:spPr>
              <a:xfrm>
                <a:off x="7110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61" name="Line 88"/>
              <p:cNvSpPr/>
              <p:nvPr/>
            </p:nvSpPr>
            <p:spPr>
              <a:xfrm>
                <a:off x="7254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62" name="Line 89"/>
              <p:cNvSpPr/>
              <p:nvPr/>
            </p:nvSpPr>
            <p:spPr>
              <a:xfrm>
                <a:off x="7397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63" name="Line 90"/>
              <p:cNvSpPr/>
              <p:nvPr/>
            </p:nvSpPr>
            <p:spPr>
              <a:xfrm>
                <a:off x="7541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64" name="Line 91"/>
              <p:cNvSpPr/>
              <p:nvPr/>
            </p:nvSpPr>
            <p:spPr>
              <a:xfrm>
                <a:off x="7686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65" name="Line 92"/>
              <p:cNvSpPr/>
              <p:nvPr/>
            </p:nvSpPr>
            <p:spPr>
              <a:xfrm>
                <a:off x="78289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66" name="Line 93"/>
              <p:cNvSpPr/>
              <p:nvPr/>
            </p:nvSpPr>
            <p:spPr>
              <a:xfrm>
                <a:off x="7973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67" name="Line 94"/>
              <p:cNvSpPr/>
              <p:nvPr/>
            </p:nvSpPr>
            <p:spPr>
              <a:xfrm>
                <a:off x="8118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68" name="Line 95"/>
              <p:cNvSpPr/>
              <p:nvPr/>
            </p:nvSpPr>
            <p:spPr>
              <a:xfrm>
                <a:off x="8262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69" name="Line 96"/>
              <p:cNvSpPr/>
              <p:nvPr/>
            </p:nvSpPr>
            <p:spPr>
              <a:xfrm>
                <a:off x="8405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70" name="Line 97"/>
              <p:cNvSpPr/>
              <p:nvPr/>
            </p:nvSpPr>
            <p:spPr>
              <a:xfrm>
                <a:off x="8549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71" name="Line 98"/>
              <p:cNvSpPr/>
              <p:nvPr/>
            </p:nvSpPr>
            <p:spPr>
              <a:xfrm>
                <a:off x="8694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72" name="Line 99"/>
              <p:cNvSpPr/>
              <p:nvPr/>
            </p:nvSpPr>
            <p:spPr>
              <a:xfrm>
                <a:off x="198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73" name="Line 100"/>
              <p:cNvSpPr/>
              <p:nvPr/>
            </p:nvSpPr>
            <p:spPr>
              <a:xfrm>
                <a:off x="8838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74" name="Line 99"/>
              <p:cNvSpPr/>
              <p:nvPr/>
            </p:nvSpPr>
            <p:spPr>
              <a:xfrm>
                <a:off x="8983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75" name="Line 99"/>
              <p:cNvSpPr/>
              <p:nvPr/>
            </p:nvSpPr>
            <p:spPr>
              <a:xfrm>
                <a:off x="9126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76" name="Line 99"/>
              <p:cNvSpPr/>
              <p:nvPr/>
            </p:nvSpPr>
            <p:spPr>
              <a:xfrm>
                <a:off x="9270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77" name="Line 99"/>
              <p:cNvSpPr/>
              <p:nvPr/>
            </p:nvSpPr>
            <p:spPr>
              <a:xfrm>
                <a:off x="9415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78" name="Line 99"/>
              <p:cNvSpPr/>
              <p:nvPr/>
            </p:nvSpPr>
            <p:spPr>
              <a:xfrm>
                <a:off x="9557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79" name="Line 70"/>
              <p:cNvSpPr/>
              <p:nvPr/>
            </p:nvSpPr>
            <p:spPr>
              <a:xfrm>
                <a:off x="4517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grpSp>
        <p:sp>
          <p:nvSpPr>
            <p:cNvPr id="180" name="Rectangle 104"/>
            <p:cNvSpPr/>
            <p:nvPr/>
          </p:nvSpPr>
          <p:spPr>
            <a:xfrm>
              <a:off x="198000" y="1153800"/>
              <a:ext cx="9505440" cy="5038200"/>
            </a:xfrm>
            <a:prstGeom prst="rect">
              <a:avLst/>
            </a:prstGeom>
            <a:noFill/>
            <a:ln w="6350">
              <a:noFill/>
            </a:ln>
          </p:spPr>
          <p:style>
            <a:lnRef idx="0"/>
            <a:fillRef idx="0"/>
            <a:effectRef idx="0"/>
            <a:fontRef idx="minor"/>
          </p:style>
          <p:txBody>
            <a:bodyPr wrap="none" lIns="90000" rIns="90000" tIns="45000" bIns="45000" anchor="ctr">
              <a:noAutofit/>
            </a:bodyPr>
            <a:p>
              <a:pPr defTabSz="457200">
                <a:lnSpc>
                  <a:spcPct val="100000"/>
                </a:lnSpc>
              </a:pPr>
              <a:endParaRPr b="0" lang="en-US" sz="1800" strike="noStrike" u="none">
                <a:solidFill>
                  <a:schemeClr val="dk1"/>
                </a:solidFill>
                <a:effectLst/>
                <a:uFillTx/>
                <a:latin typeface="Meiryo UI"/>
                <a:ea typeface="Meiryo UI"/>
              </a:endParaRPr>
            </a:p>
          </p:txBody>
        </p:sp>
        <p:grpSp>
          <p:nvGrpSpPr>
            <p:cNvPr id="181" name="グループ化 15"/>
            <p:cNvGrpSpPr/>
            <p:nvPr/>
          </p:nvGrpSpPr>
          <p:grpSpPr>
            <a:xfrm>
              <a:off x="198000" y="1295280"/>
              <a:ext cx="9504000" cy="4897440"/>
              <a:chOff x="198000" y="1295280"/>
              <a:chExt cx="9504000" cy="4897440"/>
            </a:xfrm>
          </p:grpSpPr>
          <p:sp>
            <p:nvSpPr>
              <p:cNvPr id="182" name="Line 4"/>
              <p:cNvSpPr/>
              <p:nvPr/>
            </p:nvSpPr>
            <p:spPr>
              <a:xfrm>
                <a:off x="198000" y="6192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83" name="Line 5"/>
              <p:cNvSpPr/>
              <p:nvPr/>
            </p:nvSpPr>
            <p:spPr>
              <a:xfrm>
                <a:off x="198000" y="6048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84" name="Line 6"/>
              <p:cNvSpPr/>
              <p:nvPr/>
            </p:nvSpPr>
            <p:spPr>
              <a:xfrm>
                <a:off x="198000" y="5904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85" name="Line 7"/>
              <p:cNvSpPr/>
              <p:nvPr/>
            </p:nvSpPr>
            <p:spPr>
              <a:xfrm>
                <a:off x="198000" y="5760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86" name="Line 8"/>
              <p:cNvSpPr/>
              <p:nvPr/>
            </p:nvSpPr>
            <p:spPr>
              <a:xfrm>
                <a:off x="198000" y="5616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87" name="Line 9"/>
              <p:cNvSpPr/>
              <p:nvPr/>
            </p:nvSpPr>
            <p:spPr>
              <a:xfrm>
                <a:off x="198000" y="5472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88" name="Line 10"/>
              <p:cNvSpPr/>
              <p:nvPr/>
            </p:nvSpPr>
            <p:spPr>
              <a:xfrm>
                <a:off x="198000" y="5328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89" name="Line 11"/>
              <p:cNvSpPr/>
              <p:nvPr/>
            </p:nvSpPr>
            <p:spPr>
              <a:xfrm>
                <a:off x="198000" y="5184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90" name="Line 12"/>
              <p:cNvSpPr/>
              <p:nvPr/>
            </p:nvSpPr>
            <p:spPr>
              <a:xfrm>
                <a:off x="198000" y="5040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91" name="Line 13"/>
              <p:cNvSpPr/>
              <p:nvPr/>
            </p:nvSpPr>
            <p:spPr>
              <a:xfrm>
                <a:off x="198000" y="4896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92" name="Line 14"/>
              <p:cNvSpPr/>
              <p:nvPr/>
            </p:nvSpPr>
            <p:spPr>
              <a:xfrm>
                <a:off x="198000" y="4752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93" name="Line 15"/>
              <p:cNvSpPr/>
              <p:nvPr/>
            </p:nvSpPr>
            <p:spPr>
              <a:xfrm>
                <a:off x="198000" y="4608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94" name="Line 16"/>
              <p:cNvSpPr/>
              <p:nvPr/>
            </p:nvSpPr>
            <p:spPr>
              <a:xfrm>
                <a:off x="198000" y="4464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95" name="Line 17"/>
              <p:cNvSpPr/>
              <p:nvPr/>
            </p:nvSpPr>
            <p:spPr>
              <a:xfrm>
                <a:off x="198000" y="4320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96" name="Line 18"/>
              <p:cNvSpPr/>
              <p:nvPr/>
            </p:nvSpPr>
            <p:spPr>
              <a:xfrm>
                <a:off x="198000" y="4176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97" name="Line 19"/>
              <p:cNvSpPr/>
              <p:nvPr/>
            </p:nvSpPr>
            <p:spPr>
              <a:xfrm>
                <a:off x="198000" y="4032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98" name="Line 20"/>
              <p:cNvSpPr/>
              <p:nvPr/>
            </p:nvSpPr>
            <p:spPr>
              <a:xfrm>
                <a:off x="198000" y="3888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99" name="Line 21"/>
              <p:cNvSpPr/>
              <p:nvPr/>
            </p:nvSpPr>
            <p:spPr>
              <a:xfrm>
                <a:off x="198000" y="3744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200" name="Line 22"/>
              <p:cNvSpPr/>
              <p:nvPr/>
            </p:nvSpPr>
            <p:spPr>
              <a:xfrm>
                <a:off x="198000" y="3600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201" name="Line 23"/>
              <p:cNvSpPr/>
              <p:nvPr/>
            </p:nvSpPr>
            <p:spPr>
              <a:xfrm>
                <a:off x="198000" y="3456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202" name="Line 24"/>
              <p:cNvSpPr/>
              <p:nvPr/>
            </p:nvSpPr>
            <p:spPr>
              <a:xfrm>
                <a:off x="198000" y="3311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203" name="Line 25"/>
              <p:cNvSpPr/>
              <p:nvPr/>
            </p:nvSpPr>
            <p:spPr>
              <a:xfrm>
                <a:off x="198000" y="3167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204" name="Line 26"/>
              <p:cNvSpPr/>
              <p:nvPr/>
            </p:nvSpPr>
            <p:spPr>
              <a:xfrm>
                <a:off x="198000" y="3023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205" name="Line 28"/>
              <p:cNvSpPr/>
              <p:nvPr/>
            </p:nvSpPr>
            <p:spPr>
              <a:xfrm>
                <a:off x="198000" y="2879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206" name="Line 29"/>
              <p:cNvSpPr/>
              <p:nvPr/>
            </p:nvSpPr>
            <p:spPr>
              <a:xfrm>
                <a:off x="198000" y="2735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207" name="Line 30"/>
              <p:cNvSpPr/>
              <p:nvPr/>
            </p:nvSpPr>
            <p:spPr>
              <a:xfrm>
                <a:off x="198000" y="2591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208" name="Line 31"/>
              <p:cNvSpPr/>
              <p:nvPr/>
            </p:nvSpPr>
            <p:spPr>
              <a:xfrm>
                <a:off x="198000" y="2447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209" name="Line 32"/>
              <p:cNvSpPr/>
              <p:nvPr/>
            </p:nvSpPr>
            <p:spPr>
              <a:xfrm>
                <a:off x="198000" y="2303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210" name="Line 33"/>
              <p:cNvSpPr/>
              <p:nvPr/>
            </p:nvSpPr>
            <p:spPr>
              <a:xfrm>
                <a:off x="198000" y="2159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211" name="Line 34"/>
              <p:cNvSpPr/>
              <p:nvPr/>
            </p:nvSpPr>
            <p:spPr>
              <a:xfrm>
                <a:off x="198000" y="2015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212" name="Line 35"/>
              <p:cNvSpPr/>
              <p:nvPr/>
            </p:nvSpPr>
            <p:spPr>
              <a:xfrm>
                <a:off x="198000" y="187128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213" name="Line 36"/>
              <p:cNvSpPr/>
              <p:nvPr/>
            </p:nvSpPr>
            <p:spPr>
              <a:xfrm>
                <a:off x="198000" y="172728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214" name="Line 37"/>
              <p:cNvSpPr/>
              <p:nvPr/>
            </p:nvSpPr>
            <p:spPr>
              <a:xfrm>
                <a:off x="198000" y="158328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215" name="Line 38"/>
              <p:cNvSpPr/>
              <p:nvPr/>
            </p:nvSpPr>
            <p:spPr>
              <a:xfrm>
                <a:off x="198000" y="143928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216" name="Line 39"/>
              <p:cNvSpPr/>
              <p:nvPr/>
            </p:nvSpPr>
            <p:spPr>
              <a:xfrm>
                <a:off x="198000" y="129528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grpSp>
      </p:grpSp>
      <p:sp>
        <p:nvSpPr>
          <p:cNvPr id="217" name="正方形/長方形 2"/>
          <p:cNvSpPr/>
          <p:nvPr/>
        </p:nvSpPr>
        <p:spPr>
          <a:xfrm>
            <a:off x="196200" y="502920"/>
            <a:ext cx="9503640" cy="45360"/>
          </a:xfrm>
          <a:prstGeom prst="rect">
            <a:avLst/>
          </a:prstGeom>
          <a:solidFill>
            <a:schemeClr val="bg1"/>
          </a:solidFill>
          <a:ln w="0">
            <a:noFill/>
          </a:ln>
        </p:spPr>
        <p:style>
          <a:lnRef idx="0"/>
          <a:fillRef idx="0"/>
          <a:effectRef idx="0"/>
          <a:fontRef idx="minor"/>
        </p:style>
        <p:txBody>
          <a:bodyPr lIns="90000" rIns="90000" tIns="720" bIns="720" anchor="ctr">
            <a:noAutofit/>
          </a:bodyPr>
          <a:p>
            <a:pPr defTabSz="457200">
              <a:lnSpc>
                <a:spcPct val="100000"/>
              </a:lnSpc>
              <a:spcAft>
                <a:spcPts val="601"/>
              </a:spcAft>
            </a:pPr>
            <a:endParaRPr b="0" lang="en-US" sz="1800" strike="noStrike" u="none">
              <a:solidFill>
                <a:schemeClr val="dk1"/>
              </a:solidFill>
              <a:effectLst/>
              <a:uFillTx/>
              <a:latin typeface="Meiryo UI"/>
              <a:ea typeface="Meiryo UI"/>
            </a:endParaRPr>
          </a:p>
        </p:txBody>
      </p:sp>
      <p:cxnSp>
        <p:nvCxnSpPr>
          <p:cNvPr id="218" name="直線コネクタ 4"/>
          <p:cNvCxnSpPr/>
          <p:nvPr/>
        </p:nvCxnSpPr>
        <p:spPr>
          <a:xfrm>
            <a:off x="198000" y="529200"/>
            <a:ext cx="9502200" cy="360"/>
          </a:xfrm>
          <a:prstGeom prst="straightConnector1">
            <a:avLst/>
          </a:prstGeom>
          <a:ln w="19050">
            <a:solidFill>
              <a:srgbClr val="000000"/>
            </a:solidFill>
          </a:ln>
        </p:spPr>
      </p:cxnSp>
      <p:sp>
        <p:nvSpPr>
          <p:cNvPr id="219" name="PlaceHolder 1"/>
          <p:cNvSpPr>
            <a:spLocks noGrp="1"/>
          </p:cNvSpPr>
          <p:nvPr>
            <p:ph type="title"/>
          </p:nvPr>
        </p:nvSpPr>
        <p:spPr>
          <a:xfrm>
            <a:off x="199440" y="136800"/>
            <a:ext cx="9505440" cy="369000"/>
          </a:xfrm>
          <a:prstGeom prst="rect">
            <a:avLst/>
          </a:prstGeom>
          <a:noFill/>
          <a:ln w="0">
            <a:noFill/>
          </a:ln>
        </p:spPr>
        <p:txBody>
          <a:bodyPr lIns="36000" rIns="0" tIns="45720" bIns="45720" anchor="ctr">
            <a:noAutofit/>
          </a:bodyPr>
          <a:p>
            <a:pPr indent="0" defTabSz="914400">
              <a:lnSpc>
                <a:spcPct val="90000"/>
              </a:lnSpc>
              <a:buNone/>
            </a:pPr>
            <a:r>
              <a:rPr b="1" lang="ja-JP" sz="2000" strike="noStrike" u="none">
                <a:solidFill>
                  <a:schemeClr val="dk1"/>
                </a:solidFill>
                <a:effectLst/>
                <a:uFillTx/>
                <a:latin typeface="Meiryo UI"/>
                <a:ea typeface="Meiryo UI"/>
              </a:rPr>
              <a:t>マスター タイトルの書式設定</a:t>
            </a:r>
            <a:endParaRPr b="0" lang="en-US" sz="2000" strike="noStrike" u="none">
              <a:solidFill>
                <a:schemeClr val="dk1"/>
              </a:solidFill>
              <a:effectLst/>
              <a:uFillTx/>
              <a:latin typeface="Meiryo UI"/>
            </a:endParaRPr>
          </a:p>
        </p:txBody>
      </p:sp>
      <p:sp>
        <p:nvSpPr>
          <p:cNvPr id="220" name="PlaceHolder 2"/>
          <p:cNvSpPr>
            <a:spLocks noGrp="1"/>
          </p:cNvSpPr>
          <p:nvPr>
            <p:ph type="body"/>
          </p:nvPr>
        </p:nvSpPr>
        <p:spPr>
          <a:xfrm>
            <a:off x="200160" y="586080"/>
            <a:ext cx="9505440" cy="640080"/>
          </a:xfrm>
          <a:prstGeom prst="rect">
            <a:avLst/>
          </a:prstGeom>
          <a:noFill/>
          <a:ln w="0">
            <a:noFill/>
          </a:ln>
        </p:spPr>
        <p:txBody>
          <a:bodyPr lIns="36000" rIns="0" tIns="45720" bIns="45720" anchor="t">
            <a:noAutofit/>
          </a:bodyPr>
          <a:p>
            <a:pPr marL="180000" indent="-180000" defTabSz="914400">
              <a:lnSpc>
                <a:spcPct val="90000"/>
              </a:lnSpc>
              <a:spcAft>
                <a:spcPts val="601"/>
              </a:spcAft>
              <a:buClr>
                <a:srgbClr val="000000"/>
              </a:buClr>
              <a:buFont typeface="Arial"/>
              <a:buChar char="•"/>
            </a:pPr>
            <a:r>
              <a:rPr b="0" lang="ja-JP" sz="1600" strike="noStrike" u="none">
                <a:solidFill>
                  <a:schemeClr val="dk1"/>
                </a:solidFill>
                <a:effectLst/>
                <a:uFillTx/>
                <a:latin typeface="Meiryo UI"/>
                <a:ea typeface="Meiryo UI"/>
              </a:rPr>
              <a:t>マスター テキストの書式設定</a:t>
            </a:r>
            <a:endParaRPr b="0" lang="en-US" sz="1600" strike="noStrike" u="none">
              <a:solidFill>
                <a:schemeClr val="dk1"/>
              </a:solidFill>
              <a:effectLst/>
              <a:uFillTx/>
              <a:latin typeface="Meiryo UI"/>
            </a:endParaRPr>
          </a:p>
          <a:p>
            <a:pPr marL="180000" indent="-180000" defTabSz="914400">
              <a:lnSpc>
                <a:spcPct val="90000"/>
              </a:lnSpc>
              <a:spcAft>
                <a:spcPts val="601"/>
              </a:spcAft>
              <a:buClr>
                <a:srgbClr val="000000"/>
              </a:buClr>
              <a:buFont typeface="Arial"/>
              <a:buChar char="•"/>
            </a:pPr>
            <a:r>
              <a:rPr b="0" lang="ja-JP" sz="1600" strike="noStrike" u="none">
                <a:solidFill>
                  <a:schemeClr val="dk1"/>
                </a:solidFill>
                <a:effectLst/>
                <a:uFillTx/>
                <a:latin typeface="Meiryo UI"/>
                <a:ea typeface="Meiryo UI"/>
              </a:rPr>
              <a:t>第 </a:t>
            </a:r>
            <a:r>
              <a:rPr b="0" lang="en-US" sz="1600" strike="noStrike" u="none">
                <a:solidFill>
                  <a:schemeClr val="dk1"/>
                </a:solidFill>
                <a:effectLst/>
                <a:uFillTx/>
                <a:latin typeface="Meiryo UI"/>
                <a:ea typeface="Meiryo UI"/>
              </a:rPr>
              <a:t>2 </a:t>
            </a:r>
            <a:r>
              <a:rPr b="0" lang="ja-JP" sz="1600" strike="noStrike" u="none">
                <a:solidFill>
                  <a:schemeClr val="dk1"/>
                </a:solidFill>
                <a:effectLst/>
                <a:uFillTx/>
                <a:latin typeface="Meiryo UI"/>
                <a:ea typeface="Meiryo UI"/>
              </a:rPr>
              <a:t>レベル</a:t>
            </a:r>
            <a:endParaRPr b="0" lang="en-US" sz="1600" strike="noStrike" u="none">
              <a:solidFill>
                <a:schemeClr val="dk1"/>
              </a:solidFill>
              <a:effectLst/>
              <a:uFillTx/>
              <a:latin typeface="Meiryo UI"/>
            </a:endParaRPr>
          </a:p>
        </p:txBody>
      </p:sp>
      <p:sp>
        <p:nvSpPr>
          <p:cNvPr id="221" name="テキスト プレースホルダー 3"/>
          <p:cNvSpPr/>
          <p:nvPr/>
        </p:nvSpPr>
        <p:spPr>
          <a:xfrm>
            <a:off x="9964440" y="6561360"/>
            <a:ext cx="388800" cy="215640"/>
          </a:xfrm>
          <a:prstGeom prst="rect">
            <a:avLst/>
          </a:prstGeom>
          <a:noFill/>
          <a:ln w="0">
            <a:noFill/>
          </a:ln>
        </p:spPr>
        <p:style>
          <a:lnRef idx="0"/>
          <a:fillRef idx="0"/>
          <a:effectRef idx="0"/>
          <a:fontRef idx="minor"/>
        </p:style>
        <p:txBody>
          <a:bodyPr wrap="none" lIns="0" rIns="36000" tIns="45000" bIns="45000" anchor="ctr">
            <a:noAutofit/>
          </a:bodyPr>
          <a:p>
            <a:pPr algn="ctr" defTabSz="914400">
              <a:lnSpc>
                <a:spcPct val="90000"/>
              </a:lnSpc>
              <a:spcBef>
                <a:spcPts val="1001"/>
              </a:spcBef>
              <a:tabLst>
                <a:tab algn="l" pos="0"/>
              </a:tabLst>
            </a:pPr>
            <a:fld id="{33C8EE5C-DAEC-4919-87D4-BD0125A24714}" type="slidenum">
              <a:rPr b="0" lang="en-US" sz="1200" strike="noStrike" u="none">
                <a:solidFill>
                  <a:schemeClr val="dk1"/>
                </a:solidFill>
                <a:effectLst/>
                <a:uFillTx/>
                <a:latin typeface="Meiryo UI"/>
                <a:ea typeface="Meiryo UI"/>
              </a:rPr>
              <a:t>&lt;番号&gt;</a:t>
            </a:fld>
            <a:endParaRPr b="0" lang="en-US" sz="1200" strike="noStrike" u="non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メッセージ部分行頭文字ver.2">
    <p:bg>
      <p:bgPr>
        <a:solidFill>
          <a:srgbClr val="ffffff"/>
        </a:solidFill>
      </p:bgPr>
    </p:bg>
    <p:spTree>
      <p:nvGrpSpPr>
        <p:cNvPr id="1" name=""/>
        <p:cNvGrpSpPr/>
        <p:nvPr/>
      </p:nvGrpSpPr>
      <p:grpSpPr>
        <a:xfrm>
          <a:off x="0" y="0"/>
          <a:ext cx="0" cy="0"/>
          <a:chOff x="0" y="0"/>
          <a:chExt cx="0" cy="0"/>
        </a:xfrm>
      </p:grpSpPr>
      <p:cxnSp>
        <p:nvCxnSpPr>
          <p:cNvPr id="222" name="直線コネクタ 117"/>
          <p:cNvCxnSpPr/>
          <p:nvPr/>
        </p:nvCxnSpPr>
        <p:spPr>
          <a:xfrm>
            <a:off x="199440" y="515520"/>
            <a:ext cx="9504360" cy="360"/>
          </a:xfrm>
          <a:prstGeom prst="straightConnector1">
            <a:avLst/>
          </a:prstGeom>
          <a:ln w="12700">
            <a:solidFill>
              <a:srgbClr val="455f51"/>
            </a:solidFill>
          </a:ln>
        </p:spPr>
      </p:cxnSp>
      <p:grpSp>
        <p:nvGrpSpPr>
          <p:cNvPr id="223" name="グループ化 12"/>
          <p:cNvGrpSpPr/>
          <p:nvPr/>
        </p:nvGrpSpPr>
        <p:grpSpPr>
          <a:xfrm>
            <a:off x="198000" y="1153800"/>
            <a:ext cx="9505440" cy="5040000"/>
            <a:chOff x="198000" y="1153800"/>
            <a:chExt cx="9505440" cy="5040000"/>
          </a:xfrm>
        </p:grpSpPr>
        <p:grpSp>
          <p:nvGrpSpPr>
            <p:cNvPr id="224" name="Group 40"/>
            <p:cNvGrpSpPr/>
            <p:nvPr/>
          </p:nvGrpSpPr>
          <p:grpSpPr>
            <a:xfrm>
              <a:off x="198000" y="1153800"/>
              <a:ext cx="9360000" cy="5040000"/>
              <a:chOff x="198000" y="1153800"/>
              <a:chExt cx="9360000" cy="5040000"/>
            </a:xfrm>
          </p:grpSpPr>
          <p:sp>
            <p:nvSpPr>
              <p:cNvPr id="225" name="Line 41"/>
              <p:cNvSpPr/>
              <p:nvPr/>
            </p:nvSpPr>
            <p:spPr>
              <a:xfrm>
                <a:off x="342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26" name="Line 42"/>
              <p:cNvSpPr/>
              <p:nvPr/>
            </p:nvSpPr>
            <p:spPr>
              <a:xfrm>
                <a:off x="486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27" name="Line 43"/>
              <p:cNvSpPr/>
              <p:nvPr/>
            </p:nvSpPr>
            <p:spPr>
              <a:xfrm>
                <a:off x="631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28" name="Line 44"/>
              <p:cNvSpPr/>
              <p:nvPr/>
            </p:nvSpPr>
            <p:spPr>
              <a:xfrm>
                <a:off x="774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29" name="Line 45"/>
              <p:cNvSpPr/>
              <p:nvPr/>
            </p:nvSpPr>
            <p:spPr>
              <a:xfrm>
                <a:off x="918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30" name="Line 46"/>
              <p:cNvSpPr/>
              <p:nvPr/>
            </p:nvSpPr>
            <p:spPr>
              <a:xfrm>
                <a:off x="1063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31" name="Line 47"/>
              <p:cNvSpPr/>
              <p:nvPr/>
            </p:nvSpPr>
            <p:spPr>
              <a:xfrm>
                <a:off x="1207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32" name="Line 48"/>
              <p:cNvSpPr/>
              <p:nvPr/>
            </p:nvSpPr>
            <p:spPr>
              <a:xfrm>
                <a:off x="1350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33" name="Line 49"/>
              <p:cNvSpPr/>
              <p:nvPr/>
            </p:nvSpPr>
            <p:spPr>
              <a:xfrm>
                <a:off x="1494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34" name="Line 50"/>
              <p:cNvSpPr/>
              <p:nvPr/>
            </p:nvSpPr>
            <p:spPr>
              <a:xfrm>
                <a:off x="1639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35" name="Line 51"/>
              <p:cNvSpPr/>
              <p:nvPr/>
            </p:nvSpPr>
            <p:spPr>
              <a:xfrm>
                <a:off x="1782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36" name="Line 52"/>
              <p:cNvSpPr/>
              <p:nvPr/>
            </p:nvSpPr>
            <p:spPr>
              <a:xfrm>
                <a:off x="1926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37" name="Line 53"/>
              <p:cNvSpPr/>
              <p:nvPr/>
            </p:nvSpPr>
            <p:spPr>
              <a:xfrm>
                <a:off x="2071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38" name="Line 54"/>
              <p:cNvSpPr/>
              <p:nvPr/>
            </p:nvSpPr>
            <p:spPr>
              <a:xfrm>
                <a:off x="22158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39" name="Line 55"/>
              <p:cNvSpPr/>
              <p:nvPr/>
            </p:nvSpPr>
            <p:spPr>
              <a:xfrm>
                <a:off x="2358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40" name="Line 56"/>
              <p:cNvSpPr/>
              <p:nvPr/>
            </p:nvSpPr>
            <p:spPr>
              <a:xfrm>
                <a:off x="2503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41" name="Line 57"/>
              <p:cNvSpPr/>
              <p:nvPr/>
            </p:nvSpPr>
            <p:spPr>
              <a:xfrm>
                <a:off x="2647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42" name="Line 58"/>
              <p:cNvSpPr/>
              <p:nvPr/>
            </p:nvSpPr>
            <p:spPr>
              <a:xfrm>
                <a:off x="2790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43" name="Line 59"/>
              <p:cNvSpPr/>
              <p:nvPr/>
            </p:nvSpPr>
            <p:spPr>
              <a:xfrm>
                <a:off x="2934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44" name="Line 60"/>
              <p:cNvSpPr/>
              <p:nvPr/>
            </p:nvSpPr>
            <p:spPr>
              <a:xfrm>
                <a:off x="3079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45" name="Line 61"/>
              <p:cNvSpPr/>
              <p:nvPr/>
            </p:nvSpPr>
            <p:spPr>
              <a:xfrm>
                <a:off x="32238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46" name="Line 62"/>
              <p:cNvSpPr/>
              <p:nvPr/>
            </p:nvSpPr>
            <p:spPr>
              <a:xfrm>
                <a:off x="3366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47" name="Line 63"/>
              <p:cNvSpPr/>
              <p:nvPr/>
            </p:nvSpPr>
            <p:spPr>
              <a:xfrm>
                <a:off x="3511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48" name="Line 64"/>
              <p:cNvSpPr/>
              <p:nvPr/>
            </p:nvSpPr>
            <p:spPr>
              <a:xfrm>
                <a:off x="3655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49" name="Line 65"/>
              <p:cNvSpPr/>
              <p:nvPr/>
            </p:nvSpPr>
            <p:spPr>
              <a:xfrm>
                <a:off x="37998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50" name="Line 66"/>
              <p:cNvSpPr/>
              <p:nvPr/>
            </p:nvSpPr>
            <p:spPr>
              <a:xfrm>
                <a:off x="3942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51" name="Line 67"/>
              <p:cNvSpPr/>
              <p:nvPr/>
            </p:nvSpPr>
            <p:spPr>
              <a:xfrm>
                <a:off x="4087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52" name="Line 68"/>
              <p:cNvSpPr/>
              <p:nvPr/>
            </p:nvSpPr>
            <p:spPr>
              <a:xfrm>
                <a:off x="42318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53" name="Line 69"/>
              <p:cNvSpPr/>
              <p:nvPr/>
            </p:nvSpPr>
            <p:spPr>
              <a:xfrm>
                <a:off x="4374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54" name="Line 70"/>
              <p:cNvSpPr/>
              <p:nvPr/>
            </p:nvSpPr>
            <p:spPr>
              <a:xfrm>
                <a:off x="4662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55" name="Line 71"/>
              <p:cNvSpPr/>
              <p:nvPr/>
            </p:nvSpPr>
            <p:spPr>
              <a:xfrm>
                <a:off x="48049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56" name="Line 72"/>
              <p:cNvSpPr/>
              <p:nvPr/>
            </p:nvSpPr>
            <p:spPr>
              <a:xfrm>
                <a:off x="4949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57" name="Line 73"/>
              <p:cNvSpPr/>
              <p:nvPr/>
            </p:nvSpPr>
            <p:spPr>
              <a:xfrm>
                <a:off x="5093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58" name="Line 74"/>
              <p:cNvSpPr/>
              <p:nvPr/>
            </p:nvSpPr>
            <p:spPr>
              <a:xfrm>
                <a:off x="52365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59" name="Line 75"/>
              <p:cNvSpPr/>
              <p:nvPr/>
            </p:nvSpPr>
            <p:spPr>
              <a:xfrm>
                <a:off x="53809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60" name="Line 76"/>
              <p:cNvSpPr/>
              <p:nvPr/>
            </p:nvSpPr>
            <p:spPr>
              <a:xfrm>
                <a:off x="5525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61" name="Line 77"/>
              <p:cNvSpPr/>
              <p:nvPr/>
            </p:nvSpPr>
            <p:spPr>
              <a:xfrm>
                <a:off x="5670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62" name="Line 78"/>
              <p:cNvSpPr/>
              <p:nvPr/>
            </p:nvSpPr>
            <p:spPr>
              <a:xfrm>
                <a:off x="58129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63" name="Line 79"/>
              <p:cNvSpPr/>
              <p:nvPr/>
            </p:nvSpPr>
            <p:spPr>
              <a:xfrm>
                <a:off x="5957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64" name="Line 80"/>
              <p:cNvSpPr/>
              <p:nvPr/>
            </p:nvSpPr>
            <p:spPr>
              <a:xfrm>
                <a:off x="6102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65" name="Line 81"/>
              <p:cNvSpPr/>
              <p:nvPr/>
            </p:nvSpPr>
            <p:spPr>
              <a:xfrm>
                <a:off x="6246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66" name="Line 82"/>
              <p:cNvSpPr/>
              <p:nvPr/>
            </p:nvSpPr>
            <p:spPr>
              <a:xfrm>
                <a:off x="6389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67" name="Line 83"/>
              <p:cNvSpPr/>
              <p:nvPr/>
            </p:nvSpPr>
            <p:spPr>
              <a:xfrm>
                <a:off x="6533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68" name="Line 84"/>
              <p:cNvSpPr/>
              <p:nvPr/>
            </p:nvSpPr>
            <p:spPr>
              <a:xfrm>
                <a:off x="6678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69" name="Line 85"/>
              <p:cNvSpPr/>
              <p:nvPr/>
            </p:nvSpPr>
            <p:spPr>
              <a:xfrm>
                <a:off x="68209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70" name="Line 86"/>
              <p:cNvSpPr/>
              <p:nvPr/>
            </p:nvSpPr>
            <p:spPr>
              <a:xfrm>
                <a:off x="6965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71" name="Line 87"/>
              <p:cNvSpPr/>
              <p:nvPr/>
            </p:nvSpPr>
            <p:spPr>
              <a:xfrm>
                <a:off x="7110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72" name="Line 88"/>
              <p:cNvSpPr/>
              <p:nvPr/>
            </p:nvSpPr>
            <p:spPr>
              <a:xfrm>
                <a:off x="7254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73" name="Line 89"/>
              <p:cNvSpPr/>
              <p:nvPr/>
            </p:nvSpPr>
            <p:spPr>
              <a:xfrm>
                <a:off x="7397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74" name="Line 90"/>
              <p:cNvSpPr/>
              <p:nvPr/>
            </p:nvSpPr>
            <p:spPr>
              <a:xfrm>
                <a:off x="7541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75" name="Line 91"/>
              <p:cNvSpPr/>
              <p:nvPr/>
            </p:nvSpPr>
            <p:spPr>
              <a:xfrm>
                <a:off x="7686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76" name="Line 92"/>
              <p:cNvSpPr/>
              <p:nvPr/>
            </p:nvSpPr>
            <p:spPr>
              <a:xfrm>
                <a:off x="78289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77" name="Line 93"/>
              <p:cNvSpPr/>
              <p:nvPr/>
            </p:nvSpPr>
            <p:spPr>
              <a:xfrm>
                <a:off x="7973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78" name="Line 94"/>
              <p:cNvSpPr/>
              <p:nvPr/>
            </p:nvSpPr>
            <p:spPr>
              <a:xfrm>
                <a:off x="8118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79" name="Line 95"/>
              <p:cNvSpPr/>
              <p:nvPr/>
            </p:nvSpPr>
            <p:spPr>
              <a:xfrm>
                <a:off x="8262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80" name="Line 96"/>
              <p:cNvSpPr/>
              <p:nvPr/>
            </p:nvSpPr>
            <p:spPr>
              <a:xfrm>
                <a:off x="8405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81" name="Line 97"/>
              <p:cNvSpPr/>
              <p:nvPr/>
            </p:nvSpPr>
            <p:spPr>
              <a:xfrm>
                <a:off x="8549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82" name="Line 98"/>
              <p:cNvSpPr/>
              <p:nvPr/>
            </p:nvSpPr>
            <p:spPr>
              <a:xfrm>
                <a:off x="8694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83" name="Line 99"/>
              <p:cNvSpPr/>
              <p:nvPr/>
            </p:nvSpPr>
            <p:spPr>
              <a:xfrm>
                <a:off x="198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84" name="Line 100"/>
              <p:cNvSpPr/>
              <p:nvPr/>
            </p:nvSpPr>
            <p:spPr>
              <a:xfrm>
                <a:off x="8838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85" name="Line 99"/>
              <p:cNvSpPr/>
              <p:nvPr/>
            </p:nvSpPr>
            <p:spPr>
              <a:xfrm>
                <a:off x="8983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86" name="Line 99"/>
              <p:cNvSpPr/>
              <p:nvPr/>
            </p:nvSpPr>
            <p:spPr>
              <a:xfrm>
                <a:off x="9126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87" name="Line 99"/>
              <p:cNvSpPr/>
              <p:nvPr/>
            </p:nvSpPr>
            <p:spPr>
              <a:xfrm>
                <a:off x="9270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88" name="Line 99"/>
              <p:cNvSpPr/>
              <p:nvPr/>
            </p:nvSpPr>
            <p:spPr>
              <a:xfrm>
                <a:off x="9415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89" name="Line 99"/>
              <p:cNvSpPr/>
              <p:nvPr/>
            </p:nvSpPr>
            <p:spPr>
              <a:xfrm>
                <a:off x="9557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290" name="Line 70"/>
              <p:cNvSpPr/>
              <p:nvPr/>
            </p:nvSpPr>
            <p:spPr>
              <a:xfrm>
                <a:off x="4517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grpSp>
        <p:sp>
          <p:nvSpPr>
            <p:cNvPr id="291" name="Rectangle 104"/>
            <p:cNvSpPr/>
            <p:nvPr/>
          </p:nvSpPr>
          <p:spPr>
            <a:xfrm>
              <a:off x="198000" y="1153800"/>
              <a:ext cx="9505440" cy="5038200"/>
            </a:xfrm>
            <a:prstGeom prst="rect">
              <a:avLst/>
            </a:prstGeom>
            <a:noFill/>
            <a:ln w="6350">
              <a:noFill/>
            </a:ln>
          </p:spPr>
          <p:style>
            <a:lnRef idx="0"/>
            <a:fillRef idx="0"/>
            <a:effectRef idx="0"/>
            <a:fontRef idx="minor"/>
          </p:style>
          <p:txBody>
            <a:bodyPr wrap="none" lIns="90000" rIns="90000" tIns="45000" bIns="45000" anchor="ctr">
              <a:noAutofit/>
            </a:bodyPr>
            <a:p>
              <a:pPr defTabSz="457200">
                <a:lnSpc>
                  <a:spcPct val="100000"/>
                </a:lnSpc>
              </a:pPr>
              <a:endParaRPr b="0" lang="en-US" sz="1800" strike="noStrike" u="none">
                <a:solidFill>
                  <a:schemeClr val="dk1"/>
                </a:solidFill>
                <a:effectLst/>
                <a:uFillTx/>
                <a:latin typeface="Meiryo UI"/>
                <a:ea typeface="Meiryo UI"/>
              </a:endParaRPr>
            </a:p>
          </p:txBody>
        </p:sp>
        <p:grpSp>
          <p:nvGrpSpPr>
            <p:cNvPr id="292" name="グループ化 15"/>
            <p:cNvGrpSpPr/>
            <p:nvPr/>
          </p:nvGrpSpPr>
          <p:grpSpPr>
            <a:xfrm>
              <a:off x="198000" y="1295280"/>
              <a:ext cx="9504000" cy="4897440"/>
              <a:chOff x="198000" y="1295280"/>
              <a:chExt cx="9504000" cy="4897440"/>
            </a:xfrm>
          </p:grpSpPr>
          <p:sp>
            <p:nvSpPr>
              <p:cNvPr id="293" name="Line 4"/>
              <p:cNvSpPr/>
              <p:nvPr/>
            </p:nvSpPr>
            <p:spPr>
              <a:xfrm>
                <a:off x="198000" y="6192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294" name="Line 5"/>
              <p:cNvSpPr/>
              <p:nvPr/>
            </p:nvSpPr>
            <p:spPr>
              <a:xfrm>
                <a:off x="198000" y="6048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295" name="Line 6"/>
              <p:cNvSpPr/>
              <p:nvPr/>
            </p:nvSpPr>
            <p:spPr>
              <a:xfrm>
                <a:off x="198000" y="5904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296" name="Line 7"/>
              <p:cNvSpPr/>
              <p:nvPr/>
            </p:nvSpPr>
            <p:spPr>
              <a:xfrm>
                <a:off x="198000" y="5760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297" name="Line 8"/>
              <p:cNvSpPr/>
              <p:nvPr/>
            </p:nvSpPr>
            <p:spPr>
              <a:xfrm>
                <a:off x="198000" y="5616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298" name="Line 9"/>
              <p:cNvSpPr/>
              <p:nvPr/>
            </p:nvSpPr>
            <p:spPr>
              <a:xfrm>
                <a:off x="198000" y="5472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299" name="Line 10"/>
              <p:cNvSpPr/>
              <p:nvPr/>
            </p:nvSpPr>
            <p:spPr>
              <a:xfrm>
                <a:off x="198000" y="5328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300" name="Line 11"/>
              <p:cNvSpPr/>
              <p:nvPr/>
            </p:nvSpPr>
            <p:spPr>
              <a:xfrm>
                <a:off x="198000" y="5184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301" name="Line 12"/>
              <p:cNvSpPr/>
              <p:nvPr/>
            </p:nvSpPr>
            <p:spPr>
              <a:xfrm>
                <a:off x="198000" y="5040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302" name="Line 13"/>
              <p:cNvSpPr/>
              <p:nvPr/>
            </p:nvSpPr>
            <p:spPr>
              <a:xfrm>
                <a:off x="198000" y="4896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303" name="Line 14"/>
              <p:cNvSpPr/>
              <p:nvPr/>
            </p:nvSpPr>
            <p:spPr>
              <a:xfrm>
                <a:off x="198000" y="4752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304" name="Line 15"/>
              <p:cNvSpPr/>
              <p:nvPr/>
            </p:nvSpPr>
            <p:spPr>
              <a:xfrm>
                <a:off x="198000" y="4608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305" name="Line 16"/>
              <p:cNvSpPr/>
              <p:nvPr/>
            </p:nvSpPr>
            <p:spPr>
              <a:xfrm>
                <a:off x="198000" y="4464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306" name="Line 17"/>
              <p:cNvSpPr/>
              <p:nvPr/>
            </p:nvSpPr>
            <p:spPr>
              <a:xfrm>
                <a:off x="198000" y="4320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307" name="Line 18"/>
              <p:cNvSpPr/>
              <p:nvPr/>
            </p:nvSpPr>
            <p:spPr>
              <a:xfrm>
                <a:off x="198000" y="4176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308" name="Line 19"/>
              <p:cNvSpPr/>
              <p:nvPr/>
            </p:nvSpPr>
            <p:spPr>
              <a:xfrm>
                <a:off x="198000" y="4032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309" name="Line 20"/>
              <p:cNvSpPr/>
              <p:nvPr/>
            </p:nvSpPr>
            <p:spPr>
              <a:xfrm>
                <a:off x="198000" y="3888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310" name="Line 21"/>
              <p:cNvSpPr/>
              <p:nvPr/>
            </p:nvSpPr>
            <p:spPr>
              <a:xfrm>
                <a:off x="198000" y="3744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311" name="Line 22"/>
              <p:cNvSpPr/>
              <p:nvPr/>
            </p:nvSpPr>
            <p:spPr>
              <a:xfrm>
                <a:off x="198000" y="3600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312" name="Line 23"/>
              <p:cNvSpPr/>
              <p:nvPr/>
            </p:nvSpPr>
            <p:spPr>
              <a:xfrm>
                <a:off x="198000" y="3456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313" name="Line 24"/>
              <p:cNvSpPr/>
              <p:nvPr/>
            </p:nvSpPr>
            <p:spPr>
              <a:xfrm>
                <a:off x="198000" y="3311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314" name="Line 25"/>
              <p:cNvSpPr/>
              <p:nvPr/>
            </p:nvSpPr>
            <p:spPr>
              <a:xfrm>
                <a:off x="198000" y="3167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315" name="Line 26"/>
              <p:cNvSpPr/>
              <p:nvPr/>
            </p:nvSpPr>
            <p:spPr>
              <a:xfrm>
                <a:off x="198000" y="3023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316" name="Line 28"/>
              <p:cNvSpPr/>
              <p:nvPr/>
            </p:nvSpPr>
            <p:spPr>
              <a:xfrm>
                <a:off x="198000" y="2879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317" name="Line 29"/>
              <p:cNvSpPr/>
              <p:nvPr/>
            </p:nvSpPr>
            <p:spPr>
              <a:xfrm>
                <a:off x="198000" y="2735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318" name="Line 30"/>
              <p:cNvSpPr/>
              <p:nvPr/>
            </p:nvSpPr>
            <p:spPr>
              <a:xfrm>
                <a:off x="198000" y="2591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319" name="Line 31"/>
              <p:cNvSpPr/>
              <p:nvPr/>
            </p:nvSpPr>
            <p:spPr>
              <a:xfrm>
                <a:off x="198000" y="2447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320" name="Line 32"/>
              <p:cNvSpPr/>
              <p:nvPr/>
            </p:nvSpPr>
            <p:spPr>
              <a:xfrm>
                <a:off x="198000" y="2303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321" name="Line 33"/>
              <p:cNvSpPr/>
              <p:nvPr/>
            </p:nvSpPr>
            <p:spPr>
              <a:xfrm>
                <a:off x="198000" y="2159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322" name="Line 34"/>
              <p:cNvSpPr/>
              <p:nvPr/>
            </p:nvSpPr>
            <p:spPr>
              <a:xfrm>
                <a:off x="198000" y="2015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323" name="Line 35"/>
              <p:cNvSpPr/>
              <p:nvPr/>
            </p:nvSpPr>
            <p:spPr>
              <a:xfrm>
                <a:off x="198000" y="187128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324" name="Line 36"/>
              <p:cNvSpPr/>
              <p:nvPr/>
            </p:nvSpPr>
            <p:spPr>
              <a:xfrm>
                <a:off x="198000" y="172728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325" name="Line 37"/>
              <p:cNvSpPr/>
              <p:nvPr/>
            </p:nvSpPr>
            <p:spPr>
              <a:xfrm>
                <a:off x="198000" y="158328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326" name="Line 38"/>
              <p:cNvSpPr/>
              <p:nvPr/>
            </p:nvSpPr>
            <p:spPr>
              <a:xfrm>
                <a:off x="198000" y="143928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327" name="Line 39"/>
              <p:cNvSpPr/>
              <p:nvPr/>
            </p:nvSpPr>
            <p:spPr>
              <a:xfrm>
                <a:off x="198000" y="129528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grpSp>
      </p:grpSp>
      <p:sp>
        <p:nvSpPr>
          <p:cNvPr id="328" name="正方形/長方形 2"/>
          <p:cNvSpPr/>
          <p:nvPr/>
        </p:nvSpPr>
        <p:spPr>
          <a:xfrm>
            <a:off x="196200" y="502920"/>
            <a:ext cx="9503640" cy="45360"/>
          </a:xfrm>
          <a:prstGeom prst="rect">
            <a:avLst/>
          </a:prstGeom>
          <a:solidFill>
            <a:schemeClr val="bg1"/>
          </a:solidFill>
          <a:ln w="0">
            <a:noFill/>
          </a:ln>
        </p:spPr>
        <p:style>
          <a:lnRef idx="0"/>
          <a:fillRef idx="0"/>
          <a:effectRef idx="0"/>
          <a:fontRef idx="minor"/>
        </p:style>
        <p:txBody>
          <a:bodyPr lIns="90000" rIns="90000" tIns="720" bIns="720" anchor="ctr">
            <a:noAutofit/>
          </a:bodyPr>
          <a:p>
            <a:pPr defTabSz="457200">
              <a:lnSpc>
                <a:spcPct val="100000"/>
              </a:lnSpc>
              <a:spcAft>
                <a:spcPts val="601"/>
              </a:spcAft>
            </a:pPr>
            <a:endParaRPr b="0" lang="en-US" sz="1800" strike="noStrike" u="none">
              <a:solidFill>
                <a:schemeClr val="dk1"/>
              </a:solidFill>
              <a:effectLst/>
              <a:uFillTx/>
              <a:latin typeface="Meiryo UI"/>
              <a:ea typeface="Meiryo UI"/>
            </a:endParaRPr>
          </a:p>
        </p:txBody>
      </p:sp>
      <p:cxnSp>
        <p:nvCxnSpPr>
          <p:cNvPr id="329" name="直線コネクタ 4"/>
          <p:cNvCxnSpPr/>
          <p:nvPr/>
        </p:nvCxnSpPr>
        <p:spPr>
          <a:xfrm>
            <a:off x="198000" y="529200"/>
            <a:ext cx="9502200" cy="360"/>
          </a:xfrm>
          <a:prstGeom prst="straightConnector1">
            <a:avLst/>
          </a:prstGeom>
          <a:ln w="19050">
            <a:solidFill>
              <a:srgbClr val="000000"/>
            </a:solidFill>
          </a:ln>
        </p:spPr>
      </p:cxnSp>
      <p:sp>
        <p:nvSpPr>
          <p:cNvPr id="330" name="PlaceHolder 1"/>
          <p:cNvSpPr>
            <a:spLocks noGrp="1"/>
          </p:cNvSpPr>
          <p:nvPr>
            <p:ph type="title"/>
          </p:nvPr>
        </p:nvSpPr>
        <p:spPr>
          <a:xfrm>
            <a:off x="199440" y="136800"/>
            <a:ext cx="9505440" cy="369000"/>
          </a:xfrm>
          <a:prstGeom prst="rect">
            <a:avLst/>
          </a:prstGeom>
          <a:noFill/>
          <a:ln w="0">
            <a:noFill/>
          </a:ln>
        </p:spPr>
        <p:txBody>
          <a:bodyPr lIns="36000" rIns="0" tIns="45720" bIns="45720" anchor="ctr">
            <a:noAutofit/>
          </a:bodyPr>
          <a:p>
            <a:pPr indent="0" defTabSz="914400">
              <a:lnSpc>
                <a:spcPct val="90000"/>
              </a:lnSpc>
              <a:buNone/>
            </a:pPr>
            <a:r>
              <a:rPr b="1" lang="ja-JP" sz="2000" strike="noStrike" u="none">
                <a:solidFill>
                  <a:schemeClr val="dk1"/>
                </a:solidFill>
                <a:effectLst/>
                <a:uFillTx/>
                <a:latin typeface="Meiryo UI"/>
                <a:ea typeface="Meiryo UI"/>
              </a:rPr>
              <a:t>マスター タイトルの書式設定</a:t>
            </a:r>
            <a:endParaRPr b="0" lang="en-US" sz="2000" strike="noStrike" u="none">
              <a:solidFill>
                <a:schemeClr val="dk1"/>
              </a:solidFill>
              <a:effectLst/>
              <a:uFillTx/>
              <a:latin typeface="Meiryo UI"/>
            </a:endParaRPr>
          </a:p>
        </p:txBody>
      </p:sp>
      <p:sp>
        <p:nvSpPr>
          <p:cNvPr id="331" name="PlaceHolder 2"/>
          <p:cNvSpPr>
            <a:spLocks noGrp="1"/>
          </p:cNvSpPr>
          <p:nvPr>
            <p:ph type="body"/>
          </p:nvPr>
        </p:nvSpPr>
        <p:spPr>
          <a:xfrm>
            <a:off x="200160" y="586080"/>
            <a:ext cx="9505440" cy="640080"/>
          </a:xfrm>
          <a:prstGeom prst="rect">
            <a:avLst/>
          </a:prstGeom>
          <a:noFill/>
          <a:ln w="0">
            <a:noFill/>
          </a:ln>
        </p:spPr>
        <p:txBody>
          <a:bodyPr lIns="36000" rIns="0" tIns="45720" bIns="45720" anchor="t">
            <a:noAutofit/>
          </a:bodyPr>
          <a:p>
            <a:pPr defTabSz="914400">
              <a:lnSpc>
                <a:spcPct val="90000"/>
              </a:lnSpc>
              <a:buClr>
                <a:srgbClr val="ffffff"/>
              </a:buClr>
              <a:buSzPct val="25000"/>
              <a:buFont typeface="Arial"/>
              <a:buChar char="•"/>
            </a:pPr>
            <a:r>
              <a:rPr b="0" lang="ja-JP" sz="1800" strike="noStrike" u="none">
                <a:solidFill>
                  <a:schemeClr val="dk1"/>
                </a:solidFill>
                <a:effectLst/>
                <a:uFillTx/>
                <a:latin typeface="Meiryo UI"/>
                <a:ea typeface="Meiryo UI"/>
              </a:rPr>
              <a:t>マスター テキストの書式設定</a:t>
            </a:r>
            <a:endParaRPr b="0" lang="en-US" sz="1800" strike="noStrike" u="none">
              <a:solidFill>
                <a:schemeClr val="dk1"/>
              </a:solidFill>
              <a:effectLst/>
              <a:uFillTx/>
              <a:latin typeface="Meiryo UI"/>
            </a:endParaRPr>
          </a:p>
          <a:p>
            <a:pPr lvl="1" marL="452520" indent="-272880" defTabSz="914400">
              <a:lnSpc>
                <a:spcPct val="90000"/>
              </a:lnSpc>
              <a:buClr>
                <a:srgbClr val="000000"/>
              </a:buClr>
              <a:buFont typeface="Meiryo UI"/>
              <a:buChar char="—"/>
            </a:pPr>
            <a:r>
              <a:rPr b="0" lang="ja-JP" sz="1600" strike="noStrike" u="none">
                <a:solidFill>
                  <a:schemeClr val="dk1"/>
                </a:solidFill>
                <a:effectLst/>
                <a:uFillTx/>
                <a:latin typeface="Meiryo UI"/>
                <a:ea typeface="Meiryo UI"/>
              </a:rPr>
              <a:t>第 </a:t>
            </a:r>
            <a:r>
              <a:rPr b="0" lang="en-US" sz="1600" strike="noStrike" u="none">
                <a:solidFill>
                  <a:schemeClr val="dk1"/>
                </a:solidFill>
                <a:effectLst/>
                <a:uFillTx/>
                <a:latin typeface="Meiryo UI"/>
                <a:ea typeface="Meiryo UI"/>
              </a:rPr>
              <a:t>2 </a:t>
            </a:r>
            <a:r>
              <a:rPr b="0" lang="ja-JP" sz="1600" strike="noStrike" u="none">
                <a:solidFill>
                  <a:schemeClr val="dk1"/>
                </a:solidFill>
                <a:effectLst/>
                <a:uFillTx/>
                <a:latin typeface="Meiryo UI"/>
                <a:ea typeface="Meiryo UI"/>
              </a:rPr>
              <a:t>レベル</a:t>
            </a:r>
            <a:endParaRPr b="0" lang="en-US" sz="1600" strike="noStrike" u="none">
              <a:solidFill>
                <a:schemeClr val="dk1"/>
              </a:solidFill>
              <a:effectLst/>
              <a:uFillTx/>
              <a:latin typeface="Meiryo UI"/>
            </a:endParaRPr>
          </a:p>
        </p:txBody>
      </p:sp>
      <p:sp>
        <p:nvSpPr>
          <p:cNvPr id="332" name="テキスト プレースホルダー 3"/>
          <p:cNvSpPr/>
          <p:nvPr/>
        </p:nvSpPr>
        <p:spPr>
          <a:xfrm>
            <a:off x="4757760" y="6613200"/>
            <a:ext cx="388800" cy="215640"/>
          </a:xfrm>
          <a:prstGeom prst="rect">
            <a:avLst/>
          </a:prstGeom>
          <a:noFill/>
          <a:ln w="0">
            <a:noFill/>
          </a:ln>
        </p:spPr>
        <p:style>
          <a:lnRef idx="0"/>
          <a:fillRef idx="0"/>
          <a:effectRef idx="0"/>
          <a:fontRef idx="minor"/>
        </p:style>
        <p:txBody>
          <a:bodyPr wrap="none" lIns="0" rIns="36000" tIns="45000" bIns="45000" anchor="ctr">
            <a:noAutofit/>
          </a:bodyPr>
          <a:p>
            <a:pPr algn="ctr" defTabSz="914400">
              <a:lnSpc>
                <a:spcPct val="90000"/>
              </a:lnSpc>
              <a:spcBef>
                <a:spcPts val="1001"/>
              </a:spcBef>
              <a:tabLst>
                <a:tab algn="l" pos="0"/>
              </a:tabLst>
            </a:pPr>
            <a:fld id="{E237E014-F45A-4D8C-B341-AD28D18D9556}" type="slidenum">
              <a:rPr b="0" lang="en-US" sz="1200" strike="noStrike" u="none">
                <a:solidFill>
                  <a:schemeClr val="dk1"/>
                </a:solidFill>
                <a:effectLst/>
                <a:uFillTx/>
                <a:latin typeface="Meiryo UI"/>
                <a:ea typeface="Meiryo UI"/>
              </a:rPr>
              <a:t>&lt;番号&gt;</a:t>
            </a:fld>
            <a:endParaRPr b="0" lang="en-US" sz="1200" strike="noStrike" u="none">
              <a:solidFill>
                <a:srgbClr val="000000"/>
              </a:solidFill>
              <a:effectLst/>
              <a:uFillTx/>
              <a:latin typeface="Arial"/>
            </a:endParaRPr>
          </a:p>
        </p:txBody>
      </p:sp>
      <p:cxnSp>
        <p:nvCxnSpPr>
          <p:cNvPr id="333" name="直線コネクタ 9"/>
          <p:cNvCxnSpPr/>
          <p:nvPr/>
        </p:nvCxnSpPr>
        <p:spPr>
          <a:xfrm>
            <a:off x="199440" y="6525000"/>
            <a:ext cx="9506160" cy="360"/>
          </a:xfrm>
          <a:prstGeom prst="straightConnector1">
            <a:avLst/>
          </a:prstGeom>
          <a:ln w="12700">
            <a:solidFill>
              <a:srgbClr val="000000"/>
            </a:solidFill>
          </a:ln>
        </p:spPr>
      </p:cxn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表紙：中央揃え">
    <p:bg>
      <p:bgPr>
        <a:solidFill>
          <a:srgbClr val="ffffff"/>
        </a:solidFill>
      </p:bgPr>
    </p:bg>
    <p:spTree>
      <p:nvGrpSpPr>
        <p:cNvPr id="1" name=""/>
        <p:cNvGrpSpPr/>
        <p:nvPr/>
      </p:nvGrpSpPr>
      <p:grpSpPr>
        <a:xfrm>
          <a:off x="0" y="0"/>
          <a:ext cx="0" cy="0"/>
          <a:chOff x="0" y="0"/>
          <a:chExt cx="0" cy="0"/>
        </a:xfrm>
      </p:grpSpPr>
      <p:cxnSp>
        <p:nvCxnSpPr>
          <p:cNvPr id="334" name="直線コネクタ 117"/>
          <p:cNvCxnSpPr/>
          <p:nvPr/>
        </p:nvCxnSpPr>
        <p:spPr>
          <a:xfrm>
            <a:off x="199440" y="515520"/>
            <a:ext cx="9504360" cy="360"/>
          </a:xfrm>
          <a:prstGeom prst="straightConnector1">
            <a:avLst/>
          </a:prstGeom>
          <a:ln w="12700">
            <a:solidFill>
              <a:srgbClr val="455f51"/>
            </a:solidFill>
          </a:ln>
        </p:spPr>
      </p:cxnSp>
      <p:grpSp>
        <p:nvGrpSpPr>
          <p:cNvPr id="335" name="グループ化 12"/>
          <p:cNvGrpSpPr/>
          <p:nvPr/>
        </p:nvGrpSpPr>
        <p:grpSpPr>
          <a:xfrm>
            <a:off x="198000" y="1153800"/>
            <a:ext cx="9505440" cy="5040000"/>
            <a:chOff x="198000" y="1153800"/>
            <a:chExt cx="9505440" cy="5040000"/>
          </a:xfrm>
        </p:grpSpPr>
        <p:grpSp>
          <p:nvGrpSpPr>
            <p:cNvPr id="336" name="Group 40"/>
            <p:cNvGrpSpPr/>
            <p:nvPr/>
          </p:nvGrpSpPr>
          <p:grpSpPr>
            <a:xfrm>
              <a:off x="198000" y="1153800"/>
              <a:ext cx="9360000" cy="5040000"/>
              <a:chOff x="198000" y="1153800"/>
              <a:chExt cx="9360000" cy="5040000"/>
            </a:xfrm>
          </p:grpSpPr>
          <p:sp>
            <p:nvSpPr>
              <p:cNvPr id="337" name="Line 41"/>
              <p:cNvSpPr/>
              <p:nvPr/>
            </p:nvSpPr>
            <p:spPr>
              <a:xfrm>
                <a:off x="342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38" name="Line 42"/>
              <p:cNvSpPr/>
              <p:nvPr/>
            </p:nvSpPr>
            <p:spPr>
              <a:xfrm>
                <a:off x="486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39" name="Line 43"/>
              <p:cNvSpPr/>
              <p:nvPr/>
            </p:nvSpPr>
            <p:spPr>
              <a:xfrm>
                <a:off x="631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40" name="Line 44"/>
              <p:cNvSpPr/>
              <p:nvPr/>
            </p:nvSpPr>
            <p:spPr>
              <a:xfrm>
                <a:off x="774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41" name="Line 45"/>
              <p:cNvSpPr/>
              <p:nvPr/>
            </p:nvSpPr>
            <p:spPr>
              <a:xfrm>
                <a:off x="918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42" name="Line 46"/>
              <p:cNvSpPr/>
              <p:nvPr/>
            </p:nvSpPr>
            <p:spPr>
              <a:xfrm>
                <a:off x="1063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43" name="Line 47"/>
              <p:cNvSpPr/>
              <p:nvPr/>
            </p:nvSpPr>
            <p:spPr>
              <a:xfrm>
                <a:off x="1207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44" name="Line 48"/>
              <p:cNvSpPr/>
              <p:nvPr/>
            </p:nvSpPr>
            <p:spPr>
              <a:xfrm>
                <a:off x="1350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45" name="Line 49"/>
              <p:cNvSpPr/>
              <p:nvPr/>
            </p:nvSpPr>
            <p:spPr>
              <a:xfrm>
                <a:off x="1494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46" name="Line 50"/>
              <p:cNvSpPr/>
              <p:nvPr/>
            </p:nvSpPr>
            <p:spPr>
              <a:xfrm>
                <a:off x="1639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47" name="Line 51"/>
              <p:cNvSpPr/>
              <p:nvPr/>
            </p:nvSpPr>
            <p:spPr>
              <a:xfrm>
                <a:off x="1782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48" name="Line 52"/>
              <p:cNvSpPr/>
              <p:nvPr/>
            </p:nvSpPr>
            <p:spPr>
              <a:xfrm>
                <a:off x="1926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49" name="Line 53"/>
              <p:cNvSpPr/>
              <p:nvPr/>
            </p:nvSpPr>
            <p:spPr>
              <a:xfrm>
                <a:off x="2071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50" name="Line 54"/>
              <p:cNvSpPr/>
              <p:nvPr/>
            </p:nvSpPr>
            <p:spPr>
              <a:xfrm>
                <a:off x="22158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51" name="Line 55"/>
              <p:cNvSpPr/>
              <p:nvPr/>
            </p:nvSpPr>
            <p:spPr>
              <a:xfrm>
                <a:off x="2358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52" name="Line 56"/>
              <p:cNvSpPr/>
              <p:nvPr/>
            </p:nvSpPr>
            <p:spPr>
              <a:xfrm>
                <a:off x="2503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53" name="Line 57"/>
              <p:cNvSpPr/>
              <p:nvPr/>
            </p:nvSpPr>
            <p:spPr>
              <a:xfrm>
                <a:off x="2647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54" name="Line 58"/>
              <p:cNvSpPr/>
              <p:nvPr/>
            </p:nvSpPr>
            <p:spPr>
              <a:xfrm>
                <a:off x="2790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55" name="Line 59"/>
              <p:cNvSpPr/>
              <p:nvPr/>
            </p:nvSpPr>
            <p:spPr>
              <a:xfrm>
                <a:off x="2934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56" name="Line 60"/>
              <p:cNvSpPr/>
              <p:nvPr/>
            </p:nvSpPr>
            <p:spPr>
              <a:xfrm>
                <a:off x="3079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57" name="Line 61"/>
              <p:cNvSpPr/>
              <p:nvPr/>
            </p:nvSpPr>
            <p:spPr>
              <a:xfrm>
                <a:off x="32238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58" name="Line 62"/>
              <p:cNvSpPr/>
              <p:nvPr/>
            </p:nvSpPr>
            <p:spPr>
              <a:xfrm>
                <a:off x="3366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59" name="Line 63"/>
              <p:cNvSpPr/>
              <p:nvPr/>
            </p:nvSpPr>
            <p:spPr>
              <a:xfrm>
                <a:off x="3511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60" name="Line 64"/>
              <p:cNvSpPr/>
              <p:nvPr/>
            </p:nvSpPr>
            <p:spPr>
              <a:xfrm>
                <a:off x="3655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61" name="Line 65"/>
              <p:cNvSpPr/>
              <p:nvPr/>
            </p:nvSpPr>
            <p:spPr>
              <a:xfrm>
                <a:off x="37998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62" name="Line 66"/>
              <p:cNvSpPr/>
              <p:nvPr/>
            </p:nvSpPr>
            <p:spPr>
              <a:xfrm>
                <a:off x="3942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63" name="Line 67"/>
              <p:cNvSpPr/>
              <p:nvPr/>
            </p:nvSpPr>
            <p:spPr>
              <a:xfrm>
                <a:off x="4087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64" name="Line 68"/>
              <p:cNvSpPr/>
              <p:nvPr/>
            </p:nvSpPr>
            <p:spPr>
              <a:xfrm>
                <a:off x="42318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65" name="Line 69"/>
              <p:cNvSpPr/>
              <p:nvPr/>
            </p:nvSpPr>
            <p:spPr>
              <a:xfrm>
                <a:off x="4374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66" name="Line 70"/>
              <p:cNvSpPr/>
              <p:nvPr/>
            </p:nvSpPr>
            <p:spPr>
              <a:xfrm>
                <a:off x="4662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67" name="Line 71"/>
              <p:cNvSpPr/>
              <p:nvPr/>
            </p:nvSpPr>
            <p:spPr>
              <a:xfrm>
                <a:off x="48049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68" name="Line 72"/>
              <p:cNvSpPr/>
              <p:nvPr/>
            </p:nvSpPr>
            <p:spPr>
              <a:xfrm>
                <a:off x="4949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69" name="Line 73"/>
              <p:cNvSpPr/>
              <p:nvPr/>
            </p:nvSpPr>
            <p:spPr>
              <a:xfrm>
                <a:off x="5093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70" name="Line 74"/>
              <p:cNvSpPr/>
              <p:nvPr/>
            </p:nvSpPr>
            <p:spPr>
              <a:xfrm>
                <a:off x="52365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71" name="Line 75"/>
              <p:cNvSpPr/>
              <p:nvPr/>
            </p:nvSpPr>
            <p:spPr>
              <a:xfrm>
                <a:off x="53809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72" name="Line 76"/>
              <p:cNvSpPr/>
              <p:nvPr/>
            </p:nvSpPr>
            <p:spPr>
              <a:xfrm>
                <a:off x="5525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73" name="Line 77"/>
              <p:cNvSpPr/>
              <p:nvPr/>
            </p:nvSpPr>
            <p:spPr>
              <a:xfrm>
                <a:off x="5670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74" name="Line 78"/>
              <p:cNvSpPr/>
              <p:nvPr/>
            </p:nvSpPr>
            <p:spPr>
              <a:xfrm>
                <a:off x="58129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75" name="Line 79"/>
              <p:cNvSpPr/>
              <p:nvPr/>
            </p:nvSpPr>
            <p:spPr>
              <a:xfrm>
                <a:off x="5957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76" name="Line 80"/>
              <p:cNvSpPr/>
              <p:nvPr/>
            </p:nvSpPr>
            <p:spPr>
              <a:xfrm>
                <a:off x="6102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77" name="Line 81"/>
              <p:cNvSpPr/>
              <p:nvPr/>
            </p:nvSpPr>
            <p:spPr>
              <a:xfrm>
                <a:off x="6246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78" name="Line 82"/>
              <p:cNvSpPr/>
              <p:nvPr/>
            </p:nvSpPr>
            <p:spPr>
              <a:xfrm>
                <a:off x="6389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79" name="Line 83"/>
              <p:cNvSpPr/>
              <p:nvPr/>
            </p:nvSpPr>
            <p:spPr>
              <a:xfrm>
                <a:off x="6533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80" name="Line 84"/>
              <p:cNvSpPr/>
              <p:nvPr/>
            </p:nvSpPr>
            <p:spPr>
              <a:xfrm>
                <a:off x="6678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81" name="Line 85"/>
              <p:cNvSpPr/>
              <p:nvPr/>
            </p:nvSpPr>
            <p:spPr>
              <a:xfrm>
                <a:off x="68209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82" name="Line 86"/>
              <p:cNvSpPr/>
              <p:nvPr/>
            </p:nvSpPr>
            <p:spPr>
              <a:xfrm>
                <a:off x="6965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83" name="Line 87"/>
              <p:cNvSpPr/>
              <p:nvPr/>
            </p:nvSpPr>
            <p:spPr>
              <a:xfrm>
                <a:off x="7110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84" name="Line 88"/>
              <p:cNvSpPr/>
              <p:nvPr/>
            </p:nvSpPr>
            <p:spPr>
              <a:xfrm>
                <a:off x="7254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85" name="Line 89"/>
              <p:cNvSpPr/>
              <p:nvPr/>
            </p:nvSpPr>
            <p:spPr>
              <a:xfrm>
                <a:off x="7397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86" name="Line 90"/>
              <p:cNvSpPr/>
              <p:nvPr/>
            </p:nvSpPr>
            <p:spPr>
              <a:xfrm>
                <a:off x="7541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87" name="Line 91"/>
              <p:cNvSpPr/>
              <p:nvPr/>
            </p:nvSpPr>
            <p:spPr>
              <a:xfrm>
                <a:off x="7686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88" name="Line 92"/>
              <p:cNvSpPr/>
              <p:nvPr/>
            </p:nvSpPr>
            <p:spPr>
              <a:xfrm>
                <a:off x="78289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89" name="Line 93"/>
              <p:cNvSpPr/>
              <p:nvPr/>
            </p:nvSpPr>
            <p:spPr>
              <a:xfrm>
                <a:off x="7973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90" name="Line 94"/>
              <p:cNvSpPr/>
              <p:nvPr/>
            </p:nvSpPr>
            <p:spPr>
              <a:xfrm>
                <a:off x="8118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91" name="Line 95"/>
              <p:cNvSpPr/>
              <p:nvPr/>
            </p:nvSpPr>
            <p:spPr>
              <a:xfrm>
                <a:off x="8262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92" name="Line 96"/>
              <p:cNvSpPr/>
              <p:nvPr/>
            </p:nvSpPr>
            <p:spPr>
              <a:xfrm>
                <a:off x="8405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93" name="Line 97"/>
              <p:cNvSpPr/>
              <p:nvPr/>
            </p:nvSpPr>
            <p:spPr>
              <a:xfrm>
                <a:off x="8549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94" name="Line 98"/>
              <p:cNvSpPr/>
              <p:nvPr/>
            </p:nvSpPr>
            <p:spPr>
              <a:xfrm>
                <a:off x="8694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95" name="Line 99"/>
              <p:cNvSpPr/>
              <p:nvPr/>
            </p:nvSpPr>
            <p:spPr>
              <a:xfrm>
                <a:off x="198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96" name="Line 100"/>
              <p:cNvSpPr/>
              <p:nvPr/>
            </p:nvSpPr>
            <p:spPr>
              <a:xfrm>
                <a:off x="8838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97" name="Line 99"/>
              <p:cNvSpPr/>
              <p:nvPr/>
            </p:nvSpPr>
            <p:spPr>
              <a:xfrm>
                <a:off x="8983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98" name="Line 99"/>
              <p:cNvSpPr/>
              <p:nvPr/>
            </p:nvSpPr>
            <p:spPr>
              <a:xfrm>
                <a:off x="9126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399" name="Line 99"/>
              <p:cNvSpPr/>
              <p:nvPr/>
            </p:nvSpPr>
            <p:spPr>
              <a:xfrm>
                <a:off x="9270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00" name="Line 99"/>
              <p:cNvSpPr/>
              <p:nvPr/>
            </p:nvSpPr>
            <p:spPr>
              <a:xfrm>
                <a:off x="9415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01" name="Line 99"/>
              <p:cNvSpPr/>
              <p:nvPr/>
            </p:nvSpPr>
            <p:spPr>
              <a:xfrm>
                <a:off x="9557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02" name="Line 70"/>
              <p:cNvSpPr/>
              <p:nvPr/>
            </p:nvSpPr>
            <p:spPr>
              <a:xfrm>
                <a:off x="4517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grpSp>
        <p:sp>
          <p:nvSpPr>
            <p:cNvPr id="403" name="Rectangle 104"/>
            <p:cNvSpPr/>
            <p:nvPr/>
          </p:nvSpPr>
          <p:spPr>
            <a:xfrm>
              <a:off x="198000" y="1153800"/>
              <a:ext cx="9505440" cy="5038200"/>
            </a:xfrm>
            <a:prstGeom prst="rect">
              <a:avLst/>
            </a:prstGeom>
            <a:noFill/>
            <a:ln w="6350">
              <a:noFill/>
            </a:ln>
          </p:spPr>
          <p:style>
            <a:lnRef idx="0"/>
            <a:fillRef idx="0"/>
            <a:effectRef idx="0"/>
            <a:fontRef idx="minor"/>
          </p:style>
          <p:txBody>
            <a:bodyPr wrap="none" lIns="90000" rIns="90000" tIns="45000" bIns="45000" anchor="ctr">
              <a:noAutofit/>
            </a:bodyPr>
            <a:p>
              <a:pPr defTabSz="457200">
                <a:lnSpc>
                  <a:spcPct val="100000"/>
                </a:lnSpc>
              </a:pPr>
              <a:endParaRPr b="0" lang="en-US" sz="1800" strike="noStrike" u="none">
                <a:solidFill>
                  <a:schemeClr val="dk1"/>
                </a:solidFill>
                <a:effectLst/>
                <a:uFillTx/>
                <a:latin typeface="Meiryo UI"/>
                <a:ea typeface="Meiryo UI"/>
              </a:endParaRPr>
            </a:p>
          </p:txBody>
        </p:sp>
        <p:grpSp>
          <p:nvGrpSpPr>
            <p:cNvPr id="404" name="グループ化 15"/>
            <p:cNvGrpSpPr/>
            <p:nvPr/>
          </p:nvGrpSpPr>
          <p:grpSpPr>
            <a:xfrm>
              <a:off x="198000" y="1295280"/>
              <a:ext cx="9504000" cy="4897440"/>
              <a:chOff x="198000" y="1295280"/>
              <a:chExt cx="9504000" cy="4897440"/>
            </a:xfrm>
          </p:grpSpPr>
          <p:sp>
            <p:nvSpPr>
              <p:cNvPr id="405" name="Line 4"/>
              <p:cNvSpPr/>
              <p:nvPr/>
            </p:nvSpPr>
            <p:spPr>
              <a:xfrm>
                <a:off x="198000" y="6192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406" name="Line 5"/>
              <p:cNvSpPr/>
              <p:nvPr/>
            </p:nvSpPr>
            <p:spPr>
              <a:xfrm>
                <a:off x="198000" y="6048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407" name="Line 6"/>
              <p:cNvSpPr/>
              <p:nvPr/>
            </p:nvSpPr>
            <p:spPr>
              <a:xfrm>
                <a:off x="198000" y="5904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408" name="Line 7"/>
              <p:cNvSpPr/>
              <p:nvPr/>
            </p:nvSpPr>
            <p:spPr>
              <a:xfrm>
                <a:off x="198000" y="5760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409" name="Line 8"/>
              <p:cNvSpPr/>
              <p:nvPr/>
            </p:nvSpPr>
            <p:spPr>
              <a:xfrm>
                <a:off x="198000" y="5616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410" name="Line 9"/>
              <p:cNvSpPr/>
              <p:nvPr/>
            </p:nvSpPr>
            <p:spPr>
              <a:xfrm>
                <a:off x="198000" y="5472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411" name="Line 10"/>
              <p:cNvSpPr/>
              <p:nvPr/>
            </p:nvSpPr>
            <p:spPr>
              <a:xfrm>
                <a:off x="198000" y="5328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412" name="Line 11"/>
              <p:cNvSpPr/>
              <p:nvPr/>
            </p:nvSpPr>
            <p:spPr>
              <a:xfrm>
                <a:off x="198000" y="5184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413" name="Line 12"/>
              <p:cNvSpPr/>
              <p:nvPr/>
            </p:nvSpPr>
            <p:spPr>
              <a:xfrm>
                <a:off x="198000" y="5040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414" name="Line 13"/>
              <p:cNvSpPr/>
              <p:nvPr/>
            </p:nvSpPr>
            <p:spPr>
              <a:xfrm>
                <a:off x="198000" y="4896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415" name="Line 14"/>
              <p:cNvSpPr/>
              <p:nvPr/>
            </p:nvSpPr>
            <p:spPr>
              <a:xfrm>
                <a:off x="198000" y="4752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416" name="Line 15"/>
              <p:cNvSpPr/>
              <p:nvPr/>
            </p:nvSpPr>
            <p:spPr>
              <a:xfrm>
                <a:off x="198000" y="4608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417" name="Line 16"/>
              <p:cNvSpPr/>
              <p:nvPr/>
            </p:nvSpPr>
            <p:spPr>
              <a:xfrm>
                <a:off x="198000" y="4464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418" name="Line 17"/>
              <p:cNvSpPr/>
              <p:nvPr/>
            </p:nvSpPr>
            <p:spPr>
              <a:xfrm>
                <a:off x="198000" y="4320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419" name="Line 18"/>
              <p:cNvSpPr/>
              <p:nvPr/>
            </p:nvSpPr>
            <p:spPr>
              <a:xfrm>
                <a:off x="198000" y="4176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420" name="Line 19"/>
              <p:cNvSpPr/>
              <p:nvPr/>
            </p:nvSpPr>
            <p:spPr>
              <a:xfrm>
                <a:off x="198000" y="4032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421" name="Line 20"/>
              <p:cNvSpPr/>
              <p:nvPr/>
            </p:nvSpPr>
            <p:spPr>
              <a:xfrm>
                <a:off x="198000" y="3888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422" name="Line 21"/>
              <p:cNvSpPr/>
              <p:nvPr/>
            </p:nvSpPr>
            <p:spPr>
              <a:xfrm>
                <a:off x="198000" y="3744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423" name="Line 22"/>
              <p:cNvSpPr/>
              <p:nvPr/>
            </p:nvSpPr>
            <p:spPr>
              <a:xfrm>
                <a:off x="198000" y="3600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424" name="Line 23"/>
              <p:cNvSpPr/>
              <p:nvPr/>
            </p:nvSpPr>
            <p:spPr>
              <a:xfrm>
                <a:off x="198000" y="3456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425" name="Line 24"/>
              <p:cNvSpPr/>
              <p:nvPr/>
            </p:nvSpPr>
            <p:spPr>
              <a:xfrm>
                <a:off x="198000" y="3311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426" name="Line 25"/>
              <p:cNvSpPr/>
              <p:nvPr/>
            </p:nvSpPr>
            <p:spPr>
              <a:xfrm>
                <a:off x="198000" y="3167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427" name="Line 26"/>
              <p:cNvSpPr/>
              <p:nvPr/>
            </p:nvSpPr>
            <p:spPr>
              <a:xfrm>
                <a:off x="198000" y="3023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428" name="Line 28"/>
              <p:cNvSpPr/>
              <p:nvPr/>
            </p:nvSpPr>
            <p:spPr>
              <a:xfrm>
                <a:off x="198000" y="2879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429" name="Line 29"/>
              <p:cNvSpPr/>
              <p:nvPr/>
            </p:nvSpPr>
            <p:spPr>
              <a:xfrm>
                <a:off x="198000" y="2735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430" name="Line 30"/>
              <p:cNvSpPr/>
              <p:nvPr/>
            </p:nvSpPr>
            <p:spPr>
              <a:xfrm>
                <a:off x="198000" y="2591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431" name="Line 31"/>
              <p:cNvSpPr/>
              <p:nvPr/>
            </p:nvSpPr>
            <p:spPr>
              <a:xfrm>
                <a:off x="198000" y="2447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432" name="Line 32"/>
              <p:cNvSpPr/>
              <p:nvPr/>
            </p:nvSpPr>
            <p:spPr>
              <a:xfrm>
                <a:off x="198000" y="2303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433" name="Line 33"/>
              <p:cNvSpPr/>
              <p:nvPr/>
            </p:nvSpPr>
            <p:spPr>
              <a:xfrm>
                <a:off x="198000" y="2159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434" name="Line 34"/>
              <p:cNvSpPr/>
              <p:nvPr/>
            </p:nvSpPr>
            <p:spPr>
              <a:xfrm>
                <a:off x="198000" y="2015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435" name="Line 35"/>
              <p:cNvSpPr/>
              <p:nvPr/>
            </p:nvSpPr>
            <p:spPr>
              <a:xfrm>
                <a:off x="198000" y="187128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436" name="Line 36"/>
              <p:cNvSpPr/>
              <p:nvPr/>
            </p:nvSpPr>
            <p:spPr>
              <a:xfrm>
                <a:off x="198000" y="172728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437" name="Line 37"/>
              <p:cNvSpPr/>
              <p:nvPr/>
            </p:nvSpPr>
            <p:spPr>
              <a:xfrm>
                <a:off x="198000" y="158328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438" name="Line 38"/>
              <p:cNvSpPr/>
              <p:nvPr/>
            </p:nvSpPr>
            <p:spPr>
              <a:xfrm>
                <a:off x="198000" y="143928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439" name="Line 39"/>
              <p:cNvSpPr/>
              <p:nvPr/>
            </p:nvSpPr>
            <p:spPr>
              <a:xfrm>
                <a:off x="198000" y="129528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grpSp>
      </p:grpSp>
      <p:sp>
        <p:nvSpPr>
          <p:cNvPr id="440" name="正方形/長方形 2"/>
          <p:cNvSpPr/>
          <p:nvPr/>
        </p:nvSpPr>
        <p:spPr>
          <a:xfrm>
            <a:off x="196200" y="502920"/>
            <a:ext cx="9503640" cy="45360"/>
          </a:xfrm>
          <a:prstGeom prst="rect">
            <a:avLst/>
          </a:prstGeom>
          <a:solidFill>
            <a:schemeClr val="bg1"/>
          </a:solidFill>
          <a:ln w="0">
            <a:noFill/>
          </a:ln>
        </p:spPr>
        <p:style>
          <a:lnRef idx="0"/>
          <a:fillRef idx="0"/>
          <a:effectRef idx="0"/>
          <a:fontRef idx="minor"/>
        </p:style>
        <p:txBody>
          <a:bodyPr lIns="90000" rIns="90000" tIns="720" bIns="720" anchor="ctr">
            <a:noAutofit/>
          </a:bodyPr>
          <a:p>
            <a:pPr defTabSz="457200">
              <a:lnSpc>
                <a:spcPct val="100000"/>
              </a:lnSpc>
              <a:spcAft>
                <a:spcPts val="601"/>
              </a:spcAft>
            </a:pPr>
            <a:endParaRPr b="0" lang="en-US" sz="1800" strike="noStrike" u="none">
              <a:solidFill>
                <a:schemeClr val="dk1"/>
              </a:solidFill>
              <a:effectLst/>
              <a:uFillTx/>
              <a:latin typeface="Meiryo UI"/>
              <a:ea typeface="Meiryo UI"/>
            </a:endParaRPr>
          </a:p>
        </p:txBody>
      </p:sp>
      <p:cxnSp>
        <p:nvCxnSpPr>
          <p:cNvPr id="441" name="直線コネクタ 4"/>
          <p:cNvCxnSpPr/>
          <p:nvPr/>
        </p:nvCxnSpPr>
        <p:spPr>
          <a:xfrm>
            <a:off x="198000" y="529200"/>
            <a:ext cx="9502200" cy="360"/>
          </a:xfrm>
          <a:prstGeom prst="straightConnector1">
            <a:avLst/>
          </a:prstGeom>
          <a:ln w="19050">
            <a:solidFill>
              <a:srgbClr val="000000"/>
            </a:solidFill>
          </a:ln>
        </p:spPr>
      </p:cxnSp>
      <p:sp>
        <p:nvSpPr>
          <p:cNvPr id="442" name="PlaceHolder 1"/>
          <p:cNvSpPr>
            <a:spLocks noGrp="1"/>
          </p:cNvSpPr>
          <p:nvPr>
            <p:ph type="title"/>
          </p:nvPr>
        </p:nvSpPr>
        <p:spPr>
          <a:xfrm>
            <a:off x="743040" y="1996920"/>
            <a:ext cx="8419680" cy="1796760"/>
          </a:xfrm>
          <a:prstGeom prst="rect">
            <a:avLst/>
          </a:prstGeom>
          <a:noFill/>
          <a:ln w="0">
            <a:noFill/>
          </a:ln>
        </p:spPr>
        <p:txBody>
          <a:bodyPr lIns="36000" rIns="0" tIns="45720" bIns="45720" anchor="ctr">
            <a:normAutofit/>
          </a:bodyPr>
          <a:p>
            <a:pPr indent="0" algn="ctr" defTabSz="914400">
              <a:lnSpc>
                <a:spcPct val="90000"/>
              </a:lnSpc>
              <a:buNone/>
            </a:pPr>
            <a:r>
              <a:rPr b="1" lang="ja-JP" sz="2800" strike="noStrike" u="none">
                <a:solidFill>
                  <a:schemeClr val="dk1"/>
                </a:solidFill>
                <a:effectLst/>
                <a:uFillTx/>
                <a:latin typeface="Meiryo UI"/>
                <a:ea typeface="Meiryo UI"/>
              </a:rPr>
              <a:t>マスター タイトルの書式設定</a:t>
            </a:r>
            <a:endParaRPr b="0" lang="en-US" sz="2800" strike="noStrike" u="none">
              <a:solidFill>
                <a:schemeClr val="dk1"/>
              </a:solidFill>
              <a:effectLst/>
              <a:uFillTx/>
              <a:latin typeface="Meiryo UI"/>
            </a:endParaRPr>
          </a:p>
        </p:txBody>
      </p:sp>
      <p:sp>
        <p:nvSpPr>
          <p:cNvPr id="443" name="PlaceHolder 2"/>
          <p:cNvSpPr>
            <a:spLocks noGrp="1"/>
          </p:cNvSpPr>
          <p:nvPr>
            <p:ph type="body"/>
          </p:nvPr>
        </p:nvSpPr>
        <p:spPr>
          <a:xfrm>
            <a:off x="630360" y="925200"/>
            <a:ext cx="4322520" cy="369000"/>
          </a:xfrm>
          <a:prstGeom prst="rect">
            <a:avLst/>
          </a:prstGeom>
          <a:noFill/>
          <a:ln w="0">
            <a:noFill/>
          </a:ln>
        </p:spPr>
        <p:txBody>
          <a:bodyPr lIns="36000" rIns="0" tIns="45720" bIns="45720" anchor="t">
            <a:noAutofit/>
          </a:bodyPr>
          <a:p>
            <a:pPr indent="0" defTabSz="914400">
              <a:lnSpc>
                <a:spcPct val="90000"/>
              </a:lnSpc>
              <a:buNone/>
              <a:tabLst>
                <a:tab algn="l" pos="0"/>
              </a:tabLst>
            </a:pPr>
            <a:r>
              <a:rPr b="1" lang="ja-JP" sz="2000" strike="noStrike" u="none">
                <a:solidFill>
                  <a:schemeClr val="dk1"/>
                </a:solidFill>
                <a:effectLst/>
                <a:uFillTx/>
                <a:latin typeface="Meiryo UI"/>
                <a:ea typeface="Meiryo UI"/>
              </a:rPr>
              <a:t>マスター テキストの書式設定</a:t>
            </a:r>
            <a:endParaRPr b="0" lang="en-US" sz="2000" strike="noStrike" u="none">
              <a:solidFill>
                <a:schemeClr val="dk1"/>
              </a:solidFill>
              <a:effectLst/>
              <a:uFillTx/>
              <a:latin typeface="Meiryo UI"/>
            </a:endParaRPr>
          </a:p>
        </p:txBody>
      </p:sp>
      <p:grpSp>
        <p:nvGrpSpPr>
          <p:cNvPr id="444" name="グループ化 4"/>
          <p:cNvGrpSpPr/>
          <p:nvPr/>
        </p:nvGrpSpPr>
        <p:grpSpPr>
          <a:xfrm>
            <a:off x="198000" y="1153800"/>
            <a:ext cx="9505440" cy="5040000"/>
            <a:chOff x="198000" y="1153800"/>
            <a:chExt cx="9505440" cy="5040000"/>
          </a:xfrm>
        </p:grpSpPr>
        <p:grpSp>
          <p:nvGrpSpPr>
            <p:cNvPr id="445" name="Group 40"/>
            <p:cNvGrpSpPr/>
            <p:nvPr/>
          </p:nvGrpSpPr>
          <p:grpSpPr>
            <a:xfrm>
              <a:off x="198000" y="1153800"/>
              <a:ext cx="9360000" cy="5040000"/>
              <a:chOff x="198000" y="1153800"/>
              <a:chExt cx="9360000" cy="5040000"/>
            </a:xfrm>
          </p:grpSpPr>
          <p:sp>
            <p:nvSpPr>
              <p:cNvPr id="446" name="Line 41"/>
              <p:cNvSpPr/>
              <p:nvPr/>
            </p:nvSpPr>
            <p:spPr>
              <a:xfrm>
                <a:off x="342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47" name="Line 42"/>
              <p:cNvSpPr/>
              <p:nvPr/>
            </p:nvSpPr>
            <p:spPr>
              <a:xfrm>
                <a:off x="4867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48" name="Line 43"/>
              <p:cNvSpPr/>
              <p:nvPr/>
            </p:nvSpPr>
            <p:spPr>
              <a:xfrm>
                <a:off x="6314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49" name="Line 44"/>
              <p:cNvSpPr/>
              <p:nvPr/>
            </p:nvSpPr>
            <p:spPr>
              <a:xfrm>
                <a:off x="774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50" name="Line 45"/>
              <p:cNvSpPr/>
              <p:nvPr/>
            </p:nvSpPr>
            <p:spPr>
              <a:xfrm>
                <a:off x="9187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51" name="Line 46"/>
              <p:cNvSpPr/>
              <p:nvPr/>
            </p:nvSpPr>
            <p:spPr>
              <a:xfrm>
                <a:off x="10630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52" name="Line 47"/>
              <p:cNvSpPr/>
              <p:nvPr/>
            </p:nvSpPr>
            <p:spPr>
              <a:xfrm>
                <a:off x="12074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53" name="Line 48"/>
              <p:cNvSpPr/>
              <p:nvPr/>
            </p:nvSpPr>
            <p:spPr>
              <a:xfrm>
                <a:off x="1350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54" name="Line 49"/>
              <p:cNvSpPr/>
              <p:nvPr/>
            </p:nvSpPr>
            <p:spPr>
              <a:xfrm>
                <a:off x="14947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55" name="Line 50"/>
              <p:cNvSpPr/>
              <p:nvPr/>
            </p:nvSpPr>
            <p:spPr>
              <a:xfrm>
                <a:off x="16394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56" name="Line 51"/>
              <p:cNvSpPr/>
              <p:nvPr/>
            </p:nvSpPr>
            <p:spPr>
              <a:xfrm>
                <a:off x="1782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57" name="Line 52"/>
              <p:cNvSpPr/>
              <p:nvPr/>
            </p:nvSpPr>
            <p:spPr>
              <a:xfrm>
                <a:off x="19267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58" name="Line 53"/>
              <p:cNvSpPr/>
              <p:nvPr/>
            </p:nvSpPr>
            <p:spPr>
              <a:xfrm>
                <a:off x="20710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59" name="Line 54"/>
              <p:cNvSpPr/>
              <p:nvPr/>
            </p:nvSpPr>
            <p:spPr>
              <a:xfrm>
                <a:off x="22158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60" name="Line 55"/>
              <p:cNvSpPr/>
              <p:nvPr/>
            </p:nvSpPr>
            <p:spPr>
              <a:xfrm>
                <a:off x="2358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61" name="Line 56"/>
              <p:cNvSpPr/>
              <p:nvPr/>
            </p:nvSpPr>
            <p:spPr>
              <a:xfrm>
                <a:off x="25030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62" name="Line 57"/>
              <p:cNvSpPr/>
              <p:nvPr/>
            </p:nvSpPr>
            <p:spPr>
              <a:xfrm>
                <a:off x="26474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63" name="Line 58"/>
              <p:cNvSpPr/>
              <p:nvPr/>
            </p:nvSpPr>
            <p:spPr>
              <a:xfrm>
                <a:off x="2790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64" name="Line 59"/>
              <p:cNvSpPr/>
              <p:nvPr/>
            </p:nvSpPr>
            <p:spPr>
              <a:xfrm>
                <a:off x="29347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65" name="Line 60"/>
              <p:cNvSpPr/>
              <p:nvPr/>
            </p:nvSpPr>
            <p:spPr>
              <a:xfrm>
                <a:off x="30790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66" name="Line 61"/>
              <p:cNvSpPr/>
              <p:nvPr/>
            </p:nvSpPr>
            <p:spPr>
              <a:xfrm>
                <a:off x="32238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67" name="Line 62"/>
              <p:cNvSpPr/>
              <p:nvPr/>
            </p:nvSpPr>
            <p:spPr>
              <a:xfrm>
                <a:off x="33667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68" name="Line 63"/>
              <p:cNvSpPr/>
              <p:nvPr/>
            </p:nvSpPr>
            <p:spPr>
              <a:xfrm>
                <a:off x="35110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69" name="Line 64"/>
              <p:cNvSpPr/>
              <p:nvPr/>
            </p:nvSpPr>
            <p:spPr>
              <a:xfrm>
                <a:off x="36554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70" name="Line 65"/>
              <p:cNvSpPr/>
              <p:nvPr/>
            </p:nvSpPr>
            <p:spPr>
              <a:xfrm>
                <a:off x="37998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71" name="Line 66"/>
              <p:cNvSpPr/>
              <p:nvPr/>
            </p:nvSpPr>
            <p:spPr>
              <a:xfrm>
                <a:off x="39427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72" name="Line 67"/>
              <p:cNvSpPr/>
              <p:nvPr/>
            </p:nvSpPr>
            <p:spPr>
              <a:xfrm>
                <a:off x="40874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73" name="Line 68"/>
              <p:cNvSpPr/>
              <p:nvPr/>
            </p:nvSpPr>
            <p:spPr>
              <a:xfrm>
                <a:off x="42318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74" name="Line 69"/>
              <p:cNvSpPr/>
              <p:nvPr/>
            </p:nvSpPr>
            <p:spPr>
              <a:xfrm>
                <a:off x="43747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75" name="Line 70"/>
              <p:cNvSpPr/>
              <p:nvPr/>
            </p:nvSpPr>
            <p:spPr>
              <a:xfrm>
                <a:off x="4662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76" name="Line 71"/>
              <p:cNvSpPr/>
              <p:nvPr/>
            </p:nvSpPr>
            <p:spPr>
              <a:xfrm>
                <a:off x="48049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77" name="Line 72"/>
              <p:cNvSpPr/>
              <p:nvPr/>
            </p:nvSpPr>
            <p:spPr>
              <a:xfrm>
                <a:off x="49492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78" name="Line 73"/>
              <p:cNvSpPr/>
              <p:nvPr/>
            </p:nvSpPr>
            <p:spPr>
              <a:xfrm>
                <a:off x="50936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79" name="Line 74"/>
              <p:cNvSpPr/>
              <p:nvPr/>
            </p:nvSpPr>
            <p:spPr>
              <a:xfrm>
                <a:off x="52365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80" name="Line 75"/>
              <p:cNvSpPr/>
              <p:nvPr/>
            </p:nvSpPr>
            <p:spPr>
              <a:xfrm>
                <a:off x="53809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81" name="Line 76"/>
              <p:cNvSpPr/>
              <p:nvPr/>
            </p:nvSpPr>
            <p:spPr>
              <a:xfrm>
                <a:off x="55256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82" name="Line 77"/>
              <p:cNvSpPr/>
              <p:nvPr/>
            </p:nvSpPr>
            <p:spPr>
              <a:xfrm>
                <a:off x="5670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83" name="Line 78"/>
              <p:cNvSpPr/>
              <p:nvPr/>
            </p:nvSpPr>
            <p:spPr>
              <a:xfrm>
                <a:off x="58129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84" name="Line 79"/>
              <p:cNvSpPr/>
              <p:nvPr/>
            </p:nvSpPr>
            <p:spPr>
              <a:xfrm>
                <a:off x="59572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85" name="Line 80"/>
              <p:cNvSpPr/>
              <p:nvPr/>
            </p:nvSpPr>
            <p:spPr>
              <a:xfrm>
                <a:off x="6102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86" name="Line 81"/>
              <p:cNvSpPr/>
              <p:nvPr/>
            </p:nvSpPr>
            <p:spPr>
              <a:xfrm>
                <a:off x="6246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87" name="Line 82"/>
              <p:cNvSpPr/>
              <p:nvPr/>
            </p:nvSpPr>
            <p:spPr>
              <a:xfrm>
                <a:off x="63892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88" name="Line 83"/>
              <p:cNvSpPr/>
              <p:nvPr/>
            </p:nvSpPr>
            <p:spPr>
              <a:xfrm>
                <a:off x="65336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89" name="Line 84"/>
              <p:cNvSpPr/>
              <p:nvPr/>
            </p:nvSpPr>
            <p:spPr>
              <a:xfrm>
                <a:off x="6678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90" name="Line 85"/>
              <p:cNvSpPr/>
              <p:nvPr/>
            </p:nvSpPr>
            <p:spPr>
              <a:xfrm>
                <a:off x="68209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91" name="Line 86"/>
              <p:cNvSpPr/>
              <p:nvPr/>
            </p:nvSpPr>
            <p:spPr>
              <a:xfrm>
                <a:off x="69652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92" name="Line 87"/>
              <p:cNvSpPr/>
              <p:nvPr/>
            </p:nvSpPr>
            <p:spPr>
              <a:xfrm>
                <a:off x="7110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93" name="Line 88"/>
              <p:cNvSpPr/>
              <p:nvPr/>
            </p:nvSpPr>
            <p:spPr>
              <a:xfrm>
                <a:off x="7254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94" name="Line 89"/>
              <p:cNvSpPr/>
              <p:nvPr/>
            </p:nvSpPr>
            <p:spPr>
              <a:xfrm>
                <a:off x="73972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95" name="Line 90"/>
              <p:cNvSpPr/>
              <p:nvPr/>
            </p:nvSpPr>
            <p:spPr>
              <a:xfrm>
                <a:off x="75416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96" name="Line 91"/>
              <p:cNvSpPr/>
              <p:nvPr/>
            </p:nvSpPr>
            <p:spPr>
              <a:xfrm>
                <a:off x="7686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97" name="Line 92"/>
              <p:cNvSpPr/>
              <p:nvPr/>
            </p:nvSpPr>
            <p:spPr>
              <a:xfrm>
                <a:off x="78289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98" name="Line 93"/>
              <p:cNvSpPr/>
              <p:nvPr/>
            </p:nvSpPr>
            <p:spPr>
              <a:xfrm>
                <a:off x="79736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499" name="Line 94"/>
              <p:cNvSpPr/>
              <p:nvPr/>
            </p:nvSpPr>
            <p:spPr>
              <a:xfrm>
                <a:off x="8118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00" name="Line 95"/>
              <p:cNvSpPr/>
              <p:nvPr/>
            </p:nvSpPr>
            <p:spPr>
              <a:xfrm>
                <a:off x="8262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01" name="Line 96"/>
              <p:cNvSpPr/>
              <p:nvPr/>
            </p:nvSpPr>
            <p:spPr>
              <a:xfrm>
                <a:off x="84052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02" name="Line 97"/>
              <p:cNvSpPr/>
              <p:nvPr/>
            </p:nvSpPr>
            <p:spPr>
              <a:xfrm>
                <a:off x="85496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03" name="Line 98"/>
              <p:cNvSpPr/>
              <p:nvPr/>
            </p:nvSpPr>
            <p:spPr>
              <a:xfrm>
                <a:off x="8694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04" name="Line 99"/>
              <p:cNvSpPr/>
              <p:nvPr/>
            </p:nvSpPr>
            <p:spPr>
              <a:xfrm>
                <a:off x="198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05" name="Line 100"/>
              <p:cNvSpPr/>
              <p:nvPr/>
            </p:nvSpPr>
            <p:spPr>
              <a:xfrm>
                <a:off x="88387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06" name="Line 99"/>
              <p:cNvSpPr/>
              <p:nvPr/>
            </p:nvSpPr>
            <p:spPr>
              <a:xfrm>
                <a:off x="89830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07" name="Line 99"/>
              <p:cNvSpPr/>
              <p:nvPr/>
            </p:nvSpPr>
            <p:spPr>
              <a:xfrm>
                <a:off x="9126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08" name="Line 99"/>
              <p:cNvSpPr/>
              <p:nvPr/>
            </p:nvSpPr>
            <p:spPr>
              <a:xfrm>
                <a:off x="9270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09" name="Line 99"/>
              <p:cNvSpPr/>
              <p:nvPr/>
            </p:nvSpPr>
            <p:spPr>
              <a:xfrm>
                <a:off x="94150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10" name="Line 99"/>
              <p:cNvSpPr/>
              <p:nvPr/>
            </p:nvSpPr>
            <p:spPr>
              <a:xfrm>
                <a:off x="95576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11" name="Line 70"/>
              <p:cNvSpPr/>
              <p:nvPr/>
            </p:nvSpPr>
            <p:spPr>
              <a:xfrm>
                <a:off x="45176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grpSp>
        <p:sp>
          <p:nvSpPr>
            <p:cNvPr id="512" name="Rectangle 104"/>
            <p:cNvSpPr/>
            <p:nvPr/>
          </p:nvSpPr>
          <p:spPr>
            <a:xfrm>
              <a:off x="198000" y="1153800"/>
              <a:ext cx="9505440" cy="5038200"/>
            </a:xfrm>
            <a:prstGeom prst="rect">
              <a:avLst/>
            </a:prstGeom>
            <a:noFill/>
            <a:ln w="9525">
              <a:noFill/>
            </a:ln>
          </p:spPr>
          <p:style>
            <a:lnRef idx="0"/>
            <a:fillRef idx="0"/>
            <a:effectRef idx="0"/>
            <a:fontRef idx="minor"/>
          </p:style>
          <p:txBody>
            <a:bodyPr wrap="none" lIns="90000" rIns="90000" tIns="45000" bIns="45000" anchor="ctr">
              <a:noAutofit/>
            </a:bodyPr>
            <a:p>
              <a:pPr defTabSz="457200">
                <a:lnSpc>
                  <a:spcPct val="100000"/>
                </a:lnSpc>
              </a:pPr>
              <a:endParaRPr b="0" lang="en-US" sz="1800" strike="noStrike" u="none">
                <a:solidFill>
                  <a:schemeClr val="dk1"/>
                </a:solidFill>
                <a:effectLst/>
                <a:uFillTx/>
                <a:latin typeface="Meiryo UI"/>
                <a:ea typeface="Meiryo UI"/>
              </a:endParaRPr>
            </a:p>
          </p:txBody>
        </p:sp>
        <p:grpSp>
          <p:nvGrpSpPr>
            <p:cNvPr id="513" name="グループ化 8"/>
            <p:cNvGrpSpPr/>
            <p:nvPr/>
          </p:nvGrpSpPr>
          <p:grpSpPr>
            <a:xfrm>
              <a:off x="198000" y="1295280"/>
              <a:ext cx="9504000" cy="4897440"/>
              <a:chOff x="198000" y="1295280"/>
              <a:chExt cx="9504000" cy="4897440"/>
            </a:xfrm>
          </p:grpSpPr>
          <p:sp>
            <p:nvSpPr>
              <p:cNvPr id="514" name="Line 4"/>
              <p:cNvSpPr/>
              <p:nvPr/>
            </p:nvSpPr>
            <p:spPr>
              <a:xfrm>
                <a:off x="198000" y="6192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515" name="Line 5"/>
              <p:cNvSpPr/>
              <p:nvPr/>
            </p:nvSpPr>
            <p:spPr>
              <a:xfrm>
                <a:off x="198000" y="6048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516" name="Line 6"/>
              <p:cNvSpPr/>
              <p:nvPr/>
            </p:nvSpPr>
            <p:spPr>
              <a:xfrm>
                <a:off x="198000" y="5904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517" name="Line 7"/>
              <p:cNvSpPr/>
              <p:nvPr/>
            </p:nvSpPr>
            <p:spPr>
              <a:xfrm>
                <a:off x="198000" y="5760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518" name="Line 8"/>
              <p:cNvSpPr/>
              <p:nvPr/>
            </p:nvSpPr>
            <p:spPr>
              <a:xfrm>
                <a:off x="198000" y="5616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519" name="Line 9"/>
              <p:cNvSpPr/>
              <p:nvPr/>
            </p:nvSpPr>
            <p:spPr>
              <a:xfrm>
                <a:off x="198000" y="5472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520" name="Line 10"/>
              <p:cNvSpPr/>
              <p:nvPr/>
            </p:nvSpPr>
            <p:spPr>
              <a:xfrm>
                <a:off x="198000" y="5328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521" name="Line 11"/>
              <p:cNvSpPr/>
              <p:nvPr/>
            </p:nvSpPr>
            <p:spPr>
              <a:xfrm>
                <a:off x="198000" y="5184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522" name="Line 12"/>
              <p:cNvSpPr/>
              <p:nvPr/>
            </p:nvSpPr>
            <p:spPr>
              <a:xfrm>
                <a:off x="198000" y="5040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523" name="Line 13"/>
              <p:cNvSpPr/>
              <p:nvPr/>
            </p:nvSpPr>
            <p:spPr>
              <a:xfrm>
                <a:off x="198000" y="4896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524" name="Line 14"/>
              <p:cNvSpPr/>
              <p:nvPr/>
            </p:nvSpPr>
            <p:spPr>
              <a:xfrm>
                <a:off x="198000" y="4752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525" name="Line 15"/>
              <p:cNvSpPr/>
              <p:nvPr/>
            </p:nvSpPr>
            <p:spPr>
              <a:xfrm>
                <a:off x="198000" y="4608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526" name="Line 16"/>
              <p:cNvSpPr/>
              <p:nvPr/>
            </p:nvSpPr>
            <p:spPr>
              <a:xfrm>
                <a:off x="198000" y="4464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527" name="Line 17"/>
              <p:cNvSpPr/>
              <p:nvPr/>
            </p:nvSpPr>
            <p:spPr>
              <a:xfrm>
                <a:off x="198000" y="4320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528" name="Line 18"/>
              <p:cNvSpPr/>
              <p:nvPr/>
            </p:nvSpPr>
            <p:spPr>
              <a:xfrm>
                <a:off x="198000" y="4176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529" name="Line 19"/>
              <p:cNvSpPr/>
              <p:nvPr/>
            </p:nvSpPr>
            <p:spPr>
              <a:xfrm>
                <a:off x="198000" y="4032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530" name="Line 20"/>
              <p:cNvSpPr/>
              <p:nvPr/>
            </p:nvSpPr>
            <p:spPr>
              <a:xfrm>
                <a:off x="198000" y="3888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531" name="Line 21"/>
              <p:cNvSpPr/>
              <p:nvPr/>
            </p:nvSpPr>
            <p:spPr>
              <a:xfrm>
                <a:off x="198000" y="3744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532" name="Line 22"/>
              <p:cNvSpPr/>
              <p:nvPr/>
            </p:nvSpPr>
            <p:spPr>
              <a:xfrm>
                <a:off x="198000" y="3600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533" name="Line 23"/>
              <p:cNvSpPr/>
              <p:nvPr/>
            </p:nvSpPr>
            <p:spPr>
              <a:xfrm>
                <a:off x="198000" y="3456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534" name="Line 24"/>
              <p:cNvSpPr/>
              <p:nvPr/>
            </p:nvSpPr>
            <p:spPr>
              <a:xfrm>
                <a:off x="198000" y="3311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535" name="Line 25"/>
              <p:cNvSpPr/>
              <p:nvPr/>
            </p:nvSpPr>
            <p:spPr>
              <a:xfrm>
                <a:off x="198000" y="3167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536" name="Line 26"/>
              <p:cNvSpPr/>
              <p:nvPr/>
            </p:nvSpPr>
            <p:spPr>
              <a:xfrm>
                <a:off x="198000" y="3023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537" name="Line 28"/>
              <p:cNvSpPr/>
              <p:nvPr/>
            </p:nvSpPr>
            <p:spPr>
              <a:xfrm>
                <a:off x="198000" y="2879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538" name="Line 29"/>
              <p:cNvSpPr/>
              <p:nvPr/>
            </p:nvSpPr>
            <p:spPr>
              <a:xfrm>
                <a:off x="198000" y="2735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539" name="Line 30"/>
              <p:cNvSpPr/>
              <p:nvPr/>
            </p:nvSpPr>
            <p:spPr>
              <a:xfrm>
                <a:off x="198000" y="2591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540" name="Line 31"/>
              <p:cNvSpPr/>
              <p:nvPr/>
            </p:nvSpPr>
            <p:spPr>
              <a:xfrm>
                <a:off x="198000" y="2447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541" name="Line 32"/>
              <p:cNvSpPr/>
              <p:nvPr/>
            </p:nvSpPr>
            <p:spPr>
              <a:xfrm>
                <a:off x="198000" y="2303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542" name="Line 33"/>
              <p:cNvSpPr/>
              <p:nvPr/>
            </p:nvSpPr>
            <p:spPr>
              <a:xfrm>
                <a:off x="198000" y="2159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543" name="Line 34"/>
              <p:cNvSpPr/>
              <p:nvPr/>
            </p:nvSpPr>
            <p:spPr>
              <a:xfrm>
                <a:off x="198000" y="2015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544" name="Line 35"/>
              <p:cNvSpPr/>
              <p:nvPr/>
            </p:nvSpPr>
            <p:spPr>
              <a:xfrm>
                <a:off x="198000" y="187128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545" name="Line 36"/>
              <p:cNvSpPr/>
              <p:nvPr/>
            </p:nvSpPr>
            <p:spPr>
              <a:xfrm>
                <a:off x="198000" y="172728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546" name="Line 37"/>
              <p:cNvSpPr/>
              <p:nvPr/>
            </p:nvSpPr>
            <p:spPr>
              <a:xfrm>
                <a:off x="198000" y="158328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547" name="Line 38"/>
              <p:cNvSpPr/>
              <p:nvPr/>
            </p:nvSpPr>
            <p:spPr>
              <a:xfrm>
                <a:off x="198000" y="143928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548" name="Line 39"/>
              <p:cNvSpPr/>
              <p:nvPr/>
            </p:nvSpPr>
            <p:spPr>
              <a:xfrm>
                <a:off x="198000" y="129528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grpSp>
      </p:gr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表紙：中央揃え">
    <p:bg>
      <p:bgPr>
        <a:solidFill>
          <a:srgbClr val="ffffff"/>
        </a:solidFill>
      </p:bgPr>
    </p:bg>
    <p:spTree>
      <p:nvGrpSpPr>
        <p:cNvPr id="1" name=""/>
        <p:cNvGrpSpPr/>
        <p:nvPr/>
      </p:nvGrpSpPr>
      <p:grpSpPr>
        <a:xfrm>
          <a:off x="0" y="0"/>
          <a:ext cx="0" cy="0"/>
          <a:chOff x="0" y="0"/>
          <a:chExt cx="0" cy="0"/>
        </a:xfrm>
      </p:grpSpPr>
      <p:cxnSp>
        <p:nvCxnSpPr>
          <p:cNvPr id="549" name="直線コネクタ 117"/>
          <p:cNvCxnSpPr/>
          <p:nvPr/>
        </p:nvCxnSpPr>
        <p:spPr>
          <a:xfrm>
            <a:off x="199440" y="515520"/>
            <a:ext cx="9504360" cy="360"/>
          </a:xfrm>
          <a:prstGeom prst="straightConnector1">
            <a:avLst/>
          </a:prstGeom>
          <a:ln w="12700">
            <a:solidFill>
              <a:srgbClr val="455f51"/>
            </a:solidFill>
          </a:ln>
        </p:spPr>
      </p:cxnSp>
      <p:grpSp>
        <p:nvGrpSpPr>
          <p:cNvPr id="550" name="グループ化 12"/>
          <p:cNvGrpSpPr/>
          <p:nvPr/>
        </p:nvGrpSpPr>
        <p:grpSpPr>
          <a:xfrm>
            <a:off x="198000" y="1153800"/>
            <a:ext cx="9505440" cy="5040000"/>
            <a:chOff x="198000" y="1153800"/>
            <a:chExt cx="9505440" cy="5040000"/>
          </a:xfrm>
        </p:grpSpPr>
        <p:grpSp>
          <p:nvGrpSpPr>
            <p:cNvPr id="551" name="Group 40"/>
            <p:cNvGrpSpPr/>
            <p:nvPr/>
          </p:nvGrpSpPr>
          <p:grpSpPr>
            <a:xfrm>
              <a:off x="198000" y="1153800"/>
              <a:ext cx="9360000" cy="5040000"/>
              <a:chOff x="198000" y="1153800"/>
              <a:chExt cx="9360000" cy="5040000"/>
            </a:xfrm>
          </p:grpSpPr>
          <p:sp>
            <p:nvSpPr>
              <p:cNvPr id="552" name="Line 41"/>
              <p:cNvSpPr/>
              <p:nvPr/>
            </p:nvSpPr>
            <p:spPr>
              <a:xfrm>
                <a:off x="342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53" name="Line 42"/>
              <p:cNvSpPr/>
              <p:nvPr/>
            </p:nvSpPr>
            <p:spPr>
              <a:xfrm>
                <a:off x="486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54" name="Line 43"/>
              <p:cNvSpPr/>
              <p:nvPr/>
            </p:nvSpPr>
            <p:spPr>
              <a:xfrm>
                <a:off x="631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55" name="Line 44"/>
              <p:cNvSpPr/>
              <p:nvPr/>
            </p:nvSpPr>
            <p:spPr>
              <a:xfrm>
                <a:off x="774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56" name="Line 45"/>
              <p:cNvSpPr/>
              <p:nvPr/>
            </p:nvSpPr>
            <p:spPr>
              <a:xfrm>
                <a:off x="918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57" name="Line 46"/>
              <p:cNvSpPr/>
              <p:nvPr/>
            </p:nvSpPr>
            <p:spPr>
              <a:xfrm>
                <a:off x="1063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58" name="Line 47"/>
              <p:cNvSpPr/>
              <p:nvPr/>
            </p:nvSpPr>
            <p:spPr>
              <a:xfrm>
                <a:off x="1207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59" name="Line 48"/>
              <p:cNvSpPr/>
              <p:nvPr/>
            </p:nvSpPr>
            <p:spPr>
              <a:xfrm>
                <a:off x="1350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60" name="Line 49"/>
              <p:cNvSpPr/>
              <p:nvPr/>
            </p:nvSpPr>
            <p:spPr>
              <a:xfrm>
                <a:off x="1494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61" name="Line 50"/>
              <p:cNvSpPr/>
              <p:nvPr/>
            </p:nvSpPr>
            <p:spPr>
              <a:xfrm>
                <a:off x="1639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62" name="Line 51"/>
              <p:cNvSpPr/>
              <p:nvPr/>
            </p:nvSpPr>
            <p:spPr>
              <a:xfrm>
                <a:off x="1782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63" name="Line 52"/>
              <p:cNvSpPr/>
              <p:nvPr/>
            </p:nvSpPr>
            <p:spPr>
              <a:xfrm>
                <a:off x="1926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64" name="Line 53"/>
              <p:cNvSpPr/>
              <p:nvPr/>
            </p:nvSpPr>
            <p:spPr>
              <a:xfrm>
                <a:off x="2071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65" name="Line 54"/>
              <p:cNvSpPr/>
              <p:nvPr/>
            </p:nvSpPr>
            <p:spPr>
              <a:xfrm>
                <a:off x="22158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66" name="Line 55"/>
              <p:cNvSpPr/>
              <p:nvPr/>
            </p:nvSpPr>
            <p:spPr>
              <a:xfrm>
                <a:off x="2358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67" name="Line 56"/>
              <p:cNvSpPr/>
              <p:nvPr/>
            </p:nvSpPr>
            <p:spPr>
              <a:xfrm>
                <a:off x="2503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68" name="Line 57"/>
              <p:cNvSpPr/>
              <p:nvPr/>
            </p:nvSpPr>
            <p:spPr>
              <a:xfrm>
                <a:off x="2647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69" name="Line 58"/>
              <p:cNvSpPr/>
              <p:nvPr/>
            </p:nvSpPr>
            <p:spPr>
              <a:xfrm>
                <a:off x="2790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70" name="Line 59"/>
              <p:cNvSpPr/>
              <p:nvPr/>
            </p:nvSpPr>
            <p:spPr>
              <a:xfrm>
                <a:off x="2934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71" name="Line 60"/>
              <p:cNvSpPr/>
              <p:nvPr/>
            </p:nvSpPr>
            <p:spPr>
              <a:xfrm>
                <a:off x="3079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72" name="Line 61"/>
              <p:cNvSpPr/>
              <p:nvPr/>
            </p:nvSpPr>
            <p:spPr>
              <a:xfrm>
                <a:off x="32238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73" name="Line 62"/>
              <p:cNvSpPr/>
              <p:nvPr/>
            </p:nvSpPr>
            <p:spPr>
              <a:xfrm>
                <a:off x="3366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74" name="Line 63"/>
              <p:cNvSpPr/>
              <p:nvPr/>
            </p:nvSpPr>
            <p:spPr>
              <a:xfrm>
                <a:off x="3511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75" name="Line 64"/>
              <p:cNvSpPr/>
              <p:nvPr/>
            </p:nvSpPr>
            <p:spPr>
              <a:xfrm>
                <a:off x="3655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76" name="Line 65"/>
              <p:cNvSpPr/>
              <p:nvPr/>
            </p:nvSpPr>
            <p:spPr>
              <a:xfrm>
                <a:off x="37998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77" name="Line 66"/>
              <p:cNvSpPr/>
              <p:nvPr/>
            </p:nvSpPr>
            <p:spPr>
              <a:xfrm>
                <a:off x="3942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78" name="Line 67"/>
              <p:cNvSpPr/>
              <p:nvPr/>
            </p:nvSpPr>
            <p:spPr>
              <a:xfrm>
                <a:off x="4087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79" name="Line 68"/>
              <p:cNvSpPr/>
              <p:nvPr/>
            </p:nvSpPr>
            <p:spPr>
              <a:xfrm>
                <a:off x="42318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80" name="Line 69"/>
              <p:cNvSpPr/>
              <p:nvPr/>
            </p:nvSpPr>
            <p:spPr>
              <a:xfrm>
                <a:off x="4374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81" name="Line 70"/>
              <p:cNvSpPr/>
              <p:nvPr/>
            </p:nvSpPr>
            <p:spPr>
              <a:xfrm>
                <a:off x="4662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82" name="Line 71"/>
              <p:cNvSpPr/>
              <p:nvPr/>
            </p:nvSpPr>
            <p:spPr>
              <a:xfrm>
                <a:off x="48049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83" name="Line 72"/>
              <p:cNvSpPr/>
              <p:nvPr/>
            </p:nvSpPr>
            <p:spPr>
              <a:xfrm>
                <a:off x="4949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84" name="Line 73"/>
              <p:cNvSpPr/>
              <p:nvPr/>
            </p:nvSpPr>
            <p:spPr>
              <a:xfrm>
                <a:off x="5093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85" name="Line 74"/>
              <p:cNvSpPr/>
              <p:nvPr/>
            </p:nvSpPr>
            <p:spPr>
              <a:xfrm>
                <a:off x="52365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86" name="Line 75"/>
              <p:cNvSpPr/>
              <p:nvPr/>
            </p:nvSpPr>
            <p:spPr>
              <a:xfrm>
                <a:off x="53809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87" name="Line 76"/>
              <p:cNvSpPr/>
              <p:nvPr/>
            </p:nvSpPr>
            <p:spPr>
              <a:xfrm>
                <a:off x="5525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88" name="Line 77"/>
              <p:cNvSpPr/>
              <p:nvPr/>
            </p:nvSpPr>
            <p:spPr>
              <a:xfrm>
                <a:off x="5670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89" name="Line 78"/>
              <p:cNvSpPr/>
              <p:nvPr/>
            </p:nvSpPr>
            <p:spPr>
              <a:xfrm>
                <a:off x="58129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90" name="Line 79"/>
              <p:cNvSpPr/>
              <p:nvPr/>
            </p:nvSpPr>
            <p:spPr>
              <a:xfrm>
                <a:off x="5957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91" name="Line 80"/>
              <p:cNvSpPr/>
              <p:nvPr/>
            </p:nvSpPr>
            <p:spPr>
              <a:xfrm>
                <a:off x="6102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92" name="Line 81"/>
              <p:cNvSpPr/>
              <p:nvPr/>
            </p:nvSpPr>
            <p:spPr>
              <a:xfrm>
                <a:off x="6246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93" name="Line 82"/>
              <p:cNvSpPr/>
              <p:nvPr/>
            </p:nvSpPr>
            <p:spPr>
              <a:xfrm>
                <a:off x="6389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94" name="Line 83"/>
              <p:cNvSpPr/>
              <p:nvPr/>
            </p:nvSpPr>
            <p:spPr>
              <a:xfrm>
                <a:off x="6533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95" name="Line 84"/>
              <p:cNvSpPr/>
              <p:nvPr/>
            </p:nvSpPr>
            <p:spPr>
              <a:xfrm>
                <a:off x="6678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96" name="Line 85"/>
              <p:cNvSpPr/>
              <p:nvPr/>
            </p:nvSpPr>
            <p:spPr>
              <a:xfrm>
                <a:off x="68209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97" name="Line 86"/>
              <p:cNvSpPr/>
              <p:nvPr/>
            </p:nvSpPr>
            <p:spPr>
              <a:xfrm>
                <a:off x="6965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98" name="Line 87"/>
              <p:cNvSpPr/>
              <p:nvPr/>
            </p:nvSpPr>
            <p:spPr>
              <a:xfrm>
                <a:off x="7110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599" name="Line 88"/>
              <p:cNvSpPr/>
              <p:nvPr/>
            </p:nvSpPr>
            <p:spPr>
              <a:xfrm>
                <a:off x="7254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00" name="Line 89"/>
              <p:cNvSpPr/>
              <p:nvPr/>
            </p:nvSpPr>
            <p:spPr>
              <a:xfrm>
                <a:off x="7397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01" name="Line 90"/>
              <p:cNvSpPr/>
              <p:nvPr/>
            </p:nvSpPr>
            <p:spPr>
              <a:xfrm>
                <a:off x="7541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02" name="Line 91"/>
              <p:cNvSpPr/>
              <p:nvPr/>
            </p:nvSpPr>
            <p:spPr>
              <a:xfrm>
                <a:off x="7686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03" name="Line 92"/>
              <p:cNvSpPr/>
              <p:nvPr/>
            </p:nvSpPr>
            <p:spPr>
              <a:xfrm>
                <a:off x="78289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04" name="Line 93"/>
              <p:cNvSpPr/>
              <p:nvPr/>
            </p:nvSpPr>
            <p:spPr>
              <a:xfrm>
                <a:off x="7973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05" name="Line 94"/>
              <p:cNvSpPr/>
              <p:nvPr/>
            </p:nvSpPr>
            <p:spPr>
              <a:xfrm>
                <a:off x="8118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06" name="Line 95"/>
              <p:cNvSpPr/>
              <p:nvPr/>
            </p:nvSpPr>
            <p:spPr>
              <a:xfrm>
                <a:off x="8262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07" name="Line 96"/>
              <p:cNvSpPr/>
              <p:nvPr/>
            </p:nvSpPr>
            <p:spPr>
              <a:xfrm>
                <a:off x="8405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08" name="Line 97"/>
              <p:cNvSpPr/>
              <p:nvPr/>
            </p:nvSpPr>
            <p:spPr>
              <a:xfrm>
                <a:off x="8549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09" name="Line 98"/>
              <p:cNvSpPr/>
              <p:nvPr/>
            </p:nvSpPr>
            <p:spPr>
              <a:xfrm>
                <a:off x="8694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10" name="Line 99"/>
              <p:cNvSpPr/>
              <p:nvPr/>
            </p:nvSpPr>
            <p:spPr>
              <a:xfrm>
                <a:off x="198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11" name="Line 100"/>
              <p:cNvSpPr/>
              <p:nvPr/>
            </p:nvSpPr>
            <p:spPr>
              <a:xfrm>
                <a:off x="8838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12" name="Line 99"/>
              <p:cNvSpPr/>
              <p:nvPr/>
            </p:nvSpPr>
            <p:spPr>
              <a:xfrm>
                <a:off x="8983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13" name="Line 99"/>
              <p:cNvSpPr/>
              <p:nvPr/>
            </p:nvSpPr>
            <p:spPr>
              <a:xfrm>
                <a:off x="9126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14" name="Line 99"/>
              <p:cNvSpPr/>
              <p:nvPr/>
            </p:nvSpPr>
            <p:spPr>
              <a:xfrm>
                <a:off x="9270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15" name="Line 99"/>
              <p:cNvSpPr/>
              <p:nvPr/>
            </p:nvSpPr>
            <p:spPr>
              <a:xfrm>
                <a:off x="9415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16" name="Line 99"/>
              <p:cNvSpPr/>
              <p:nvPr/>
            </p:nvSpPr>
            <p:spPr>
              <a:xfrm>
                <a:off x="9557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17" name="Line 70"/>
              <p:cNvSpPr/>
              <p:nvPr/>
            </p:nvSpPr>
            <p:spPr>
              <a:xfrm>
                <a:off x="4517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grpSp>
        <p:sp>
          <p:nvSpPr>
            <p:cNvPr id="618" name="Rectangle 104"/>
            <p:cNvSpPr/>
            <p:nvPr/>
          </p:nvSpPr>
          <p:spPr>
            <a:xfrm>
              <a:off x="198000" y="1153800"/>
              <a:ext cx="9505440" cy="5038200"/>
            </a:xfrm>
            <a:prstGeom prst="rect">
              <a:avLst/>
            </a:prstGeom>
            <a:noFill/>
            <a:ln w="6350">
              <a:noFill/>
            </a:ln>
          </p:spPr>
          <p:style>
            <a:lnRef idx="0"/>
            <a:fillRef idx="0"/>
            <a:effectRef idx="0"/>
            <a:fontRef idx="minor"/>
          </p:style>
          <p:txBody>
            <a:bodyPr wrap="none" lIns="90000" rIns="90000" tIns="45000" bIns="45000" anchor="ctr">
              <a:noAutofit/>
            </a:bodyPr>
            <a:p>
              <a:pPr defTabSz="457200">
                <a:lnSpc>
                  <a:spcPct val="100000"/>
                </a:lnSpc>
              </a:pPr>
              <a:endParaRPr b="0" lang="en-US" sz="1800" strike="noStrike" u="none">
                <a:solidFill>
                  <a:schemeClr val="dk1"/>
                </a:solidFill>
                <a:effectLst/>
                <a:uFillTx/>
                <a:latin typeface="Meiryo UI"/>
                <a:ea typeface="Meiryo UI"/>
              </a:endParaRPr>
            </a:p>
          </p:txBody>
        </p:sp>
        <p:grpSp>
          <p:nvGrpSpPr>
            <p:cNvPr id="619" name="グループ化 15"/>
            <p:cNvGrpSpPr/>
            <p:nvPr/>
          </p:nvGrpSpPr>
          <p:grpSpPr>
            <a:xfrm>
              <a:off x="198000" y="1295280"/>
              <a:ext cx="9504000" cy="4897440"/>
              <a:chOff x="198000" y="1295280"/>
              <a:chExt cx="9504000" cy="4897440"/>
            </a:xfrm>
          </p:grpSpPr>
          <p:sp>
            <p:nvSpPr>
              <p:cNvPr id="620" name="Line 4"/>
              <p:cNvSpPr/>
              <p:nvPr/>
            </p:nvSpPr>
            <p:spPr>
              <a:xfrm>
                <a:off x="198000" y="6192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621" name="Line 5"/>
              <p:cNvSpPr/>
              <p:nvPr/>
            </p:nvSpPr>
            <p:spPr>
              <a:xfrm>
                <a:off x="198000" y="6048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622" name="Line 6"/>
              <p:cNvSpPr/>
              <p:nvPr/>
            </p:nvSpPr>
            <p:spPr>
              <a:xfrm>
                <a:off x="198000" y="5904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623" name="Line 7"/>
              <p:cNvSpPr/>
              <p:nvPr/>
            </p:nvSpPr>
            <p:spPr>
              <a:xfrm>
                <a:off x="198000" y="5760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624" name="Line 8"/>
              <p:cNvSpPr/>
              <p:nvPr/>
            </p:nvSpPr>
            <p:spPr>
              <a:xfrm>
                <a:off x="198000" y="5616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625" name="Line 9"/>
              <p:cNvSpPr/>
              <p:nvPr/>
            </p:nvSpPr>
            <p:spPr>
              <a:xfrm>
                <a:off x="198000" y="5472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626" name="Line 10"/>
              <p:cNvSpPr/>
              <p:nvPr/>
            </p:nvSpPr>
            <p:spPr>
              <a:xfrm>
                <a:off x="198000" y="5328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627" name="Line 11"/>
              <p:cNvSpPr/>
              <p:nvPr/>
            </p:nvSpPr>
            <p:spPr>
              <a:xfrm>
                <a:off x="198000" y="5184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628" name="Line 12"/>
              <p:cNvSpPr/>
              <p:nvPr/>
            </p:nvSpPr>
            <p:spPr>
              <a:xfrm>
                <a:off x="198000" y="5040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629" name="Line 13"/>
              <p:cNvSpPr/>
              <p:nvPr/>
            </p:nvSpPr>
            <p:spPr>
              <a:xfrm>
                <a:off x="198000" y="4896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630" name="Line 14"/>
              <p:cNvSpPr/>
              <p:nvPr/>
            </p:nvSpPr>
            <p:spPr>
              <a:xfrm>
                <a:off x="198000" y="4752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631" name="Line 15"/>
              <p:cNvSpPr/>
              <p:nvPr/>
            </p:nvSpPr>
            <p:spPr>
              <a:xfrm>
                <a:off x="198000" y="4608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632" name="Line 16"/>
              <p:cNvSpPr/>
              <p:nvPr/>
            </p:nvSpPr>
            <p:spPr>
              <a:xfrm>
                <a:off x="198000" y="4464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633" name="Line 17"/>
              <p:cNvSpPr/>
              <p:nvPr/>
            </p:nvSpPr>
            <p:spPr>
              <a:xfrm>
                <a:off x="198000" y="4320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634" name="Line 18"/>
              <p:cNvSpPr/>
              <p:nvPr/>
            </p:nvSpPr>
            <p:spPr>
              <a:xfrm>
                <a:off x="198000" y="4176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635" name="Line 19"/>
              <p:cNvSpPr/>
              <p:nvPr/>
            </p:nvSpPr>
            <p:spPr>
              <a:xfrm>
                <a:off x="198000" y="4032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636" name="Line 20"/>
              <p:cNvSpPr/>
              <p:nvPr/>
            </p:nvSpPr>
            <p:spPr>
              <a:xfrm>
                <a:off x="198000" y="3888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637" name="Line 21"/>
              <p:cNvSpPr/>
              <p:nvPr/>
            </p:nvSpPr>
            <p:spPr>
              <a:xfrm>
                <a:off x="198000" y="3744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638" name="Line 22"/>
              <p:cNvSpPr/>
              <p:nvPr/>
            </p:nvSpPr>
            <p:spPr>
              <a:xfrm>
                <a:off x="198000" y="3600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639" name="Line 23"/>
              <p:cNvSpPr/>
              <p:nvPr/>
            </p:nvSpPr>
            <p:spPr>
              <a:xfrm>
                <a:off x="198000" y="3456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640" name="Line 24"/>
              <p:cNvSpPr/>
              <p:nvPr/>
            </p:nvSpPr>
            <p:spPr>
              <a:xfrm>
                <a:off x="198000" y="3311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641" name="Line 25"/>
              <p:cNvSpPr/>
              <p:nvPr/>
            </p:nvSpPr>
            <p:spPr>
              <a:xfrm>
                <a:off x="198000" y="3167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642" name="Line 26"/>
              <p:cNvSpPr/>
              <p:nvPr/>
            </p:nvSpPr>
            <p:spPr>
              <a:xfrm>
                <a:off x="198000" y="3023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643" name="Line 28"/>
              <p:cNvSpPr/>
              <p:nvPr/>
            </p:nvSpPr>
            <p:spPr>
              <a:xfrm>
                <a:off x="198000" y="2879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644" name="Line 29"/>
              <p:cNvSpPr/>
              <p:nvPr/>
            </p:nvSpPr>
            <p:spPr>
              <a:xfrm>
                <a:off x="198000" y="2735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645" name="Line 30"/>
              <p:cNvSpPr/>
              <p:nvPr/>
            </p:nvSpPr>
            <p:spPr>
              <a:xfrm>
                <a:off x="198000" y="2591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646" name="Line 31"/>
              <p:cNvSpPr/>
              <p:nvPr/>
            </p:nvSpPr>
            <p:spPr>
              <a:xfrm>
                <a:off x="198000" y="2447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647" name="Line 32"/>
              <p:cNvSpPr/>
              <p:nvPr/>
            </p:nvSpPr>
            <p:spPr>
              <a:xfrm>
                <a:off x="198000" y="2303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648" name="Line 33"/>
              <p:cNvSpPr/>
              <p:nvPr/>
            </p:nvSpPr>
            <p:spPr>
              <a:xfrm>
                <a:off x="198000" y="2159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649" name="Line 34"/>
              <p:cNvSpPr/>
              <p:nvPr/>
            </p:nvSpPr>
            <p:spPr>
              <a:xfrm>
                <a:off x="198000" y="2015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650" name="Line 35"/>
              <p:cNvSpPr/>
              <p:nvPr/>
            </p:nvSpPr>
            <p:spPr>
              <a:xfrm>
                <a:off x="198000" y="187128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651" name="Line 36"/>
              <p:cNvSpPr/>
              <p:nvPr/>
            </p:nvSpPr>
            <p:spPr>
              <a:xfrm>
                <a:off x="198000" y="172728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652" name="Line 37"/>
              <p:cNvSpPr/>
              <p:nvPr/>
            </p:nvSpPr>
            <p:spPr>
              <a:xfrm>
                <a:off x="198000" y="158328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653" name="Line 38"/>
              <p:cNvSpPr/>
              <p:nvPr/>
            </p:nvSpPr>
            <p:spPr>
              <a:xfrm>
                <a:off x="198000" y="143928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654" name="Line 39"/>
              <p:cNvSpPr/>
              <p:nvPr/>
            </p:nvSpPr>
            <p:spPr>
              <a:xfrm>
                <a:off x="198000" y="129528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grpSp>
      </p:grpSp>
      <p:sp>
        <p:nvSpPr>
          <p:cNvPr id="655" name="正方形/長方形 2"/>
          <p:cNvSpPr/>
          <p:nvPr/>
        </p:nvSpPr>
        <p:spPr>
          <a:xfrm>
            <a:off x="196200" y="502920"/>
            <a:ext cx="9503640" cy="45360"/>
          </a:xfrm>
          <a:prstGeom prst="rect">
            <a:avLst/>
          </a:prstGeom>
          <a:solidFill>
            <a:schemeClr val="bg1"/>
          </a:solidFill>
          <a:ln w="0">
            <a:noFill/>
          </a:ln>
        </p:spPr>
        <p:style>
          <a:lnRef idx="0"/>
          <a:fillRef idx="0"/>
          <a:effectRef idx="0"/>
          <a:fontRef idx="minor"/>
        </p:style>
        <p:txBody>
          <a:bodyPr lIns="90000" rIns="90000" tIns="720" bIns="720" anchor="ctr">
            <a:noAutofit/>
          </a:bodyPr>
          <a:p>
            <a:pPr defTabSz="457200">
              <a:lnSpc>
                <a:spcPct val="100000"/>
              </a:lnSpc>
              <a:spcAft>
                <a:spcPts val="601"/>
              </a:spcAft>
            </a:pPr>
            <a:endParaRPr b="0" lang="en-US" sz="1800" strike="noStrike" u="none">
              <a:solidFill>
                <a:schemeClr val="dk1"/>
              </a:solidFill>
              <a:effectLst/>
              <a:uFillTx/>
              <a:latin typeface="Meiryo UI"/>
              <a:ea typeface="Meiryo UI"/>
            </a:endParaRPr>
          </a:p>
        </p:txBody>
      </p:sp>
      <p:cxnSp>
        <p:nvCxnSpPr>
          <p:cNvPr id="656" name="直線コネクタ 4"/>
          <p:cNvCxnSpPr/>
          <p:nvPr/>
        </p:nvCxnSpPr>
        <p:spPr>
          <a:xfrm>
            <a:off x="198000" y="529200"/>
            <a:ext cx="9502200" cy="360"/>
          </a:xfrm>
          <a:prstGeom prst="straightConnector1">
            <a:avLst/>
          </a:prstGeom>
          <a:ln w="19050">
            <a:solidFill>
              <a:srgbClr val="000000"/>
            </a:solidFill>
          </a:ln>
        </p:spPr>
      </p:cxnSp>
      <p:sp>
        <p:nvSpPr>
          <p:cNvPr id="657" name="PlaceHolder 1"/>
          <p:cNvSpPr>
            <a:spLocks noGrp="1"/>
          </p:cNvSpPr>
          <p:nvPr>
            <p:ph type="title"/>
          </p:nvPr>
        </p:nvSpPr>
        <p:spPr>
          <a:xfrm>
            <a:off x="743040" y="1996920"/>
            <a:ext cx="8419680" cy="1796760"/>
          </a:xfrm>
          <a:prstGeom prst="rect">
            <a:avLst/>
          </a:prstGeom>
          <a:noFill/>
          <a:ln w="0">
            <a:noFill/>
          </a:ln>
        </p:spPr>
        <p:txBody>
          <a:bodyPr lIns="36000" rIns="0" tIns="45720" bIns="45720" anchor="ctr">
            <a:normAutofit/>
          </a:bodyPr>
          <a:p>
            <a:pPr indent="0" algn="ctr" defTabSz="914400">
              <a:lnSpc>
                <a:spcPct val="90000"/>
              </a:lnSpc>
              <a:buNone/>
            </a:pPr>
            <a:r>
              <a:rPr b="1" lang="ja-JP" sz="2800" strike="noStrike" u="none">
                <a:solidFill>
                  <a:schemeClr val="dk1"/>
                </a:solidFill>
                <a:effectLst/>
                <a:uFillTx/>
                <a:latin typeface="Meiryo UI"/>
                <a:ea typeface="Meiryo UI"/>
              </a:rPr>
              <a:t>マスター タイトルの書式設定</a:t>
            </a:r>
            <a:endParaRPr b="0" lang="en-US" sz="2800" strike="noStrike" u="none">
              <a:solidFill>
                <a:schemeClr val="dk1"/>
              </a:solidFill>
              <a:effectLst/>
              <a:uFillTx/>
              <a:latin typeface="Meiryo UI"/>
            </a:endParaRPr>
          </a:p>
        </p:txBody>
      </p:sp>
      <p:sp>
        <p:nvSpPr>
          <p:cNvPr id="658" name="PlaceHolder 2"/>
          <p:cNvSpPr>
            <a:spLocks noGrp="1"/>
          </p:cNvSpPr>
          <p:nvPr>
            <p:ph type="body"/>
          </p:nvPr>
        </p:nvSpPr>
        <p:spPr>
          <a:xfrm>
            <a:off x="630360" y="925200"/>
            <a:ext cx="4322520" cy="369000"/>
          </a:xfrm>
          <a:prstGeom prst="rect">
            <a:avLst/>
          </a:prstGeom>
          <a:noFill/>
          <a:ln w="0">
            <a:noFill/>
          </a:ln>
        </p:spPr>
        <p:txBody>
          <a:bodyPr lIns="36000" rIns="0" tIns="45720" bIns="45720" anchor="t">
            <a:noAutofit/>
          </a:bodyPr>
          <a:p>
            <a:pPr indent="0" defTabSz="914400">
              <a:lnSpc>
                <a:spcPct val="90000"/>
              </a:lnSpc>
              <a:buNone/>
              <a:tabLst>
                <a:tab algn="l" pos="0"/>
              </a:tabLst>
            </a:pPr>
            <a:r>
              <a:rPr b="1" lang="ja-JP" sz="2000" strike="noStrike" u="none">
                <a:solidFill>
                  <a:schemeClr val="dk1"/>
                </a:solidFill>
                <a:effectLst/>
                <a:uFillTx/>
                <a:latin typeface="Meiryo UI"/>
                <a:ea typeface="Meiryo UI"/>
              </a:rPr>
              <a:t>マスター テキストの書式設定</a:t>
            </a:r>
            <a:endParaRPr b="0" lang="en-US" sz="2000" strike="noStrike" u="none">
              <a:solidFill>
                <a:schemeClr val="dk1"/>
              </a:solidFill>
              <a:effectLst/>
              <a:uFillTx/>
              <a:latin typeface="Meiryo UI"/>
            </a:endParaRPr>
          </a:p>
        </p:txBody>
      </p:sp>
      <p:grpSp>
        <p:nvGrpSpPr>
          <p:cNvPr id="659" name="グループ化 4"/>
          <p:cNvGrpSpPr/>
          <p:nvPr/>
        </p:nvGrpSpPr>
        <p:grpSpPr>
          <a:xfrm>
            <a:off x="198000" y="1153800"/>
            <a:ext cx="9505440" cy="5040000"/>
            <a:chOff x="198000" y="1153800"/>
            <a:chExt cx="9505440" cy="5040000"/>
          </a:xfrm>
        </p:grpSpPr>
        <p:grpSp>
          <p:nvGrpSpPr>
            <p:cNvPr id="660" name="Group 40"/>
            <p:cNvGrpSpPr/>
            <p:nvPr/>
          </p:nvGrpSpPr>
          <p:grpSpPr>
            <a:xfrm>
              <a:off x="198000" y="1153800"/>
              <a:ext cx="9360000" cy="5040000"/>
              <a:chOff x="198000" y="1153800"/>
              <a:chExt cx="9360000" cy="5040000"/>
            </a:xfrm>
          </p:grpSpPr>
          <p:sp>
            <p:nvSpPr>
              <p:cNvPr id="661" name="Line 41"/>
              <p:cNvSpPr/>
              <p:nvPr/>
            </p:nvSpPr>
            <p:spPr>
              <a:xfrm>
                <a:off x="342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62" name="Line 42"/>
              <p:cNvSpPr/>
              <p:nvPr/>
            </p:nvSpPr>
            <p:spPr>
              <a:xfrm>
                <a:off x="4867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63" name="Line 43"/>
              <p:cNvSpPr/>
              <p:nvPr/>
            </p:nvSpPr>
            <p:spPr>
              <a:xfrm>
                <a:off x="6314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64" name="Line 44"/>
              <p:cNvSpPr/>
              <p:nvPr/>
            </p:nvSpPr>
            <p:spPr>
              <a:xfrm>
                <a:off x="774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65" name="Line 45"/>
              <p:cNvSpPr/>
              <p:nvPr/>
            </p:nvSpPr>
            <p:spPr>
              <a:xfrm>
                <a:off x="9187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66" name="Line 46"/>
              <p:cNvSpPr/>
              <p:nvPr/>
            </p:nvSpPr>
            <p:spPr>
              <a:xfrm>
                <a:off x="10630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67" name="Line 47"/>
              <p:cNvSpPr/>
              <p:nvPr/>
            </p:nvSpPr>
            <p:spPr>
              <a:xfrm>
                <a:off x="12074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68" name="Line 48"/>
              <p:cNvSpPr/>
              <p:nvPr/>
            </p:nvSpPr>
            <p:spPr>
              <a:xfrm>
                <a:off x="1350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69" name="Line 49"/>
              <p:cNvSpPr/>
              <p:nvPr/>
            </p:nvSpPr>
            <p:spPr>
              <a:xfrm>
                <a:off x="14947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70" name="Line 50"/>
              <p:cNvSpPr/>
              <p:nvPr/>
            </p:nvSpPr>
            <p:spPr>
              <a:xfrm>
                <a:off x="16394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71" name="Line 51"/>
              <p:cNvSpPr/>
              <p:nvPr/>
            </p:nvSpPr>
            <p:spPr>
              <a:xfrm>
                <a:off x="1782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72" name="Line 52"/>
              <p:cNvSpPr/>
              <p:nvPr/>
            </p:nvSpPr>
            <p:spPr>
              <a:xfrm>
                <a:off x="19267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73" name="Line 53"/>
              <p:cNvSpPr/>
              <p:nvPr/>
            </p:nvSpPr>
            <p:spPr>
              <a:xfrm>
                <a:off x="20710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74" name="Line 54"/>
              <p:cNvSpPr/>
              <p:nvPr/>
            </p:nvSpPr>
            <p:spPr>
              <a:xfrm>
                <a:off x="22158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75" name="Line 55"/>
              <p:cNvSpPr/>
              <p:nvPr/>
            </p:nvSpPr>
            <p:spPr>
              <a:xfrm>
                <a:off x="2358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76" name="Line 56"/>
              <p:cNvSpPr/>
              <p:nvPr/>
            </p:nvSpPr>
            <p:spPr>
              <a:xfrm>
                <a:off x="25030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77" name="Line 57"/>
              <p:cNvSpPr/>
              <p:nvPr/>
            </p:nvSpPr>
            <p:spPr>
              <a:xfrm>
                <a:off x="26474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78" name="Line 58"/>
              <p:cNvSpPr/>
              <p:nvPr/>
            </p:nvSpPr>
            <p:spPr>
              <a:xfrm>
                <a:off x="2790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79" name="Line 59"/>
              <p:cNvSpPr/>
              <p:nvPr/>
            </p:nvSpPr>
            <p:spPr>
              <a:xfrm>
                <a:off x="29347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80" name="Line 60"/>
              <p:cNvSpPr/>
              <p:nvPr/>
            </p:nvSpPr>
            <p:spPr>
              <a:xfrm>
                <a:off x="30790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81" name="Line 61"/>
              <p:cNvSpPr/>
              <p:nvPr/>
            </p:nvSpPr>
            <p:spPr>
              <a:xfrm>
                <a:off x="32238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82" name="Line 62"/>
              <p:cNvSpPr/>
              <p:nvPr/>
            </p:nvSpPr>
            <p:spPr>
              <a:xfrm>
                <a:off x="33667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83" name="Line 63"/>
              <p:cNvSpPr/>
              <p:nvPr/>
            </p:nvSpPr>
            <p:spPr>
              <a:xfrm>
                <a:off x="35110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84" name="Line 64"/>
              <p:cNvSpPr/>
              <p:nvPr/>
            </p:nvSpPr>
            <p:spPr>
              <a:xfrm>
                <a:off x="36554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85" name="Line 65"/>
              <p:cNvSpPr/>
              <p:nvPr/>
            </p:nvSpPr>
            <p:spPr>
              <a:xfrm>
                <a:off x="37998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86" name="Line 66"/>
              <p:cNvSpPr/>
              <p:nvPr/>
            </p:nvSpPr>
            <p:spPr>
              <a:xfrm>
                <a:off x="39427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87" name="Line 67"/>
              <p:cNvSpPr/>
              <p:nvPr/>
            </p:nvSpPr>
            <p:spPr>
              <a:xfrm>
                <a:off x="40874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88" name="Line 68"/>
              <p:cNvSpPr/>
              <p:nvPr/>
            </p:nvSpPr>
            <p:spPr>
              <a:xfrm>
                <a:off x="42318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89" name="Line 69"/>
              <p:cNvSpPr/>
              <p:nvPr/>
            </p:nvSpPr>
            <p:spPr>
              <a:xfrm>
                <a:off x="43747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90" name="Line 70"/>
              <p:cNvSpPr/>
              <p:nvPr/>
            </p:nvSpPr>
            <p:spPr>
              <a:xfrm>
                <a:off x="4662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91" name="Line 71"/>
              <p:cNvSpPr/>
              <p:nvPr/>
            </p:nvSpPr>
            <p:spPr>
              <a:xfrm>
                <a:off x="48049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92" name="Line 72"/>
              <p:cNvSpPr/>
              <p:nvPr/>
            </p:nvSpPr>
            <p:spPr>
              <a:xfrm>
                <a:off x="49492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93" name="Line 73"/>
              <p:cNvSpPr/>
              <p:nvPr/>
            </p:nvSpPr>
            <p:spPr>
              <a:xfrm>
                <a:off x="50936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94" name="Line 74"/>
              <p:cNvSpPr/>
              <p:nvPr/>
            </p:nvSpPr>
            <p:spPr>
              <a:xfrm>
                <a:off x="52365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95" name="Line 75"/>
              <p:cNvSpPr/>
              <p:nvPr/>
            </p:nvSpPr>
            <p:spPr>
              <a:xfrm>
                <a:off x="53809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96" name="Line 76"/>
              <p:cNvSpPr/>
              <p:nvPr/>
            </p:nvSpPr>
            <p:spPr>
              <a:xfrm>
                <a:off x="55256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97" name="Line 77"/>
              <p:cNvSpPr/>
              <p:nvPr/>
            </p:nvSpPr>
            <p:spPr>
              <a:xfrm>
                <a:off x="5670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98" name="Line 78"/>
              <p:cNvSpPr/>
              <p:nvPr/>
            </p:nvSpPr>
            <p:spPr>
              <a:xfrm>
                <a:off x="58129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699" name="Line 79"/>
              <p:cNvSpPr/>
              <p:nvPr/>
            </p:nvSpPr>
            <p:spPr>
              <a:xfrm>
                <a:off x="59572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00" name="Line 80"/>
              <p:cNvSpPr/>
              <p:nvPr/>
            </p:nvSpPr>
            <p:spPr>
              <a:xfrm>
                <a:off x="6102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01" name="Line 81"/>
              <p:cNvSpPr/>
              <p:nvPr/>
            </p:nvSpPr>
            <p:spPr>
              <a:xfrm>
                <a:off x="6246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02" name="Line 82"/>
              <p:cNvSpPr/>
              <p:nvPr/>
            </p:nvSpPr>
            <p:spPr>
              <a:xfrm>
                <a:off x="63892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03" name="Line 83"/>
              <p:cNvSpPr/>
              <p:nvPr/>
            </p:nvSpPr>
            <p:spPr>
              <a:xfrm>
                <a:off x="65336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04" name="Line 84"/>
              <p:cNvSpPr/>
              <p:nvPr/>
            </p:nvSpPr>
            <p:spPr>
              <a:xfrm>
                <a:off x="6678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05" name="Line 85"/>
              <p:cNvSpPr/>
              <p:nvPr/>
            </p:nvSpPr>
            <p:spPr>
              <a:xfrm>
                <a:off x="68209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06" name="Line 86"/>
              <p:cNvSpPr/>
              <p:nvPr/>
            </p:nvSpPr>
            <p:spPr>
              <a:xfrm>
                <a:off x="69652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07" name="Line 87"/>
              <p:cNvSpPr/>
              <p:nvPr/>
            </p:nvSpPr>
            <p:spPr>
              <a:xfrm>
                <a:off x="7110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08" name="Line 88"/>
              <p:cNvSpPr/>
              <p:nvPr/>
            </p:nvSpPr>
            <p:spPr>
              <a:xfrm>
                <a:off x="7254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09" name="Line 89"/>
              <p:cNvSpPr/>
              <p:nvPr/>
            </p:nvSpPr>
            <p:spPr>
              <a:xfrm>
                <a:off x="73972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10" name="Line 90"/>
              <p:cNvSpPr/>
              <p:nvPr/>
            </p:nvSpPr>
            <p:spPr>
              <a:xfrm>
                <a:off x="75416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11" name="Line 91"/>
              <p:cNvSpPr/>
              <p:nvPr/>
            </p:nvSpPr>
            <p:spPr>
              <a:xfrm>
                <a:off x="7686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12" name="Line 92"/>
              <p:cNvSpPr/>
              <p:nvPr/>
            </p:nvSpPr>
            <p:spPr>
              <a:xfrm>
                <a:off x="78289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13" name="Line 93"/>
              <p:cNvSpPr/>
              <p:nvPr/>
            </p:nvSpPr>
            <p:spPr>
              <a:xfrm>
                <a:off x="79736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14" name="Line 94"/>
              <p:cNvSpPr/>
              <p:nvPr/>
            </p:nvSpPr>
            <p:spPr>
              <a:xfrm>
                <a:off x="8118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15" name="Line 95"/>
              <p:cNvSpPr/>
              <p:nvPr/>
            </p:nvSpPr>
            <p:spPr>
              <a:xfrm>
                <a:off x="8262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16" name="Line 96"/>
              <p:cNvSpPr/>
              <p:nvPr/>
            </p:nvSpPr>
            <p:spPr>
              <a:xfrm>
                <a:off x="84052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17" name="Line 97"/>
              <p:cNvSpPr/>
              <p:nvPr/>
            </p:nvSpPr>
            <p:spPr>
              <a:xfrm>
                <a:off x="85496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18" name="Line 98"/>
              <p:cNvSpPr/>
              <p:nvPr/>
            </p:nvSpPr>
            <p:spPr>
              <a:xfrm>
                <a:off x="8694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19" name="Line 99"/>
              <p:cNvSpPr/>
              <p:nvPr/>
            </p:nvSpPr>
            <p:spPr>
              <a:xfrm>
                <a:off x="198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20" name="Line 100"/>
              <p:cNvSpPr/>
              <p:nvPr/>
            </p:nvSpPr>
            <p:spPr>
              <a:xfrm>
                <a:off x="88387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21" name="Line 99"/>
              <p:cNvSpPr/>
              <p:nvPr/>
            </p:nvSpPr>
            <p:spPr>
              <a:xfrm>
                <a:off x="89830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22" name="Line 99"/>
              <p:cNvSpPr/>
              <p:nvPr/>
            </p:nvSpPr>
            <p:spPr>
              <a:xfrm>
                <a:off x="9126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23" name="Line 99"/>
              <p:cNvSpPr/>
              <p:nvPr/>
            </p:nvSpPr>
            <p:spPr>
              <a:xfrm>
                <a:off x="9270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24" name="Line 99"/>
              <p:cNvSpPr/>
              <p:nvPr/>
            </p:nvSpPr>
            <p:spPr>
              <a:xfrm>
                <a:off x="94150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25" name="Line 99"/>
              <p:cNvSpPr/>
              <p:nvPr/>
            </p:nvSpPr>
            <p:spPr>
              <a:xfrm>
                <a:off x="95576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26" name="Line 70"/>
              <p:cNvSpPr/>
              <p:nvPr/>
            </p:nvSpPr>
            <p:spPr>
              <a:xfrm>
                <a:off x="45176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grpSp>
        <p:sp>
          <p:nvSpPr>
            <p:cNvPr id="727" name="Rectangle 104"/>
            <p:cNvSpPr/>
            <p:nvPr/>
          </p:nvSpPr>
          <p:spPr>
            <a:xfrm>
              <a:off x="198000" y="1153800"/>
              <a:ext cx="9505440" cy="5038200"/>
            </a:xfrm>
            <a:prstGeom prst="rect">
              <a:avLst/>
            </a:prstGeom>
            <a:noFill/>
            <a:ln w="9525">
              <a:noFill/>
            </a:ln>
          </p:spPr>
          <p:style>
            <a:lnRef idx="0"/>
            <a:fillRef idx="0"/>
            <a:effectRef idx="0"/>
            <a:fontRef idx="minor"/>
          </p:style>
          <p:txBody>
            <a:bodyPr wrap="none" lIns="90000" rIns="90000" tIns="45000" bIns="45000" anchor="ctr">
              <a:noAutofit/>
            </a:bodyPr>
            <a:p>
              <a:pPr defTabSz="457200">
                <a:lnSpc>
                  <a:spcPct val="100000"/>
                </a:lnSpc>
              </a:pPr>
              <a:endParaRPr b="0" lang="en-US" sz="1800" strike="noStrike" u="none">
                <a:solidFill>
                  <a:schemeClr val="dk1"/>
                </a:solidFill>
                <a:effectLst/>
                <a:uFillTx/>
                <a:latin typeface="Meiryo UI"/>
                <a:ea typeface="Meiryo UI"/>
              </a:endParaRPr>
            </a:p>
          </p:txBody>
        </p:sp>
        <p:grpSp>
          <p:nvGrpSpPr>
            <p:cNvPr id="728" name="グループ化 8"/>
            <p:cNvGrpSpPr/>
            <p:nvPr/>
          </p:nvGrpSpPr>
          <p:grpSpPr>
            <a:xfrm>
              <a:off x="198000" y="1295280"/>
              <a:ext cx="9504000" cy="4897440"/>
              <a:chOff x="198000" y="1295280"/>
              <a:chExt cx="9504000" cy="4897440"/>
            </a:xfrm>
          </p:grpSpPr>
          <p:sp>
            <p:nvSpPr>
              <p:cNvPr id="729" name="Line 4"/>
              <p:cNvSpPr/>
              <p:nvPr/>
            </p:nvSpPr>
            <p:spPr>
              <a:xfrm>
                <a:off x="198000" y="6192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730" name="Line 5"/>
              <p:cNvSpPr/>
              <p:nvPr/>
            </p:nvSpPr>
            <p:spPr>
              <a:xfrm>
                <a:off x="198000" y="6048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731" name="Line 6"/>
              <p:cNvSpPr/>
              <p:nvPr/>
            </p:nvSpPr>
            <p:spPr>
              <a:xfrm>
                <a:off x="198000" y="5904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732" name="Line 7"/>
              <p:cNvSpPr/>
              <p:nvPr/>
            </p:nvSpPr>
            <p:spPr>
              <a:xfrm>
                <a:off x="198000" y="5760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733" name="Line 8"/>
              <p:cNvSpPr/>
              <p:nvPr/>
            </p:nvSpPr>
            <p:spPr>
              <a:xfrm>
                <a:off x="198000" y="5616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734" name="Line 9"/>
              <p:cNvSpPr/>
              <p:nvPr/>
            </p:nvSpPr>
            <p:spPr>
              <a:xfrm>
                <a:off x="198000" y="5472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735" name="Line 10"/>
              <p:cNvSpPr/>
              <p:nvPr/>
            </p:nvSpPr>
            <p:spPr>
              <a:xfrm>
                <a:off x="198000" y="5328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736" name="Line 11"/>
              <p:cNvSpPr/>
              <p:nvPr/>
            </p:nvSpPr>
            <p:spPr>
              <a:xfrm>
                <a:off x="198000" y="5184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737" name="Line 12"/>
              <p:cNvSpPr/>
              <p:nvPr/>
            </p:nvSpPr>
            <p:spPr>
              <a:xfrm>
                <a:off x="198000" y="5040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738" name="Line 13"/>
              <p:cNvSpPr/>
              <p:nvPr/>
            </p:nvSpPr>
            <p:spPr>
              <a:xfrm>
                <a:off x="198000" y="4896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739" name="Line 14"/>
              <p:cNvSpPr/>
              <p:nvPr/>
            </p:nvSpPr>
            <p:spPr>
              <a:xfrm>
                <a:off x="198000" y="4752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740" name="Line 15"/>
              <p:cNvSpPr/>
              <p:nvPr/>
            </p:nvSpPr>
            <p:spPr>
              <a:xfrm>
                <a:off x="198000" y="4608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741" name="Line 16"/>
              <p:cNvSpPr/>
              <p:nvPr/>
            </p:nvSpPr>
            <p:spPr>
              <a:xfrm>
                <a:off x="198000" y="4464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742" name="Line 17"/>
              <p:cNvSpPr/>
              <p:nvPr/>
            </p:nvSpPr>
            <p:spPr>
              <a:xfrm>
                <a:off x="198000" y="4320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743" name="Line 18"/>
              <p:cNvSpPr/>
              <p:nvPr/>
            </p:nvSpPr>
            <p:spPr>
              <a:xfrm>
                <a:off x="198000" y="4176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744" name="Line 19"/>
              <p:cNvSpPr/>
              <p:nvPr/>
            </p:nvSpPr>
            <p:spPr>
              <a:xfrm>
                <a:off x="198000" y="4032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745" name="Line 20"/>
              <p:cNvSpPr/>
              <p:nvPr/>
            </p:nvSpPr>
            <p:spPr>
              <a:xfrm>
                <a:off x="198000" y="3888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746" name="Line 21"/>
              <p:cNvSpPr/>
              <p:nvPr/>
            </p:nvSpPr>
            <p:spPr>
              <a:xfrm>
                <a:off x="198000" y="3744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747" name="Line 22"/>
              <p:cNvSpPr/>
              <p:nvPr/>
            </p:nvSpPr>
            <p:spPr>
              <a:xfrm>
                <a:off x="198000" y="3600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748" name="Line 23"/>
              <p:cNvSpPr/>
              <p:nvPr/>
            </p:nvSpPr>
            <p:spPr>
              <a:xfrm>
                <a:off x="198000" y="3456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749" name="Line 24"/>
              <p:cNvSpPr/>
              <p:nvPr/>
            </p:nvSpPr>
            <p:spPr>
              <a:xfrm>
                <a:off x="198000" y="3311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750" name="Line 25"/>
              <p:cNvSpPr/>
              <p:nvPr/>
            </p:nvSpPr>
            <p:spPr>
              <a:xfrm>
                <a:off x="198000" y="3167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751" name="Line 26"/>
              <p:cNvSpPr/>
              <p:nvPr/>
            </p:nvSpPr>
            <p:spPr>
              <a:xfrm>
                <a:off x="198000" y="3023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752" name="Line 28"/>
              <p:cNvSpPr/>
              <p:nvPr/>
            </p:nvSpPr>
            <p:spPr>
              <a:xfrm>
                <a:off x="198000" y="2879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753" name="Line 29"/>
              <p:cNvSpPr/>
              <p:nvPr/>
            </p:nvSpPr>
            <p:spPr>
              <a:xfrm>
                <a:off x="198000" y="2735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754" name="Line 30"/>
              <p:cNvSpPr/>
              <p:nvPr/>
            </p:nvSpPr>
            <p:spPr>
              <a:xfrm>
                <a:off x="198000" y="2591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755" name="Line 31"/>
              <p:cNvSpPr/>
              <p:nvPr/>
            </p:nvSpPr>
            <p:spPr>
              <a:xfrm>
                <a:off x="198000" y="2447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756" name="Line 32"/>
              <p:cNvSpPr/>
              <p:nvPr/>
            </p:nvSpPr>
            <p:spPr>
              <a:xfrm>
                <a:off x="198000" y="2303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757" name="Line 33"/>
              <p:cNvSpPr/>
              <p:nvPr/>
            </p:nvSpPr>
            <p:spPr>
              <a:xfrm>
                <a:off x="198000" y="2159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758" name="Line 34"/>
              <p:cNvSpPr/>
              <p:nvPr/>
            </p:nvSpPr>
            <p:spPr>
              <a:xfrm>
                <a:off x="198000" y="2015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759" name="Line 35"/>
              <p:cNvSpPr/>
              <p:nvPr/>
            </p:nvSpPr>
            <p:spPr>
              <a:xfrm>
                <a:off x="198000" y="187128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760" name="Line 36"/>
              <p:cNvSpPr/>
              <p:nvPr/>
            </p:nvSpPr>
            <p:spPr>
              <a:xfrm>
                <a:off x="198000" y="172728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761" name="Line 37"/>
              <p:cNvSpPr/>
              <p:nvPr/>
            </p:nvSpPr>
            <p:spPr>
              <a:xfrm>
                <a:off x="198000" y="158328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762" name="Line 38"/>
              <p:cNvSpPr/>
              <p:nvPr/>
            </p:nvSpPr>
            <p:spPr>
              <a:xfrm>
                <a:off x="198000" y="143928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763" name="Line 39"/>
              <p:cNvSpPr/>
              <p:nvPr/>
            </p:nvSpPr>
            <p:spPr>
              <a:xfrm>
                <a:off x="198000" y="129528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grpSp>
      </p:grpSp>
      <p:sp>
        <p:nvSpPr>
          <p:cNvPr id="764" name="正方形/長方形 112"/>
          <p:cNvSpPr/>
          <p:nvPr/>
        </p:nvSpPr>
        <p:spPr>
          <a:xfrm>
            <a:off x="128520" y="6392520"/>
            <a:ext cx="9684720" cy="46512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p:style>
        <p:txBody>
          <a:bodyPr lIns="108000" rIns="108000" tIns="0" bIns="0" anchor="ctr">
            <a:noAutofit/>
          </a:bodyPr>
          <a:p>
            <a:pPr algn="ctr" defTabSz="457200">
              <a:lnSpc>
                <a:spcPct val="100000"/>
              </a:lnSpc>
            </a:pPr>
            <a:endParaRPr b="1" lang="en-US" sz="1400" strike="noStrike" u="none">
              <a:solidFill>
                <a:schemeClr val="lt1"/>
              </a:solidFill>
              <a:effectLst/>
              <a:uFillTx/>
              <a:latin typeface="Meiryo UI"/>
              <a:ea typeface="Meiryo UI"/>
            </a:endParaRPr>
          </a:p>
        </p:txBody>
      </p:sp>
      <p:sp>
        <p:nvSpPr>
          <p:cNvPr id="765" name="正方形/長方形 113"/>
          <p:cNvSpPr/>
          <p:nvPr/>
        </p:nvSpPr>
        <p:spPr>
          <a:xfrm>
            <a:off x="164520" y="5987160"/>
            <a:ext cx="1956240" cy="71964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p:style>
        <p:txBody>
          <a:bodyPr lIns="108000" rIns="108000" tIns="0" bIns="0" anchor="ctr">
            <a:noAutofit/>
          </a:bodyPr>
          <a:p>
            <a:pPr algn="ctr" defTabSz="457200">
              <a:lnSpc>
                <a:spcPct val="100000"/>
              </a:lnSpc>
            </a:pPr>
            <a:endParaRPr b="1" lang="en-US" sz="1400" strike="noStrike" u="none">
              <a:solidFill>
                <a:schemeClr val="lt1"/>
              </a:solidFill>
              <a:effectLst/>
              <a:uFillTx/>
              <a:latin typeface="Meiryo UI"/>
              <a:ea typeface="Meiryo UI"/>
            </a:endParaRPr>
          </a:p>
        </p:txBody>
      </p:sp>
      <p:sp>
        <p:nvSpPr>
          <p:cNvPr id="766" name="テキスト プレースホルダー 3"/>
          <p:cNvSpPr/>
          <p:nvPr/>
        </p:nvSpPr>
        <p:spPr>
          <a:xfrm>
            <a:off x="4758480" y="6508440"/>
            <a:ext cx="388800" cy="215640"/>
          </a:xfrm>
          <a:prstGeom prst="rect">
            <a:avLst/>
          </a:prstGeom>
          <a:noFill/>
          <a:ln w="0">
            <a:noFill/>
          </a:ln>
        </p:spPr>
        <p:style>
          <a:lnRef idx="0"/>
          <a:fillRef idx="0"/>
          <a:effectRef idx="0"/>
          <a:fontRef idx="minor"/>
        </p:style>
        <p:txBody>
          <a:bodyPr wrap="none" lIns="0" rIns="36000" tIns="45000" bIns="45000" anchor="ctr">
            <a:noAutofit/>
          </a:bodyPr>
          <a:p>
            <a:pPr algn="ctr" defTabSz="914400">
              <a:lnSpc>
                <a:spcPct val="90000"/>
              </a:lnSpc>
              <a:spcBef>
                <a:spcPts val="1001"/>
              </a:spcBef>
              <a:tabLst>
                <a:tab algn="l" pos="0"/>
              </a:tabLst>
            </a:pPr>
            <a:fld id="{C96ADDAF-B45B-4B3A-B2DC-9D2F627F45FB}" type="slidenum">
              <a:rPr b="0" lang="en-US" sz="1200" strike="noStrike" u="none">
                <a:solidFill>
                  <a:schemeClr val="lt1"/>
                </a:solidFill>
                <a:effectLst/>
                <a:uFillTx/>
                <a:latin typeface="Meiryo UI"/>
                <a:ea typeface="Meiryo UI"/>
              </a:rPr>
              <a:t>&lt;番号&gt;</a:t>
            </a:fld>
            <a:endParaRPr b="0" lang="en-US" sz="1200" strike="noStrike" u="non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表紙:左寄せ">
    <p:bg>
      <p:bgPr>
        <a:solidFill>
          <a:srgbClr val="ffffff"/>
        </a:solidFill>
      </p:bgPr>
    </p:bg>
    <p:spTree>
      <p:nvGrpSpPr>
        <p:cNvPr id="1" name=""/>
        <p:cNvGrpSpPr/>
        <p:nvPr/>
      </p:nvGrpSpPr>
      <p:grpSpPr>
        <a:xfrm>
          <a:off x="0" y="0"/>
          <a:ext cx="0" cy="0"/>
          <a:chOff x="0" y="0"/>
          <a:chExt cx="0" cy="0"/>
        </a:xfrm>
      </p:grpSpPr>
      <p:cxnSp>
        <p:nvCxnSpPr>
          <p:cNvPr id="767" name="直線コネクタ 117"/>
          <p:cNvCxnSpPr/>
          <p:nvPr/>
        </p:nvCxnSpPr>
        <p:spPr>
          <a:xfrm>
            <a:off x="199440" y="515520"/>
            <a:ext cx="9504360" cy="360"/>
          </a:xfrm>
          <a:prstGeom prst="straightConnector1">
            <a:avLst/>
          </a:prstGeom>
          <a:ln w="12700">
            <a:solidFill>
              <a:srgbClr val="455f51"/>
            </a:solidFill>
          </a:ln>
        </p:spPr>
      </p:cxnSp>
      <p:grpSp>
        <p:nvGrpSpPr>
          <p:cNvPr id="768" name="グループ化 12"/>
          <p:cNvGrpSpPr/>
          <p:nvPr/>
        </p:nvGrpSpPr>
        <p:grpSpPr>
          <a:xfrm>
            <a:off x="198000" y="1153800"/>
            <a:ext cx="9505440" cy="5040000"/>
            <a:chOff x="198000" y="1153800"/>
            <a:chExt cx="9505440" cy="5040000"/>
          </a:xfrm>
        </p:grpSpPr>
        <p:grpSp>
          <p:nvGrpSpPr>
            <p:cNvPr id="769" name="Group 40"/>
            <p:cNvGrpSpPr/>
            <p:nvPr/>
          </p:nvGrpSpPr>
          <p:grpSpPr>
            <a:xfrm>
              <a:off x="198000" y="1153800"/>
              <a:ext cx="9360000" cy="5040000"/>
              <a:chOff x="198000" y="1153800"/>
              <a:chExt cx="9360000" cy="5040000"/>
            </a:xfrm>
          </p:grpSpPr>
          <p:sp>
            <p:nvSpPr>
              <p:cNvPr id="770" name="Line 41"/>
              <p:cNvSpPr/>
              <p:nvPr/>
            </p:nvSpPr>
            <p:spPr>
              <a:xfrm>
                <a:off x="342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71" name="Line 42"/>
              <p:cNvSpPr/>
              <p:nvPr/>
            </p:nvSpPr>
            <p:spPr>
              <a:xfrm>
                <a:off x="486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72" name="Line 43"/>
              <p:cNvSpPr/>
              <p:nvPr/>
            </p:nvSpPr>
            <p:spPr>
              <a:xfrm>
                <a:off x="631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73" name="Line 44"/>
              <p:cNvSpPr/>
              <p:nvPr/>
            </p:nvSpPr>
            <p:spPr>
              <a:xfrm>
                <a:off x="774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74" name="Line 45"/>
              <p:cNvSpPr/>
              <p:nvPr/>
            </p:nvSpPr>
            <p:spPr>
              <a:xfrm>
                <a:off x="918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75" name="Line 46"/>
              <p:cNvSpPr/>
              <p:nvPr/>
            </p:nvSpPr>
            <p:spPr>
              <a:xfrm>
                <a:off x="1063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76" name="Line 47"/>
              <p:cNvSpPr/>
              <p:nvPr/>
            </p:nvSpPr>
            <p:spPr>
              <a:xfrm>
                <a:off x="1207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77" name="Line 48"/>
              <p:cNvSpPr/>
              <p:nvPr/>
            </p:nvSpPr>
            <p:spPr>
              <a:xfrm>
                <a:off x="1350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78" name="Line 49"/>
              <p:cNvSpPr/>
              <p:nvPr/>
            </p:nvSpPr>
            <p:spPr>
              <a:xfrm>
                <a:off x="1494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79" name="Line 50"/>
              <p:cNvSpPr/>
              <p:nvPr/>
            </p:nvSpPr>
            <p:spPr>
              <a:xfrm>
                <a:off x="1639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80" name="Line 51"/>
              <p:cNvSpPr/>
              <p:nvPr/>
            </p:nvSpPr>
            <p:spPr>
              <a:xfrm>
                <a:off x="1782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81" name="Line 52"/>
              <p:cNvSpPr/>
              <p:nvPr/>
            </p:nvSpPr>
            <p:spPr>
              <a:xfrm>
                <a:off x="1926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82" name="Line 53"/>
              <p:cNvSpPr/>
              <p:nvPr/>
            </p:nvSpPr>
            <p:spPr>
              <a:xfrm>
                <a:off x="2071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83" name="Line 54"/>
              <p:cNvSpPr/>
              <p:nvPr/>
            </p:nvSpPr>
            <p:spPr>
              <a:xfrm>
                <a:off x="22158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84" name="Line 55"/>
              <p:cNvSpPr/>
              <p:nvPr/>
            </p:nvSpPr>
            <p:spPr>
              <a:xfrm>
                <a:off x="2358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85" name="Line 56"/>
              <p:cNvSpPr/>
              <p:nvPr/>
            </p:nvSpPr>
            <p:spPr>
              <a:xfrm>
                <a:off x="2503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86" name="Line 57"/>
              <p:cNvSpPr/>
              <p:nvPr/>
            </p:nvSpPr>
            <p:spPr>
              <a:xfrm>
                <a:off x="2647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87" name="Line 58"/>
              <p:cNvSpPr/>
              <p:nvPr/>
            </p:nvSpPr>
            <p:spPr>
              <a:xfrm>
                <a:off x="2790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88" name="Line 59"/>
              <p:cNvSpPr/>
              <p:nvPr/>
            </p:nvSpPr>
            <p:spPr>
              <a:xfrm>
                <a:off x="2934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89" name="Line 60"/>
              <p:cNvSpPr/>
              <p:nvPr/>
            </p:nvSpPr>
            <p:spPr>
              <a:xfrm>
                <a:off x="3079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90" name="Line 61"/>
              <p:cNvSpPr/>
              <p:nvPr/>
            </p:nvSpPr>
            <p:spPr>
              <a:xfrm>
                <a:off x="32238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91" name="Line 62"/>
              <p:cNvSpPr/>
              <p:nvPr/>
            </p:nvSpPr>
            <p:spPr>
              <a:xfrm>
                <a:off x="3366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92" name="Line 63"/>
              <p:cNvSpPr/>
              <p:nvPr/>
            </p:nvSpPr>
            <p:spPr>
              <a:xfrm>
                <a:off x="3511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93" name="Line 64"/>
              <p:cNvSpPr/>
              <p:nvPr/>
            </p:nvSpPr>
            <p:spPr>
              <a:xfrm>
                <a:off x="3655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94" name="Line 65"/>
              <p:cNvSpPr/>
              <p:nvPr/>
            </p:nvSpPr>
            <p:spPr>
              <a:xfrm>
                <a:off x="37998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95" name="Line 66"/>
              <p:cNvSpPr/>
              <p:nvPr/>
            </p:nvSpPr>
            <p:spPr>
              <a:xfrm>
                <a:off x="3942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96" name="Line 67"/>
              <p:cNvSpPr/>
              <p:nvPr/>
            </p:nvSpPr>
            <p:spPr>
              <a:xfrm>
                <a:off x="4087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97" name="Line 68"/>
              <p:cNvSpPr/>
              <p:nvPr/>
            </p:nvSpPr>
            <p:spPr>
              <a:xfrm>
                <a:off x="42318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98" name="Line 69"/>
              <p:cNvSpPr/>
              <p:nvPr/>
            </p:nvSpPr>
            <p:spPr>
              <a:xfrm>
                <a:off x="4374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799" name="Line 70"/>
              <p:cNvSpPr/>
              <p:nvPr/>
            </p:nvSpPr>
            <p:spPr>
              <a:xfrm>
                <a:off x="4662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00" name="Line 71"/>
              <p:cNvSpPr/>
              <p:nvPr/>
            </p:nvSpPr>
            <p:spPr>
              <a:xfrm>
                <a:off x="48049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01" name="Line 72"/>
              <p:cNvSpPr/>
              <p:nvPr/>
            </p:nvSpPr>
            <p:spPr>
              <a:xfrm>
                <a:off x="4949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02" name="Line 73"/>
              <p:cNvSpPr/>
              <p:nvPr/>
            </p:nvSpPr>
            <p:spPr>
              <a:xfrm>
                <a:off x="5093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03" name="Line 74"/>
              <p:cNvSpPr/>
              <p:nvPr/>
            </p:nvSpPr>
            <p:spPr>
              <a:xfrm>
                <a:off x="52365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04" name="Line 75"/>
              <p:cNvSpPr/>
              <p:nvPr/>
            </p:nvSpPr>
            <p:spPr>
              <a:xfrm>
                <a:off x="53809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05" name="Line 76"/>
              <p:cNvSpPr/>
              <p:nvPr/>
            </p:nvSpPr>
            <p:spPr>
              <a:xfrm>
                <a:off x="5525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06" name="Line 77"/>
              <p:cNvSpPr/>
              <p:nvPr/>
            </p:nvSpPr>
            <p:spPr>
              <a:xfrm>
                <a:off x="5670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07" name="Line 78"/>
              <p:cNvSpPr/>
              <p:nvPr/>
            </p:nvSpPr>
            <p:spPr>
              <a:xfrm>
                <a:off x="58129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08" name="Line 79"/>
              <p:cNvSpPr/>
              <p:nvPr/>
            </p:nvSpPr>
            <p:spPr>
              <a:xfrm>
                <a:off x="5957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09" name="Line 80"/>
              <p:cNvSpPr/>
              <p:nvPr/>
            </p:nvSpPr>
            <p:spPr>
              <a:xfrm>
                <a:off x="6102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10" name="Line 81"/>
              <p:cNvSpPr/>
              <p:nvPr/>
            </p:nvSpPr>
            <p:spPr>
              <a:xfrm>
                <a:off x="6246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11" name="Line 82"/>
              <p:cNvSpPr/>
              <p:nvPr/>
            </p:nvSpPr>
            <p:spPr>
              <a:xfrm>
                <a:off x="6389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12" name="Line 83"/>
              <p:cNvSpPr/>
              <p:nvPr/>
            </p:nvSpPr>
            <p:spPr>
              <a:xfrm>
                <a:off x="6533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13" name="Line 84"/>
              <p:cNvSpPr/>
              <p:nvPr/>
            </p:nvSpPr>
            <p:spPr>
              <a:xfrm>
                <a:off x="6678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14" name="Line 85"/>
              <p:cNvSpPr/>
              <p:nvPr/>
            </p:nvSpPr>
            <p:spPr>
              <a:xfrm>
                <a:off x="68209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15" name="Line 86"/>
              <p:cNvSpPr/>
              <p:nvPr/>
            </p:nvSpPr>
            <p:spPr>
              <a:xfrm>
                <a:off x="6965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16" name="Line 87"/>
              <p:cNvSpPr/>
              <p:nvPr/>
            </p:nvSpPr>
            <p:spPr>
              <a:xfrm>
                <a:off x="7110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17" name="Line 88"/>
              <p:cNvSpPr/>
              <p:nvPr/>
            </p:nvSpPr>
            <p:spPr>
              <a:xfrm>
                <a:off x="7254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18" name="Line 89"/>
              <p:cNvSpPr/>
              <p:nvPr/>
            </p:nvSpPr>
            <p:spPr>
              <a:xfrm>
                <a:off x="7397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19" name="Line 90"/>
              <p:cNvSpPr/>
              <p:nvPr/>
            </p:nvSpPr>
            <p:spPr>
              <a:xfrm>
                <a:off x="7541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20" name="Line 91"/>
              <p:cNvSpPr/>
              <p:nvPr/>
            </p:nvSpPr>
            <p:spPr>
              <a:xfrm>
                <a:off x="7686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21" name="Line 92"/>
              <p:cNvSpPr/>
              <p:nvPr/>
            </p:nvSpPr>
            <p:spPr>
              <a:xfrm>
                <a:off x="78289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22" name="Line 93"/>
              <p:cNvSpPr/>
              <p:nvPr/>
            </p:nvSpPr>
            <p:spPr>
              <a:xfrm>
                <a:off x="7973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23" name="Line 94"/>
              <p:cNvSpPr/>
              <p:nvPr/>
            </p:nvSpPr>
            <p:spPr>
              <a:xfrm>
                <a:off x="8118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24" name="Line 95"/>
              <p:cNvSpPr/>
              <p:nvPr/>
            </p:nvSpPr>
            <p:spPr>
              <a:xfrm>
                <a:off x="8262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25" name="Line 96"/>
              <p:cNvSpPr/>
              <p:nvPr/>
            </p:nvSpPr>
            <p:spPr>
              <a:xfrm>
                <a:off x="8405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26" name="Line 97"/>
              <p:cNvSpPr/>
              <p:nvPr/>
            </p:nvSpPr>
            <p:spPr>
              <a:xfrm>
                <a:off x="8549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27" name="Line 98"/>
              <p:cNvSpPr/>
              <p:nvPr/>
            </p:nvSpPr>
            <p:spPr>
              <a:xfrm>
                <a:off x="8694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28" name="Line 99"/>
              <p:cNvSpPr/>
              <p:nvPr/>
            </p:nvSpPr>
            <p:spPr>
              <a:xfrm>
                <a:off x="198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29" name="Line 100"/>
              <p:cNvSpPr/>
              <p:nvPr/>
            </p:nvSpPr>
            <p:spPr>
              <a:xfrm>
                <a:off x="8838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30" name="Line 99"/>
              <p:cNvSpPr/>
              <p:nvPr/>
            </p:nvSpPr>
            <p:spPr>
              <a:xfrm>
                <a:off x="8983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31" name="Line 99"/>
              <p:cNvSpPr/>
              <p:nvPr/>
            </p:nvSpPr>
            <p:spPr>
              <a:xfrm>
                <a:off x="9126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32" name="Line 99"/>
              <p:cNvSpPr/>
              <p:nvPr/>
            </p:nvSpPr>
            <p:spPr>
              <a:xfrm>
                <a:off x="9270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33" name="Line 99"/>
              <p:cNvSpPr/>
              <p:nvPr/>
            </p:nvSpPr>
            <p:spPr>
              <a:xfrm>
                <a:off x="9415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34" name="Line 99"/>
              <p:cNvSpPr/>
              <p:nvPr/>
            </p:nvSpPr>
            <p:spPr>
              <a:xfrm>
                <a:off x="9557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35" name="Line 70"/>
              <p:cNvSpPr/>
              <p:nvPr/>
            </p:nvSpPr>
            <p:spPr>
              <a:xfrm>
                <a:off x="4517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grpSp>
        <p:sp>
          <p:nvSpPr>
            <p:cNvPr id="836" name="Rectangle 104"/>
            <p:cNvSpPr/>
            <p:nvPr/>
          </p:nvSpPr>
          <p:spPr>
            <a:xfrm>
              <a:off x="198000" y="1153800"/>
              <a:ext cx="9505440" cy="5038200"/>
            </a:xfrm>
            <a:prstGeom prst="rect">
              <a:avLst/>
            </a:prstGeom>
            <a:noFill/>
            <a:ln w="6350">
              <a:noFill/>
            </a:ln>
          </p:spPr>
          <p:style>
            <a:lnRef idx="0"/>
            <a:fillRef idx="0"/>
            <a:effectRef idx="0"/>
            <a:fontRef idx="minor"/>
          </p:style>
          <p:txBody>
            <a:bodyPr wrap="none" lIns="90000" rIns="90000" tIns="45000" bIns="45000" anchor="ctr">
              <a:noAutofit/>
            </a:bodyPr>
            <a:p>
              <a:pPr defTabSz="457200">
                <a:lnSpc>
                  <a:spcPct val="100000"/>
                </a:lnSpc>
              </a:pPr>
              <a:endParaRPr b="0" lang="en-US" sz="1800" strike="noStrike" u="none">
                <a:solidFill>
                  <a:schemeClr val="dk1"/>
                </a:solidFill>
                <a:effectLst/>
                <a:uFillTx/>
                <a:latin typeface="Meiryo UI"/>
                <a:ea typeface="Meiryo UI"/>
              </a:endParaRPr>
            </a:p>
          </p:txBody>
        </p:sp>
        <p:grpSp>
          <p:nvGrpSpPr>
            <p:cNvPr id="837" name="グループ化 15"/>
            <p:cNvGrpSpPr/>
            <p:nvPr/>
          </p:nvGrpSpPr>
          <p:grpSpPr>
            <a:xfrm>
              <a:off x="198000" y="1295280"/>
              <a:ext cx="9504000" cy="4897440"/>
              <a:chOff x="198000" y="1295280"/>
              <a:chExt cx="9504000" cy="4897440"/>
            </a:xfrm>
          </p:grpSpPr>
          <p:sp>
            <p:nvSpPr>
              <p:cNvPr id="838" name="Line 4"/>
              <p:cNvSpPr/>
              <p:nvPr/>
            </p:nvSpPr>
            <p:spPr>
              <a:xfrm>
                <a:off x="198000" y="6192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839" name="Line 5"/>
              <p:cNvSpPr/>
              <p:nvPr/>
            </p:nvSpPr>
            <p:spPr>
              <a:xfrm>
                <a:off x="198000" y="6048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840" name="Line 6"/>
              <p:cNvSpPr/>
              <p:nvPr/>
            </p:nvSpPr>
            <p:spPr>
              <a:xfrm>
                <a:off x="198000" y="5904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841" name="Line 7"/>
              <p:cNvSpPr/>
              <p:nvPr/>
            </p:nvSpPr>
            <p:spPr>
              <a:xfrm>
                <a:off x="198000" y="5760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842" name="Line 8"/>
              <p:cNvSpPr/>
              <p:nvPr/>
            </p:nvSpPr>
            <p:spPr>
              <a:xfrm>
                <a:off x="198000" y="5616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843" name="Line 9"/>
              <p:cNvSpPr/>
              <p:nvPr/>
            </p:nvSpPr>
            <p:spPr>
              <a:xfrm>
                <a:off x="198000" y="5472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844" name="Line 10"/>
              <p:cNvSpPr/>
              <p:nvPr/>
            </p:nvSpPr>
            <p:spPr>
              <a:xfrm>
                <a:off x="198000" y="5328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845" name="Line 11"/>
              <p:cNvSpPr/>
              <p:nvPr/>
            </p:nvSpPr>
            <p:spPr>
              <a:xfrm>
                <a:off x="198000" y="5184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846" name="Line 12"/>
              <p:cNvSpPr/>
              <p:nvPr/>
            </p:nvSpPr>
            <p:spPr>
              <a:xfrm>
                <a:off x="198000" y="5040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847" name="Line 13"/>
              <p:cNvSpPr/>
              <p:nvPr/>
            </p:nvSpPr>
            <p:spPr>
              <a:xfrm>
                <a:off x="198000" y="4896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848" name="Line 14"/>
              <p:cNvSpPr/>
              <p:nvPr/>
            </p:nvSpPr>
            <p:spPr>
              <a:xfrm>
                <a:off x="198000" y="4752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849" name="Line 15"/>
              <p:cNvSpPr/>
              <p:nvPr/>
            </p:nvSpPr>
            <p:spPr>
              <a:xfrm>
                <a:off x="198000" y="4608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850" name="Line 16"/>
              <p:cNvSpPr/>
              <p:nvPr/>
            </p:nvSpPr>
            <p:spPr>
              <a:xfrm>
                <a:off x="198000" y="4464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851" name="Line 17"/>
              <p:cNvSpPr/>
              <p:nvPr/>
            </p:nvSpPr>
            <p:spPr>
              <a:xfrm>
                <a:off x="198000" y="4320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852" name="Line 18"/>
              <p:cNvSpPr/>
              <p:nvPr/>
            </p:nvSpPr>
            <p:spPr>
              <a:xfrm>
                <a:off x="198000" y="4176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853" name="Line 19"/>
              <p:cNvSpPr/>
              <p:nvPr/>
            </p:nvSpPr>
            <p:spPr>
              <a:xfrm>
                <a:off x="198000" y="4032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854" name="Line 20"/>
              <p:cNvSpPr/>
              <p:nvPr/>
            </p:nvSpPr>
            <p:spPr>
              <a:xfrm>
                <a:off x="198000" y="3888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855" name="Line 21"/>
              <p:cNvSpPr/>
              <p:nvPr/>
            </p:nvSpPr>
            <p:spPr>
              <a:xfrm>
                <a:off x="198000" y="3744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856" name="Line 22"/>
              <p:cNvSpPr/>
              <p:nvPr/>
            </p:nvSpPr>
            <p:spPr>
              <a:xfrm>
                <a:off x="198000" y="3600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857" name="Line 23"/>
              <p:cNvSpPr/>
              <p:nvPr/>
            </p:nvSpPr>
            <p:spPr>
              <a:xfrm>
                <a:off x="198000" y="3456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858" name="Line 24"/>
              <p:cNvSpPr/>
              <p:nvPr/>
            </p:nvSpPr>
            <p:spPr>
              <a:xfrm>
                <a:off x="198000" y="3311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859" name="Line 25"/>
              <p:cNvSpPr/>
              <p:nvPr/>
            </p:nvSpPr>
            <p:spPr>
              <a:xfrm>
                <a:off x="198000" y="3167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860" name="Line 26"/>
              <p:cNvSpPr/>
              <p:nvPr/>
            </p:nvSpPr>
            <p:spPr>
              <a:xfrm>
                <a:off x="198000" y="3023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861" name="Line 28"/>
              <p:cNvSpPr/>
              <p:nvPr/>
            </p:nvSpPr>
            <p:spPr>
              <a:xfrm>
                <a:off x="198000" y="2879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862" name="Line 29"/>
              <p:cNvSpPr/>
              <p:nvPr/>
            </p:nvSpPr>
            <p:spPr>
              <a:xfrm>
                <a:off x="198000" y="2735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863" name="Line 30"/>
              <p:cNvSpPr/>
              <p:nvPr/>
            </p:nvSpPr>
            <p:spPr>
              <a:xfrm>
                <a:off x="198000" y="2591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864" name="Line 31"/>
              <p:cNvSpPr/>
              <p:nvPr/>
            </p:nvSpPr>
            <p:spPr>
              <a:xfrm>
                <a:off x="198000" y="2447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865" name="Line 32"/>
              <p:cNvSpPr/>
              <p:nvPr/>
            </p:nvSpPr>
            <p:spPr>
              <a:xfrm>
                <a:off x="198000" y="2303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866" name="Line 33"/>
              <p:cNvSpPr/>
              <p:nvPr/>
            </p:nvSpPr>
            <p:spPr>
              <a:xfrm>
                <a:off x="198000" y="2159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867" name="Line 34"/>
              <p:cNvSpPr/>
              <p:nvPr/>
            </p:nvSpPr>
            <p:spPr>
              <a:xfrm>
                <a:off x="198000" y="2015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868" name="Line 35"/>
              <p:cNvSpPr/>
              <p:nvPr/>
            </p:nvSpPr>
            <p:spPr>
              <a:xfrm>
                <a:off x="198000" y="187128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869" name="Line 36"/>
              <p:cNvSpPr/>
              <p:nvPr/>
            </p:nvSpPr>
            <p:spPr>
              <a:xfrm>
                <a:off x="198000" y="172728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870" name="Line 37"/>
              <p:cNvSpPr/>
              <p:nvPr/>
            </p:nvSpPr>
            <p:spPr>
              <a:xfrm>
                <a:off x="198000" y="158328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871" name="Line 38"/>
              <p:cNvSpPr/>
              <p:nvPr/>
            </p:nvSpPr>
            <p:spPr>
              <a:xfrm>
                <a:off x="198000" y="143928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872" name="Line 39"/>
              <p:cNvSpPr/>
              <p:nvPr/>
            </p:nvSpPr>
            <p:spPr>
              <a:xfrm>
                <a:off x="198000" y="129528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grpSp>
      </p:grpSp>
      <p:sp>
        <p:nvSpPr>
          <p:cNvPr id="873" name="正方形/長方形 2"/>
          <p:cNvSpPr/>
          <p:nvPr/>
        </p:nvSpPr>
        <p:spPr>
          <a:xfrm>
            <a:off x="196200" y="502920"/>
            <a:ext cx="9503640" cy="45360"/>
          </a:xfrm>
          <a:prstGeom prst="rect">
            <a:avLst/>
          </a:prstGeom>
          <a:solidFill>
            <a:schemeClr val="bg1"/>
          </a:solidFill>
          <a:ln w="0">
            <a:noFill/>
          </a:ln>
        </p:spPr>
        <p:style>
          <a:lnRef idx="0"/>
          <a:fillRef idx="0"/>
          <a:effectRef idx="0"/>
          <a:fontRef idx="minor"/>
        </p:style>
        <p:txBody>
          <a:bodyPr lIns="90000" rIns="90000" tIns="720" bIns="720" anchor="ctr">
            <a:noAutofit/>
          </a:bodyPr>
          <a:p>
            <a:pPr defTabSz="457200">
              <a:lnSpc>
                <a:spcPct val="100000"/>
              </a:lnSpc>
              <a:spcAft>
                <a:spcPts val="601"/>
              </a:spcAft>
            </a:pPr>
            <a:endParaRPr b="0" lang="en-US" sz="1800" strike="noStrike" u="none">
              <a:solidFill>
                <a:schemeClr val="dk1"/>
              </a:solidFill>
              <a:effectLst/>
              <a:uFillTx/>
              <a:latin typeface="Meiryo UI"/>
              <a:ea typeface="Meiryo UI"/>
            </a:endParaRPr>
          </a:p>
        </p:txBody>
      </p:sp>
      <p:cxnSp>
        <p:nvCxnSpPr>
          <p:cNvPr id="874" name="直線コネクタ 4"/>
          <p:cNvCxnSpPr/>
          <p:nvPr/>
        </p:nvCxnSpPr>
        <p:spPr>
          <a:xfrm>
            <a:off x="198000" y="529200"/>
            <a:ext cx="9502200" cy="360"/>
          </a:xfrm>
          <a:prstGeom prst="straightConnector1">
            <a:avLst/>
          </a:prstGeom>
          <a:ln w="19050">
            <a:solidFill>
              <a:srgbClr val="000000"/>
            </a:solidFill>
          </a:ln>
        </p:spPr>
      </p:cxnSp>
      <p:sp>
        <p:nvSpPr>
          <p:cNvPr id="875" name="PlaceHolder 1"/>
          <p:cNvSpPr>
            <a:spLocks noGrp="1"/>
          </p:cNvSpPr>
          <p:nvPr>
            <p:ph type="title"/>
          </p:nvPr>
        </p:nvSpPr>
        <p:spPr>
          <a:xfrm>
            <a:off x="630360" y="1996920"/>
            <a:ext cx="8419680" cy="1796760"/>
          </a:xfrm>
          <a:prstGeom prst="rect">
            <a:avLst/>
          </a:prstGeom>
          <a:noFill/>
          <a:ln w="0">
            <a:noFill/>
          </a:ln>
        </p:spPr>
        <p:txBody>
          <a:bodyPr lIns="36000" rIns="0" tIns="45720" bIns="45720" anchor="ctr">
            <a:normAutofit/>
          </a:bodyPr>
          <a:p>
            <a:pPr indent="0" defTabSz="914400">
              <a:lnSpc>
                <a:spcPct val="90000"/>
              </a:lnSpc>
              <a:buNone/>
            </a:pPr>
            <a:r>
              <a:rPr b="1" lang="ja-JP" sz="2800" strike="noStrike" u="none">
                <a:solidFill>
                  <a:schemeClr val="dk1"/>
                </a:solidFill>
                <a:effectLst/>
                <a:uFillTx/>
                <a:latin typeface="Meiryo UI"/>
                <a:ea typeface="Meiryo UI"/>
              </a:rPr>
              <a:t>マスター タイトルの書式設定</a:t>
            </a:r>
            <a:endParaRPr b="0" lang="en-US" sz="2800" strike="noStrike" u="none">
              <a:solidFill>
                <a:schemeClr val="dk1"/>
              </a:solidFill>
              <a:effectLst/>
              <a:uFillTx/>
              <a:latin typeface="Meiryo UI"/>
            </a:endParaRPr>
          </a:p>
        </p:txBody>
      </p:sp>
      <p:sp>
        <p:nvSpPr>
          <p:cNvPr id="876" name="PlaceHolder 2"/>
          <p:cNvSpPr>
            <a:spLocks noGrp="1"/>
          </p:cNvSpPr>
          <p:nvPr>
            <p:ph type="body"/>
          </p:nvPr>
        </p:nvSpPr>
        <p:spPr>
          <a:xfrm>
            <a:off x="630360" y="925200"/>
            <a:ext cx="4322520" cy="369000"/>
          </a:xfrm>
          <a:prstGeom prst="rect">
            <a:avLst/>
          </a:prstGeom>
          <a:noFill/>
          <a:ln w="0">
            <a:noFill/>
          </a:ln>
        </p:spPr>
        <p:txBody>
          <a:bodyPr lIns="36000" rIns="0" tIns="45720" bIns="45720" anchor="t">
            <a:noAutofit/>
          </a:bodyPr>
          <a:p>
            <a:pPr indent="0" defTabSz="914400">
              <a:lnSpc>
                <a:spcPct val="90000"/>
              </a:lnSpc>
              <a:buNone/>
              <a:tabLst>
                <a:tab algn="l" pos="0"/>
              </a:tabLst>
            </a:pPr>
            <a:r>
              <a:rPr b="1" lang="ja-JP" sz="2000" strike="noStrike" u="none">
                <a:solidFill>
                  <a:schemeClr val="dk1"/>
                </a:solidFill>
                <a:effectLst/>
                <a:uFillTx/>
                <a:latin typeface="Meiryo UI"/>
                <a:ea typeface="Meiryo UI"/>
              </a:rPr>
              <a:t>マスター テキストの書式設定</a:t>
            </a:r>
            <a:endParaRPr b="0" lang="en-US" sz="2000" strike="noStrike" u="none">
              <a:solidFill>
                <a:schemeClr val="dk1"/>
              </a:solidFill>
              <a:effectLst/>
              <a:uFillTx/>
              <a:latin typeface="Meiryo UI"/>
            </a:endParaRPr>
          </a:p>
        </p:txBody>
      </p:sp>
      <p:sp>
        <p:nvSpPr>
          <p:cNvPr id="877" name="正方形/長方形 113"/>
          <p:cNvSpPr/>
          <p:nvPr/>
        </p:nvSpPr>
        <p:spPr>
          <a:xfrm>
            <a:off x="164520" y="5987160"/>
            <a:ext cx="1956240" cy="71964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p:style>
        <p:txBody>
          <a:bodyPr lIns="108000" rIns="108000" tIns="0" bIns="0" anchor="ctr">
            <a:noAutofit/>
          </a:bodyPr>
          <a:p>
            <a:pPr algn="ctr" defTabSz="457200">
              <a:lnSpc>
                <a:spcPct val="100000"/>
              </a:lnSpc>
            </a:pPr>
            <a:endParaRPr b="1" lang="en-US" sz="1400" strike="noStrike" u="none">
              <a:solidFill>
                <a:schemeClr val="lt1"/>
              </a:solidFill>
              <a:effectLst/>
              <a:uFillTx/>
              <a:latin typeface="Meiryo UI"/>
              <a:ea typeface="Meiryo UI"/>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タイトルのみ">
    <p:bg>
      <p:bgPr>
        <a:solidFill>
          <a:srgbClr val="ffffff"/>
        </a:solidFill>
      </p:bgPr>
    </p:bg>
    <p:spTree>
      <p:nvGrpSpPr>
        <p:cNvPr id="1" name=""/>
        <p:cNvGrpSpPr/>
        <p:nvPr/>
      </p:nvGrpSpPr>
      <p:grpSpPr>
        <a:xfrm>
          <a:off x="0" y="0"/>
          <a:ext cx="0" cy="0"/>
          <a:chOff x="0" y="0"/>
          <a:chExt cx="0" cy="0"/>
        </a:xfrm>
      </p:grpSpPr>
      <p:cxnSp>
        <p:nvCxnSpPr>
          <p:cNvPr id="878" name="直線コネクタ 117"/>
          <p:cNvCxnSpPr/>
          <p:nvPr/>
        </p:nvCxnSpPr>
        <p:spPr>
          <a:xfrm>
            <a:off x="199440" y="515520"/>
            <a:ext cx="9504360" cy="360"/>
          </a:xfrm>
          <a:prstGeom prst="straightConnector1">
            <a:avLst/>
          </a:prstGeom>
          <a:ln w="12700">
            <a:solidFill>
              <a:srgbClr val="455f51"/>
            </a:solidFill>
          </a:ln>
        </p:spPr>
      </p:cxnSp>
      <p:grpSp>
        <p:nvGrpSpPr>
          <p:cNvPr id="879" name="グループ化 12"/>
          <p:cNvGrpSpPr/>
          <p:nvPr/>
        </p:nvGrpSpPr>
        <p:grpSpPr>
          <a:xfrm>
            <a:off x="198000" y="1153800"/>
            <a:ext cx="9505440" cy="5040000"/>
            <a:chOff x="198000" y="1153800"/>
            <a:chExt cx="9505440" cy="5040000"/>
          </a:xfrm>
        </p:grpSpPr>
        <p:grpSp>
          <p:nvGrpSpPr>
            <p:cNvPr id="880" name="Group 40"/>
            <p:cNvGrpSpPr/>
            <p:nvPr/>
          </p:nvGrpSpPr>
          <p:grpSpPr>
            <a:xfrm>
              <a:off x="198000" y="1153800"/>
              <a:ext cx="9360000" cy="5040000"/>
              <a:chOff x="198000" y="1153800"/>
              <a:chExt cx="9360000" cy="5040000"/>
            </a:xfrm>
          </p:grpSpPr>
          <p:sp>
            <p:nvSpPr>
              <p:cNvPr id="881" name="Line 41"/>
              <p:cNvSpPr/>
              <p:nvPr/>
            </p:nvSpPr>
            <p:spPr>
              <a:xfrm>
                <a:off x="342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82" name="Line 42"/>
              <p:cNvSpPr/>
              <p:nvPr/>
            </p:nvSpPr>
            <p:spPr>
              <a:xfrm>
                <a:off x="486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83" name="Line 43"/>
              <p:cNvSpPr/>
              <p:nvPr/>
            </p:nvSpPr>
            <p:spPr>
              <a:xfrm>
                <a:off x="631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84" name="Line 44"/>
              <p:cNvSpPr/>
              <p:nvPr/>
            </p:nvSpPr>
            <p:spPr>
              <a:xfrm>
                <a:off x="774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85" name="Line 45"/>
              <p:cNvSpPr/>
              <p:nvPr/>
            </p:nvSpPr>
            <p:spPr>
              <a:xfrm>
                <a:off x="918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86" name="Line 46"/>
              <p:cNvSpPr/>
              <p:nvPr/>
            </p:nvSpPr>
            <p:spPr>
              <a:xfrm>
                <a:off x="1063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87" name="Line 47"/>
              <p:cNvSpPr/>
              <p:nvPr/>
            </p:nvSpPr>
            <p:spPr>
              <a:xfrm>
                <a:off x="1207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88" name="Line 48"/>
              <p:cNvSpPr/>
              <p:nvPr/>
            </p:nvSpPr>
            <p:spPr>
              <a:xfrm>
                <a:off x="1350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89" name="Line 49"/>
              <p:cNvSpPr/>
              <p:nvPr/>
            </p:nvSpPr>
            <p:spPr>
              <a:xfrm>
                <a:off x="1494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90" name="Line 50"/>
              <p:cNvSpPr/>
              <p:nvPr/>
            </p:nvSpPr>
            <p:spPr>
              <a:xfrm>
                <a:off x="1639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91" name="Line 51"/>
              <p:cNvSpPr/>
              <p:nvPr/>
            </p:nvSpPr>
            <p:spPr>
              <a:xfrm>
                <a:off x="1782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92" name="Line 52"/>
              <p:cNvSpPr/>
              <p:nvPr/>
            </p:nvSpPr>
            <p:spPr>
              <a:xfrm>
                <a:off x="1926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93" name="Line 53"/>
              <p:cNvSpPr/>
              <p:nvPr/>
            </p:nvSpPr>
            <p:spPr>
              <a:xfrm>
                <a:off x="2071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94" name="Line 54"/>
              <p:cNvSpPr/>
              <p:nvPr/>
            </p:nvSpPr>
            <p:spPr>
              <a:xfrm>
                <a:off x="22158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95" name="Line 55"/>
              <p:cNvSpPr/>
              <p:nvPr/>
            </p:nvSpPr>
            <p:spPr>
              <a:xfrm>
                <a:off x="2358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96" name="Line 56"/>
              <p:cNvSpPr/>
              <p:nvPr/>
            </p:nvSpPr>
            <p:spPr>
              <a:xfrm>
                <a:off x="2503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97" name="Line 57"/>
              <p:cNvSpPr/>
              <p:nvPr/>
            </p:nvSpPr>
            <p:spPr>
              <a:xfrm>
                <a:off x="2647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98" name="Line 58"/>
              <p:cNvSpPr/>
              <p:nvPr/>
            </p:nvSpPr>
            <p:spPr>
              <a:xfrm>
                <a:off x="2790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899" name="Line 59"/>
              <p:cNvSpPr/>
              <p:nvPr/>
            </p:nvSpPr>
            <p:spPr>
              <a:xfrm>
                <a:off x="2934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00" name="Line 60"/>
              <p:cNvSpPr/>
              <p:nvPr/>
            </p:nvSpPr>
            <p:spPr>
              <a:xfrm>
                <a:off x="3079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01" name="Line 61"/>
              <p:cNvSpPr/>
              <p:nvPr/>
            </p:nvSpPr>
            <p:spPr>
              <a:xfrm>
                <a:off x="32238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02" name="Line 62"/>
              <p:cNvSpPr/>
              <p:nvPr/>
            </p:nvSpPr>
            <p:spPr>
              <a:xfrm>
                <a:off x="3366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03" name="Line 63"/>
              <p:cNvSpPr/>
              <p:nvPr/>
            </p:nvSpPr>
            <p:spPr>
              <a:xfrm>
                <a:off x="3511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04" name="Line 64"/>
              <p:cNvSpPr/>
              <p:nvPr/>
            </p:nvSpPr>
            <p:spPr>
              <a:xfrm>
                <a:off x="3655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05" name="Line 65"/>
              <p:cNvSpPr/>
              <p:nvPr/>
            </p:nvSpPr>
            <p:spPr>
              <a:xfrm>
                <a:off x="37998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06" name="Line 66"/>
              <p:cNvSpPr/>
              <p:nvPr/>
            </p:nvSpPr>
            <p:spPr>
              <a:xfrm>
                <a:off x="3942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07" name="Line 67"/>
              <p:cNvSpPr/>
              <p:nvPr/>
            </p:nvSpPr>
            <p:spPr>
              <a:xfrm>
                <a:off x="4087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08" name="Line 68"/>
              <p:cNvSpPr/>
              <p:nvPr/>
            </p:nvSpPr>
            <p:spPr>
              <a:xfrm>
                <a:off x="42318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09" name="Line 69"/>
              <p:cNvSpPr/>
              <p:nvPr/>
            </p:nvSpPr>
            <p:spPr>
              <a:xfrm>
                <a:off x="4374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10" name="Line 70"/>
              <p:cNvSpPr/>
              <p:nvPr/>
            </p:nvSpPr>
            <p:spPr>
              <a:xfrm>
                <a:off x="4662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11" name="Line 71"/>
              <p:cNvSpPr/>
              <p:nvPr/>
            </p:nvSpPr>
            <p:spPr>
              <a:xfrm>
                <a:off x="48049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12" name="Line 72"/>
              <p:cNvSpPr/>
              <p:nvPr/>
            </p:nvSpPr>
            <p:spPr>
              <a:xfrm>
                <a:off x="4949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13" name="Line 73"/>
              <p:cNvSpPr/>
              <p:nvPr/>
            </p:nvSpPr>
            <p:spPr>
              <a:xfrm>
                <a:off x="5093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14" name="Line 74"/>
              <p:cNvSpPr/>
              <p:nvPr/>
            </p:nvSpPr>
            <p:spPr>
              <a:xfrm>
                <a:off x="52365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15" name="Line 75"/>
              <p:cNvSpPr/>
              <p:nvPr/>
            </p:nvSpPr>
            <p:spPr>
              <a:xfrm>
                <a:off x="53809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16" name="Line 76"/>
              <p:cNvSpPr/>
              <p:nvPr/>
            </p:nvSpPr>
            <p:spPr>
              <a:xfrm>
                <a:off x="5525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17" name="Line 77"/>
              <p:cNvSpPr/>
              <p:nvPr/>
            </p:nvSpPr>
            <p:spPr>
              <a:xfrm>
                <a:off x="5670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18" name="Line 78"/>
              <p:cNvSpPr/>
              <p:nvPr/>
            </p:nvSpPr>
            <p:spPr>
              <a:xfrm>
                <a:off x="58129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19" name="Line 79"/>
              <p:cNvSpPr/>
              <p:nvPr/>
            </p:nvSpPr>
            <p:spPr>
              <a:xfrm>
                <a:off x="5957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20" name="Line 80"/>
              <p:cNvSpPr/>
              <p:nvPr/>
            </p:nvSpPr>
            <p:spPr>
              <a:xfrm>
                <a:off x="6102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21" name="Line 81"/>
              <p:cNvSpPr/>
              <p:nvPr/>
            </p:nvSpPr>
            <p:spPr>
              <a:xfrm>
                <a:off x="6246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22" name="Line 82"/>
              <p:cNvSpPr/>
              <p:nvPr/>
            </p:nvSpPr>
            <p:spPr>
              <a:xfrm>
                <a:off x="6389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23" name="Line 83"/>
              <p:cNvSpPr/>
              <p:nvPr/>
            </p:nvSpPr>
            <p:spPr>
              <a:xfrm>
                <a:off x="6533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24" name="Line 84"/>
              <p:cNvSpPr/>
              <p:nvPr/>
            </p:nvSpPr>
            <p:spPr>
              <a:xfrm>
                <a:off x="6678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25" name="Line 85"/>
              <p:cNvSpPr/>
              <p:nvPr/>
            </p:nvSpPr>
            <p:spPr>
              <a:xfrm>
                <a:off x="68209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26" name="Line 86"/>
              <p:cNvSpPr/>
              <p:nvPr/>
            </p:nvSpPr>
            <p:spPr>
              <a:xfrm>
                <a:off x="6965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27" name="Line 87"/>
              <p:cNvSpPr/>
              <p:nvPr/>
            </p:nvSpPr>
            <p:spPr>
              <a:xfrm>
                <a:off x="7110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28" name="Line 88"/>
              <p:cNvSpPr/>
              <p:nvPr/>
            </p:nvSpPr>
            <p:spPr>
              <a:xfrm>
                <a:off x="7254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29" name="Line 89"/>
              <p:cNvSpPr/>
              <p:nvPr/>
            </p:nvSpPr>
            <p:spPr>
              <a:xfrm>
                <a:off x="7397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30" name="Line 90"/>
              <p:cNvSpPr/>
              <p:nvPr/>
            </p:nvSpPr>
            <p:spPr>
              <a:xfrm>
                <a:off x="7541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31" name="Line 91"/>
              <p:cNvSpPr/>
              <p:nvPr/>
            </p:nvSpPr>
            <p:spPr>
              <a:xfrm>
                <a:off x="7686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32" name="Line 92"/>
              <p:cNvSpPr/>
              <p:nvPr/>
            </p:nvSpPr>
            <p:spPr>
              <a:xfrm>
                <a:off x="78289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33" name="Line 93"/>
              <p:cNvSpPr/>
              <p:nvPr/>
            </p:nvSpPr>
            <p:spPr>
              <a:xfrm>
                <a:off x="7973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34" name="Line 94"/>
              <p:cNvSpPr/>
              <p:nvPr/>
            </p:nvSpPr>
            <p:spPr>
              <a:xfrm>
                <a:off x="8118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35" name="Line 95"/>
              <p:cNvSpPr/>
              <p:nvPr/>
            </p:nvSpPr>
            <p:spPr>
              <a:xfrm>
                <a:off x="8262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36" name="Line 96"/>
              <p:cNvSpPr/>
              <p:nvPr/>
            </p:nvSpPr>
            <p:spPr>
              <a:xfrm>
                <a:off x="8405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37" name="Line 97"/>
              <p:cNvSpPr/>
              <p:nvPr/>
            </p:nvSpPr>
            <p:spPr>
              <a:xfrm>
                <a:off x="8549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38" name="Line 98"/>
              <p:cNvSpPr/>
              <p:nvPr/>
            </p:nvSpPr>
            <p:spPr>
              <a:xfrm>
                <a:off x="8694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39" name="Line 99"/>
              <p:cNvSpPr/>
              <p:nvPr/>
            </p:nvSpPr>
            <p:spPr>
              <a:xfrm>
                <a:off x="198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40" name="Line 100"/>
              <p:cNvSpPr/>
              <p:nvPr/>
            </p:nvSpPr>
            <p:spPr>
              <a:xfrm>
                <a:off x="8838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41" name="Line 99"/>
              <p:cNvSpPr/>
              <p:nvPr/>
            </p:nvSpPr>
            <p:spPr>
              <a:xfrm>
                <a:off x="8983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42" name="Line 99"/>
              <p:cNvSpPr/>
              <p:nvPr/>
            </p:nvSpPr>
            <p:spPr>
              <a:xfrm>
                <a:off x="9126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43" name="Line 99"/>
              <p:cNvSpPr/>
              <p:nvPr/>
            </p:nvSpPr>
            <p:spPr>
              <a:xfrm>
                <a:off x="9270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44" name="Line 99"/>
              <p:cNvSpPr/>
              <p:nvPr/>
            </p:nvSpPr>
            <p:spPr>
              <a:xfrm>
                <a:off x="9415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45" name="Line 99"/>
              <p:cNvSpPr/>
              <p:nvPr/>
            </p:nvSpPr>
            <p:spPr>
              <a:xfrm>
                <a:off x="9557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46" name="Line 70"/>
              <p:cNvSpPr/>
              <p:nvPr/>
            </p:nvSpPr>
            <p:spPr>
              <a:xfrm>
                <a:off x="4517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grpSp>
        <p:sp>
          <p:nvSpPr>
            <p:cNvPr id="947" name="Rectangle 104"/>
            <p:cNvSpPr/>
            <p:nvPr/>
          </p:nvSpPr>
          <p:spPr>
            <a:xfrm>
              <a:off x="198000" y="1153800"/>
              <a:ext cx="9505440" cy="5038200"/>
            </a:xfrm>
            <a:prstGeom prst="rect">
              <a:avLst/>
            </a:prstGeom>
            <a:noFill/>
            <a:ln w="6350">
              <a:noFill/>
            </a:ln>
          </p:spPr>
          <p:style>
            <a:lnRef idx="0"/>
            <a:fillRef idx="0"/>
            <a:effectRef idx="0"/>
            <a:fontRef idx="minor"/>
          </p:style>
          <p:txBody>
            <a:bodyPr wrap="none" lIns="90000" rIns="90000" tIns="45000" bIns="45000" anchor="ctr">
              <a:noAutofit/>
            </a:bodyPr>
            <a:p>
              <a:pPr defTabSz="457200">
                <a:lnSpc>
                  <a:spcPct val="100000"/>
                </a:lnSpc>
              </a:pPr>
              <a:endParaRPr b="0" lang="en-US" sz="1800" strike="noStrike" u="none">
                <a:solidFill>
                  <a:schemeClr val="dk1"/>
                </a:solidFill>
                <a:effectLst/>
                <a:uFillTx/>
                <a:latin typeface="Meiryo UI"/>
                <a:ea typeface="Meiryo UI"/>
              </a:endParaRPr>
            </a:p>
          </p:txBody>
        </p:sp>
        <p:grpSp>
          <p:nvGrpSpPr>
            <p:cNvPr id="948" name="グループ化 15"/>
            <p:cNvGrpSpPr/>
            <p:nvPr/>
          </p:nvGrpSpPr>
          <p:grpSpPr>
            <a:xfrm>
              <a:off x="198000" y="1295280"/>
              <a:ext cx="9504000" cy="4897440"/>
              <a:chOff x="198000" y="1295280"/>
              <a:chExt cx="9504000" cy="4897440"/>
            </a:xfrm>
          </p:grpSpPr>
          <p:sp>
            <p:nvSpPr>
              <p:cNvPr id="949" name="Line 4"/>
              <p:cNvSpPr/>
              <p:nvPr/>
            </p:nvSpPr>
            <p:spPr>
              <a:xfrm>
                <a:off x="198000" y="6192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950" name="Line 5"/>
              <p:cNvSpPr/>
              <p:nvPr/>
            </p:nvSpPr>
            <p:spPr>
              <a:xfrm>
                <a:off x="198000" y="6048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951" name="Line 6"/>
              <p:cNvSpPr/>
              <p:nvPr/>
            </p:nvSpPr>
            <p:spPr>
              <a:xfrm>
                <a:off x="198000" y="5904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952" name="Line 7"/>
              <p:cNvSpPr/>
              <p:nvPr/>
            </p:nvSpPr>
            <p:spPr>
              <a:xfrm>
                <a:off x="198000" y="5760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953" name="Line 8"/>
              <p:cNvSpPr/>
              <p:nvPr/>
            </p:nvSpPr>
            <p:spPr>
              <a:xfrm>
                <a:off x="198000" y="5616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954" name="Line 9"/>
              <p:cNvSpPr/>
              <p:nvPr/>
            </p:nvSpPr>
            <p:spPr>
              <a:xfrm>
                <a:off x="198000" y="5472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955" name="Line 10"/>
              <p:cNvSpPr/>
              <p:nvPr/>
            </p:nvSpPr>
            <p:spPr>
              <a:xfrm>
                <a:off x="198000" y="5328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956" name="Line 11"/>
              <p:cNvSpPr/>
              <p:nvPr/>
            </p:nvSpPr>
            <p:spPr>
              <a:xfrm>
                <a:off x="198000" y="5184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957" name="Line 12"/>
              <p:cNvSpPr/>
              <p:nvPr/>
            </p:nvSpPr>
            <p:spPr>
              <a:xfrm>
                <a:off x="198000" y="5040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958" name="Line 13"/>
              <p:cNvSpPr/>
              <p:nvPr/>
            </p:nvSpPr>
            <p:spPr>
              <a:xfrm>
                <a:off x="198000" y="4896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959" name="Line 14"/>
              <p:cNvSpPr/>
              <p:nvPr/>
            </p:nvSpPr>
            <p:spPr>
              <a:xfrm>
                <a:off x="198000" y="4752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960" name="Line 15"/>
              <p:cNvSpPr/>
              <p:nvPr/>
            </p:nvSpPr>
            <p:spPr>
              <a:xfrm>
                <a:off x="198000" y="4608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961" name="Line 16"/>
              <p:cNvSpPr/>
              <p:nvPr/>
            </p:nvSpPr>
            <p:spPr>
              <a:xfrm>
                <a:off x="198000" y="4464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962" name="Line 17"/>
              <p:cNvSpPr/>
              <p:nvPr/>
            </p:nvSpPr>
            <p:spPr>
              <a:xfrm>
                <a:off x="198000" y="4320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963" name="Line 18"/>
              <p:cNvSpPr/>
              <p:nvPr/>
            </p:nvSpPr>
            <p:spPr>
              <a:xfrm>
                <a:off x="198000" y="4176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964" name="Line 19"/>
              <p:cNvSpPr/>
              <p:nvPr/>
            </p:nvSpPr>
            <p:spPr>
              <a:xfrm>
                <a:off x="198000" y="4032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965" name="Line 20"/>
              <p:cNvSpPr/>
              <p:nvPr/>
            </p:nvSpPr>
            <p:spPr>
              <a:xfrm>
                <a:off x="198000" y="3888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966" name="Line 21"/>
              <p:cNvSpPr/>
              <p:nvPr/>
            </p:nvSpPr>
            <p:spPr>
              <a:xfrm>
                <a:off x="198000" y="3744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967" name="Line 22"/>
              <p:cNvSpPr/>
              <p:nvPr/>
            </p:nvSpPr>
            <p:spPr>
              <a:xfrm>
                <a:off x="198000" y="3600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968" name="Line 23"/>
              <p:cNvSpPr/>
              <p:nvPr/>
            </p:nvSpPr>
            <p:spPr>
              <a:xfrm>
                <a:off x="198000" y="3456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969" name="Line 24"/>
              <p:cNvSpPr/>
              <p:nvPr/>
            </p:nvSpPr>
            <p:spPr>
              <a:xfrm>
                <a:off x="198000" y="3311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970" name="Line 25"/>
              <p:cNvSpPr/>
              <p:nvPr/>
            </p:nvSpPr>
            <p:spPr>
              <a:xfrm>
                <a:off x="198000" y="3167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971" name="Line 26"/>
              <p:cNvSpPr/>
              <p:nvPr/>
            </p:nvSpPr>
            <p:spPr>
              <a:xfrm>
                <a:off x="198000" y="3023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972" name="Line 28"/>
              <p:cNvSpPr/>
              <p:nvPr/>
            </p:nvSpPr>
            <p:spPr>
              <a:xfrm>
                <a:off x="198000" y="2879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973" name="Line 29"/>
              <p:cNvSpPr/>
              <p:nvPr/>
            </p:nvSpPr>
            <p:spPr>
              <a:xfrm>
                <a:off x="198000" y="2735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974" name="Line 30"/>
              <p:cNvSpPr/>
              <p:nvPr/>
            </p:nvSpPr>
            <p:spPr>
              <a:xfrm>
                <a:off x="198000" y="2591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975" name="Line 31"/>
              <p:cNvSpPr/>
              <p:nvPr/>
            </p:nvSpPr>
            <p:spPr>
              <a:xfrm>
                <a:off x="198000" y="2447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976" name="Line 32"/>
              <p:cNvSpPr/>
              <p:nvPr/>
            </p:nvSpPr>
            <p:spPr>
              <a:xfrm>
                <a:off x="198000" y="2303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977" name="Line 33"/>
              <p:cNvSpPr/>
              <p:nvPr/>
            </p:nvSpPr>
            <p:spPr>
              <a:xfrm>
                <a:off x="198000" y="2159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978" name="Line 34"/>
              <p:cNvSpPr/>
              <p:nvPr/>
            </p:nvSpPr>
            <p:spPr>
              <a:xfrm>
                <a:off x="198000" y="2015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979" name="Line 35"/>
              <p:cNvSpPr/>
              <p:nvPr/>
            </p:nvSpPr>
            <p:spPr>
              <a:xfrm>
                <a:off x="198000" y="187128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980" name="Line 36"/>
              <p:cNvSpPr/>
              <p:nvPr/>
            </p:nvSpPr>
            <p:spPr>
              <a:xfrm>
                <a:off x="198000" y="172728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981" name="Line 37"/>
              <p:cNvSpPr/>
              <p:nvPr/>
            </p:nvSpPr>
            <p:spPr>
              <a:xfrm>
                <a:off x="198000" y="158328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982" name="Line 38"/>
              <p:cNvSpPr/>
              <p:nvPr/>
            </p:nvSpPr>
            <p:spPr>
              <a:xfrm>
                <a:off x="198000" y="143928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983" name="Line 39"/>
              <p:cNvSpPr/>
              <p:nvPr/>
            </p:nvSpPr>
            <p:spPr>
              <a:xfrm>
                <a:off x="198000" y="129528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grpSp>
      </p:grpSp>
      <p:sp>
        <p:nvSpPr>
          <p:cNvPr id="984" name="正方形/長方形 2"/>
          <p:cNvSpPr/>
          <p:nvPr/>
        </p:nvSpPr>
        <p:spPr>
          <a:xfrm>
            <a:off x="196200" y="502920"/>
            <a:ext cx="9503640" cy="45360"/>
          </a:xfrm>
          <a:prstGeom prst="rect">
            <a:avLst/>
          </a:prstGeom>
          <a:solidFill>
            <a:schemeClr val="bg1"/>
          </a:solidFill>
          <a:ln w="0">
            <a:noFill/>
          </a:ln>
        </p:spPr>
        <p:style>
          <a:lnRef idx="0"/>
          <a:fillRef idx="0"/>
          <a:effectRef idx="0"/>
          <a:fontRef idx="minor"/>
        </p:style>
        <p:txBody>
          <a:bodyPr lIns="90000" rIns="90000" tIns="720" bIns="720" anchor="ctr">
            <a:noAutofit/>
          </a:bodyPr>
          <a:p>
            <a:pPr defTabSz="457200">
              <a:lnSpc>
                <a:spcPct val="100000"/>
              </a:lnSpc>
              <a:spcAft>
                <a:spcPts val="601"/>
              </a:spcAft>
            </a:pPr>
            <a:endParaRPr b="0" lang="en-US" sz="1800" strike="noStrike" u="none">
              <a:solidFill>
                <a:schemeClr val="dk1"/>
              </a:solidFill>
              <a:effectLst/>
              <a:uFillTx/>
              <a:latin typeface="Meiryo UI"/>
              <a:ea typeface="Meiryo UI"/>
            </a:endParaRPr>
          </a:p>
        </p:txBody>
      </p:sp>
      <p:cxnSp>
        <p:nvCxnSpPr>
          <p:cNvPr id="985" name="直線コネクタ 4"/>
          <p:cNvCxnSpPr/>
          <p:nvPr/>
        </p:nvCxnSpPr>
        <p:spPr>
          <a:xfrm>
            <a:off x="198000" y="529200"/>
            <a:ext cx="9502200" cy="360"/>
          </a:xfrm>
          <a:prstGeom prst="straightConnector1">
            <a:avLst/>
          </a:prstGeom>
          <a:ln w="19050">
            <a:solidFill>
              <a:srgbClr val="000000"/>
            </a:solidFill>
          </a:ln>
        </p:spPr>
      </p:cxnSp>
      <p:sp>
        <p:nvSpPr>
          <p:cNvPr id="986" name="PlaceHolder 1"/>
          <p:cNvSpPr>
            <a:spLocks noGrp="1"/>
          </p:cNvSpPr>
          <p:nvPr>
            <p:ph type="title"/>
          </p:nvPr>
        </p:nvSpPr>
        <p:spPr>
          <a:xfrm>
            <a:off x="199440" y="136800"/>
            <a:ext cx="9505440" cy="369000"/>
          </a:xfrm>
          <a:prstGeom prst="rect">
            <a:avLst/>
          </a:prstGeom>
          <a:noFill/>
          <a:ln w="0">
            <a:noFill/>
          </a:ln>
        </p:spPr>
        <p:txBody>
          <a:bodyPr lIns="36000" rIns="0" tIns="45720" bIns="45720" anchor="ctr">
            <a:noAutofit/>
          </a:bodyPr>
          <a:p>
            <a:pPr indent="0" defTabSz="914400">
              <a:lnSpc>
                <a:spcPct val="90000"/>
              </a:lnSpc>
              <a:buNone/>
            </a:pPr>
            <a:r>
              <a:rPr b="1" lang="ja-JP" sz="2000" strike="noStrike" u="none">
                <a:solidFill>
                  <a:schemeClr val="dk1"/>
                </a:solidFill>
                <a:effectLst/>
                <a:uFillTx/>
                <a:latin typeface="Meiryo UI"/>
                <a:ea typeface="Meiryo UI"/>
              </a:rPr>
              <a:t>マスター タイトルの書式設定</a:t>
            </a:r>
            <a:endParaRPr b="0" lang="en-US" sz="2000" strike="noStrike" u="none">
              <a:solidFill>
                <a:schemeClr val="dk1"/>
              </a:solidFill>
              <a:effectLst/>
              <a:uFillTx/>
              <a:latin typeface="Meiryo UI"/>
            </a:endParaRPr>
          </a:p>
        </p:txBody>
      </p:sp>
      <p:grpSp>
        <p:nvGrpSpPr>
          <p:cNvPr id="987" name="グループ化 4"/>
          <p:cNvGrpSpPr/>
          <p:nvPr/>
        </p:nvGrpSpPr>
        <p:grpSpPr>
          <a:xfrm>
            <a:off x="198000" y="1153800"/>
            <a:ext cx="9505440" cy="5040000"/>
            <a:chOff x="198000" y="1153800"/>
            <a:chExt cx="9505440" cy="5040000"/>
          </a:xfrm>
        </p:grpSpPr>
        <p:grpSp>
          <p:nvGrpSpPr>
            <p:cNvPr id="988" name="Group 40"/>
            <p:cNvGrpSpPr/>
            <p:nvPr/>
          </p:nvGrpSpPr>
          <p:grpSpPr>
            <a:xfrm>
              <a:off x="198000" y="1153800"/>
              <a:ext cx="9360000" cy="5040000"/>
              <a:chOff x="198000" y="1153800"/>
              <a:chExt cx="9360000" cy="5040000"/>
            </a:xfrm>
          </p:grpSpPr>
          <p:sp>
            <p:nvSpPr>
              <p:cNvPr id="989" name="Line 41"/>
              <p:cNvSpPr/>
              <p:nvPr/>
            </p:nvSpPr>
            <p:spPr>
              <a:xfrm>
                <a:off x="342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90" name="Line 42"/>
              <p:cNvSpPr/>
              <p:nvPr/>
            </p:nvSpPr>
            <p:spPr>
              <a:xfrm>
                <a:off x="4867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91" name="Line 43"/>
              <p:cNvSpPr/>
              <p:nvPr/>
            </p:nvSpPr>
            <p:spPr>
              <a:xfrm>
                <a:off x="6314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92" name="Line 44"/>
              <p:cNvSpPr/>
              <p:nvPr/>
            </p:nvSpPr>
            <p:spPr>
              <a:xfrm>
                <a:off x="774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93" name="Line 45"/>
              <p:cNvSpPr/>
              <p:nvPr/>
            </p:nvSpPr>
            <p:spPr>
              <a:xfrm>
                <a:off x="9187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94" name="Line 46"/>
              <p:cNvSpPr/>
              <p:nvPr/>
            </p:nvSpPr>
            <p:spPr>
              <a:xfrm>
                <a:off x="10630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95" name="Line 47"/>
              <p:cNvSpPr/>
              <p:nvPr/>
            </p:nvSpPr>
            <p:spPr>
              <a:xfrm>
                <a:off x="12074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96" name="Line 48"/>
              <p:cNvSpPr/>
              <p:nvPr/>
            </p:nvSpPr>
            <p:spPr>
              <a:xfrm>
                <a:off x="1350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97" name="Line 49"/>
              <p:cNvSpPr/>
              <p:nvPr/>
            </p:nvSpPr>
            <p:spPr>
              <a:xfrm>
                <a:off x="14947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98" name="Line 50"/>
              <p:cNvSpPr/>
              <p:nvPr/>
            </p:nvSpPr>
            <p:spPr>
              <a:xfrm>
                <a:off x="16394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999" name="Line 51"/>
              <p:cNvSpPr/>
              <p:nvPr/>
            </p:nvSpPr>
            <p:spPr>
              <a:xfrm>
                <a:off x="1782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00" name="Line 52"/>
              <p:cNvSpPr/>
              <p:nvPr/>
            </p:nvSpPr>
            <p:spPr>
              <a:xfrm>
                <a:off x="19267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01" name="Line 53"/>
              <p:cNvSpPr/>
              <p:nvPr/>
            </p:nvSpPr>
            <p:spPr>
              <a:xfrm>
                <a:off x="20710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02" name="Line 54"/>
              <p:cNvSpPr/>
              <p:nvPr/>
            </p:nvSpPr>
            <p:spPr>
              <a:xfrm>
                <a:off x="22158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03" name="Line 55"/>
              <p:cNvSpPr/>
              <p:nvPr/>
            </p:nvSpPr>
            <p:spPr>
              <a:xfrm>
                <a:off x="2358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04" name="Line 56"/>
              <p:cNvSpPr/>
              <p:nvPr/>
            </p:nvSpPr>
            <p:spPr>
              <a:xfrm>
                <a:off x="25030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05" name="Line 57"/>
              <p:cNvSpPr/>
              <p:nvPr/>
            </p:nvSpPr>
            <p:spPr>
              <a:xfrm>
                <a:off x="26474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06" name="Line 58"/>
              <p:cNvSpPr/>
              <p:nvPr/>
            </p:nvSpPr>
            <p:spPr>
              <a:xfrm>
                <a:off x="2790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07" name="Line 59"/>
              <p:cNvSpPr/>
              <p:nvPr/>
            </p:nvSpPr>
            <p:spPr>
              <a:xfrm>
                <a:off x="29347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08" name="Line 60"/>
              <p:cNvSpPr/>
              <p:nvPr/>
            </p:nvSpPr>
            <p:spPr>
              <a:xfrm>
                <a:off x="30790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09" name="Line 61"/>
              <p:cNvSpPr/>
              <p:nvPr/>
            </p:nvSpPr>
            <p:spPr>
              <a:xfrm>
                <a:off x="32238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10" name="Line 62"/>
              <p:cNvSpPr/>
              <p:nvPr/>
            </p:nvSpPr>
            <p:spPr>
              <a:xfrm>
                <a:off x="33667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11" name="Line 63"/>
              <p:cNvSpPr/>
              <p:nvPr/>
            </p:nvSpPr>
            <p:spPr>
              <a:xfrm>
                <a:off x="35110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12" name="Line 64"/>
              <p:cNvSpPr/>
              <p:nvPr/>
            </p:nvSpPr>
            <p:spPr>
              <a:xfrm>
                <a:off x="36554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13" name="Line 65"/>
              <p:cNvSpPr/>
              <p:nvPr/>
            </p:nvSpPr>
            <p:spPr>
              <a:xfrm>
                <a:off x="37998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14" name="Line 66"/>
              <p:cNvSpPr/>
              <p:nvPr/>
            </p:nvSpPr>
            <p:spPr>
              <a:xfrm>
                <a:off x="39427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15" name="Line 67"/>
              <p:cNvSpPr/>
              <p:nvPr/>
            </p:nvSpPr>
            <p:spPr>
              <a:xfrm>
                <a:off x="40874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16" name="Line 68"/>
              <p:cNvSpPr/>
              <p:nvPr/>
            </p:nvSpPr>
            <p:spPr>
              <a:xfrm>
                <a:off x="42318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17" name="Line 69"/>
              <p:cNvSpPr/>
              <p:nvPr/>
            </p:nvSpPr>
            <p:spPr>
              <a:xfrm>
                <a:off x="43747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18" name="Line 70"/>
              <p:cNvSpPr/>
              <p:nvPr/>
            </p:nvSpPr>
            <p:spPr>
              <a:xfrm>
                <a:off x="4662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19" name="Line 71"/>
              <p:cNvSpPr/>
              <p:nvPr/>
            </p:nvSpPr>
            <p:spPr>
              <a:xfrm>
                <a:off x="48049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20" name="Line 72"/>
              <p:cNvSpPr/>
              <p:nvPr/>
            </p:nvSpPr>
            <p:spPr>
              <a:xfrm>
                <a:off x="49492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21" name="Line 73"/>
              <p:cNvSpPr/>
              <p:nvPr/>
            </p:nvSpPr>
            <p:spPr>
              <a:xfrm>
                <a:off x="50936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22" name="Line 74"/>
              <p:cNvSpPr/>
              <p:nvPr/>
            </p:nvSpPr>
            <p:spPr>
              <a:xfrm>
                <a:off x="52365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23" name="Line 75"/>
              <p:cNvSpPr/>
              <p:nvPr/>
            </p:nvSpPr>
            <p:spPr>
              <a:xfrm>
                <a:off x="53809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24" name="Line 76"/>
              <p:cNvSpPr/>
              <p:nvPr/>
            </p:nvSpPr>
            <p:spPr>
              <a:xfrm>
                <a:off x="55256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25" name="Line 77"/>
              <p:cNvSpPr/>
              <p:nvPr/>
            </p:nvSpPr>
            <p:spPr>
              <a:xfrm>
                <a:off x="5670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26" name="Line 78"/>
              <p:cNvSpPr/>
              <p:nvPr/>
            </p:nvSpPr>
            <p:spPr>
              <a:xfrm>
                <a:off x="58129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27" name="Line 79"/>
              <p:cNvSpPr/>
              <p:nvPr/>
            </p:nvSpPr>
            <p:spPr>
              <a:xfrm>
                <a:off x="59572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28" name="Line 80"/>
              <p:cNvSpPr/>
              <p:nvPr/>
            </p:nvSpPr>
            <p:spPr>
              <a:xfrm>
                <a:off x="6102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29" name="Line 81"/>
              <p:cNvSpPr/>
              <p:nvPr/>
            </p:nvSpPr>
            <p:spPr>
              <a:xfrm>
                <a:off x="6246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30" name="Line 82"/>
              <p:cNvSpPr/>
              <p:nvPr/>
            </p:nvSpPr>
            <p:spPr>
              <a:xfrm>
                <a:off x="63892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31" name="Line 83"/>
              <p:cNvSpPr/>
              <p:nvPr/>
            </p:nvSpPr>
            <p:spPr>
              <a:xfrm>
                <a:off x="65336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32" name="Line 84"/>
              <p:cNvSpPr/>
              <p:nvPr/>
            </p:nvSpPr>
            <p:spPr>
              <a:xfrm>
                <a:off x="6678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33" name="Line 85"/>
              <p:cNvSpPr/>
              <p:nvPr/>
            </p:nvSpPr>
            <p:spPr>
              <a:xfrm>
                <a:off x="68209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34" name="Line 86"/>
              <p:cNvSpPr/>
              <p:nvPr/>
            </p:nvSpPr>
            <p:spPr>
              <a:xfrm>
                <a:off x="69652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35" name="Line 87"/>
              <p:cNvSpPr/>
              <p:nvPr/>
            </p:nvSpPr>
            <p:spPr>
              <a:xfrm>
                <a:off x="7110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36" name="Line 88"/>
              <p:cNvSpPr/>
              <p:nvPr/>
            </p:nvSpPr>
            <p:spPr>
              <a:xfrm>
                <a:off x="7254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37" name="Line 89"/>
              <p:cNvSpPr/>
              <p:nvPr/>
            </p:nvSpPr>
            <p:spPr>
              <a:xfrm>
                <a:off x="73972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38" name="Line 90"/>
              <p:cNvSpPr/>
              <p:nvPr/>
            </p:nvSpPr>
            <p:spPr>
              <a:xfrm>
                <a:off x="75416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39" name="Line 91"/>
              <p:cNvSpPr/>
              <p:nvPr/>
            </p:nvSpPr>
            <p:spPr>
              <a:xfrm>
                <a:off x="7686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40" name="Line 92"/>
              <p:cNvSpPr/>
              <p:nvPr/>
            </p:nvSpPr>
            <p:spPr>
              <a:xfrm>
                <a:off x="78289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41" name="Line 93"/>
              <p:cNvSpPr/>
              <p:nvPr/>
            </p:nvSpPr>
            <p:spPr>
              <a:xfrm>
                <a:off x="79736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42" name="Line 94"/>
              <p:cNvSpPr/>
              <p:nvPr/>
            </p:nvSpPr>
            <p:spPr>
              <a:xfrm>
                <a:off x="8118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43" name="Line 95"/>
              <p:cNvSpPr/>
              <p:nvPr/>
            </p:nvSpPr>
            <p:spPr>
              <a:xfrm>
                <a:off x="8262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44" name="Line 96"/>
              <p:cNvSpPr/>
              <p:nvPr/>
            </p:nvSpPr>
            <p:spPr>
              <a:xfrm>
                <a:off x="84052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45" name="Line 97"/>
              <p:cNvSpPr/>
              <p:nvPr/>
            </p:nvSpPr>
            <p:spPr>
              <a:xfrm>
                <a:off x="85496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46" name="Line 98"/>
              <p:cNvSpPr/>
              <p:nvPr/>
            </p:nvSpPr>
            <p:spPr>
              <a:xfrm>
                <a:off x="8694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47" name="Line 99"/>
              <p:cNvSpPr/>
              <p:nvPr/>
            </p:nvSpPr>
            <p:spPr>
              <a:xfrm>
                <a:off x="198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48" name="Line 100"/>
              <p:cNvSpPr/>
              <p:nvPr/>
            </p:nvSpPr>
            <p:spPr>
              <a:xfrm>
                <a:off x="88387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49" name="Line 99"/>
              <p:cNvSpPr/>
              <p:nvPr/>
            </p:nvSpPr>
            <p:spPr>
              <a:xfrm>
                <a:off x="89830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50" name="Line 99"/>
              <p:cNvSpPr/>
              <p:nvPr/>
            </p:nvSpPr>
            <p:spPr>
              <a:xfrm>
                <a:off x="9126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51" name="Line 99"/>
              <p:cNvSpPr/>
              <p:nvPr/>
            </p:nvSpPr>
            <p:spPr>
              <a:xfrm>
                <a:off x="9270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52" name="Line 99"/>
              <p:cNvSpPr/>
              <p:nvPr/>
            </p:nvSpPr>
            <p:spPr>
              <a:xfrm>
                <a:off x="94150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53" name="Line 99"/>
              <p:cNvSpPr/>
              <p:nvPr/>
            </p:nvSpPr>
            <p:spPr>
              <a:xfrm>
                <a:off x="95576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54" name="Line 70"/>
              <p:cNvSpPr/>
              <p:nvPr/>
            </p:nvSpPr>
            <p:spPr>
              <a:xfrm>
                <a:off x="45176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grpSp>
        <p:sp>
          <p:nvSpPr>
            <p:cNvPr id="1055" name="Rectangle 104"/>
            <p:cNvSpPr/>
            <p:nvPr/>
          </p:nvSpPr>
          <p:spPr>
            <a:xfrm>
              <a:off x="198000" y="1153800"/>
              <a:ext cx="9505440" cy="5038200"/>
            </a:xfrm>
            <a:prstGeom prst="rect">
              <a:avLst/>
            </a:prstGeom>
            <a:noFill/>
            <a:ln w="9525">
              <a:noFill/>
            </a:ln>
          </p:spPr>
          <p:style>
            <a:lnRef idx="0"/>
            <a:fillRef idx="0"/>
            <a:effectRef idx="0"/>
            <a:fontRef idx="minor"/>
          </p:style>
          <p:txBody>
            <a:bodyPr wrap="none" lIns="90000" rIns="90000" tIns="45000" bIns="45000" anchor="ctr">
              <a:noAutofit/>
            </a:bodyPr>
            <a:p>
              <a:pPr defTabSz="457200">
                <a:lnSpc>
                  <a:spcPct val="100000"/>
                </a:lnSpc>
              </a:pPr>
              <a:endParaRPr b="0" lang="en-US" sz="1800" strike="noStrike" u="none">
                <a:solidFill>
                  <a:schemeClr val="dk1"/>
                </a:solidFill>
                <a:effectLst/>
                <a:uFillTx/>
                <a:latin typeface="Meiryo UI"/>
                <a:ea typeface="Meiryo UI"/>
              </a:endParaRPr>
            </a:p>
          </p:txBody>
        </p:sp>
        <p:grpSp>
          <p:nvGrpSpPr>
            <p:cNvPr id="1056" name="グループ化 7"/>
            <p:cNvGrpSpPr/>
            <p:nvPr/>
          </p:nvGrpSpPr>
          <p:grpSpPr>
            <a:xfrm>
              <a:off x="198000" y="1295280"/>
              <a:ext cx="9504000" cy="4897440"/>
              <a:chOff x="198000" y="1295280"/>
              <a:chExt cx="9504000" cy="4897440"/>
            </a:xfrm>
          </p:grpSpPr>
          <p:sp>
            <p:nvSpPr>
              <p:cNvPr id="1057" name="Line 4"/>
              <p:cNvSpPr/>
              <p:nvPr/>
            </p:nvSpPr>
            <p:spPr>
              <a:xfrm>
                <a:off x="198000" y="6192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058" name="Line 5"/>
              <p:cNvSpPr/>
              <p:nvPr/>
            </p:nvSpPr>
            <p:spPr>
              <a:xfrm>
                <a:off x="198000" y="6048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059" name="Line 6"/>
              <p:cNvSpPr/>
              <p:nvPr/>
            </p:nvSpPr>
            <p:spPr>
              <a:xfrm>
                <a:off x="198000" y="5904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060" name="Line 7"/>
              <p:cNvSpPr/>
              <p:nvPr/>
            </p:nvSpPr>
            <p:spPr>
              <a:xfrm>
                <a:off x="198000" y="5760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061" name="Line 8"/>
              <p:cNvSpPr/>
              <p:nvPr/>
            </p:nvSpPr>
            <p:spPr>
              <a:xfrm>
                <a:off x="198000" y="5616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062" name="Line 9"/>
              <p:cNvSpPr/>
              <p:nvPr/>
            </p:nvSpPr>
            <p:spPr>
              <a:xfrm>
                <a:off x="198000" y="5472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063" name="Line 10"/>
              <p:cNvSpPr/>
              <p:nvPr/>
            </p:nvSpPr>
            <p:spPr>
              <a:xfrm>
                <a:off x="198000" y="5328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064" name="Line 11"/>
              <p:cNvSpPr/>
              <p:nvPr/>
            </p:nvSpPr>
            <p:spPr>
              <a:xfrm>
                <a:off x="198000" y="5184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065" name="Line 12"/>
              <p:cNvSpPr/>
              <p:nvPr/>
            </p:nvSpPr>
            <p:spPr>
              <a:xfrm>
                <a:off x="198000" y="5040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066" name="Line 13"/>
              <p:cNvSpPr/>
              <p:nvPr/>
            </p:nvSpPr>
            <p:spPr>
              <a:xfrm>
                <a:off x="198000" y="4896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067" name="Line 14"/>
              <p:cNvSpPr/>
              <p:nvPr/>
            </p:nvSpPr>
            <p:spPr>
              <a:xfrm>
                <a:off x="198000" y="4752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068" name="Line 15"/>
              <p:cNvSpPr/>
              <p:nvPr/>
            </p:nvSpPr>
            <p:spPr>
              <a:xfrm>
                <a:off x="198000" y="4608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069" name="Line 16"/>
              <p:cNvSpPr/>
              <p:nvPr/>
            </p:nvSpPr>
            <p:spPr>
              <a:xfrm>
                <a:off x="198000" y="4464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070" name="Line 17"/>
              <p:cNvSpPr/>
              <p:nvPr/>
            </p:nvSpPr>
            <p:spPr>
              <a:xfrm>
                <a:off x="198000" y="4320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071" name="Line 18"/>
              <p:cNvSpPr/>
              <p:nvPr/>
            </p:nvSpPr>
            <p:spPr>
              <a:xfrm>
                <a:off x="198000" y="4176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072" name="Line 19"/>
              <p:cNvSpPr/>
              <p:nvPr/>
            </p:nvSpPr>
            <p:spPr>
              <a:xfrm>
                <a:off x="198000" y="4032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073" name="Line 20"/>
              <p:cNvSpPr/>
              <p:nvPr/>
            </p:nvSpPr>
            <p:spPr>
              <a:xfrm>
                <a:off x="198000" y="3888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074" name="Line 21"/>
              <p:cNvSpPr/>
              <p:nvPr/>
            </p:nvSpPr>
            <p:spPr>
              <a:xfrm>
                <a:off x="198000" y="3744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075" name="Line 22"/>
              <p:cNvSpPr/>
              <p:nvPr/>
            </p:nvSpPr>
            <p:spPr>
              <a:xfrm>
                <a:off x="198000" y="3600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076" name="Line 23"/>
              <p:cNvSpPr/>
              <p:nvPr/>
            </p:nvSpPr>
            <p:spPr>
              <a:xfrm>
                <a:off x="198000" y="3456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077" name="Line 24"/>
              <p:cNvSpPr/>
              <p:nvPr/>
            </p:nvSpPr>
            <p:spPr>
              <a:xfrm>
                <a:off x="198000" y="3311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078" name="Line 25"/>
              <p:cNvSpPr/>
              <p:nvPr/>
            </p:nvSpPr>
            <p:spPr>
              <a:xfrm>
                <a:off x="198000" y="3167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079" name="Line 26"/>
              <p:cNvSpPr/>
              <p:nvPr/>
            </p:nvSpPr>
            <p:spPr>
              <a:xfrm>
                <a:off x="198000" y="3023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080" name="Line 28"/>
              <p:cNvSpPr/>
              <p:nvPr/>
            </p:nvSpPr>
            <p:spPr>
              <a:xfrm>
                <a:off x="198000" y="2879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081" name="Line 29"/>
              <p:cNvSpPr/>
              <p:nvPr/>
            </p:nvSpPr>
            <p:spPr>
              <a:xfrm>
                <a:off x="198000" y="2735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082" name="Line 30"/>
              <p:cNvSpPr/>
              <p:nvPr/>
            </p:nvSpPr>
            <p:spPr>
              <a:xfrm>
                <a:off x="198000" y="2591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083" name="Line 31"/>
              <p:cNvSpPr/>
              <p:nvPr/>
            </p:nvSpPr>
            <p:spPr>
              <a:xfrm>
                <a:off x="198000" y="2447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084" name="Line 32"/>
              <p:cNvSpPr/>
              <p:nvPr/>
            </p:nvSpPr>
            <p:spPr>
              <a:xfrm>
                <a:off x="198000" y="2303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085" name="Line 33"/>
              <p:cNvSpPr/>
              <p:nvPr/>
            </p:nvSpPr>
            <p:spPr>
              <a:xfrm>
                <a:off x="198000" y="2159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086" name="Line 34"/>
              <p:cNvSpPr/>
              <p:nvPr/>
            </p:nvSpPr>
            <p:spPr>
              <a:xfrm>
                <a:off x="198000" y="2015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087" name="Line 35"/>
              <p:cNvSpPr/>
              <p:nvPr/>
            </p:nvSpPr>
            <p:spPr>
              <a:xfrm>
                <a:off x="198000" y="187128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088" name="Line 36"/>
              <p:cNvSpPr/>
              <p:nvPr/>
            </p:nvSpPr>
            <p:spPr>
              <a:xfrm>
                <a:off x="198000" y="172728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089" name="Line 37"/>
              <p:cNvSpPr/>
              <p:nvPr/>
            </p:nvSpPr>
            <p:spPr>
              <a:xfrm>
                <a:off x="198000" y="158328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090" name="Line 38"/>
              <p:cNvSpPr/>
              <p:nvPr/>
            </p:nvSpPr>
            <p:spPr>
              <a:xfrm>
                <a:off x="198000" y="143928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091" name="Line 39"/>
              <p:cNvSpPr/>
              <p:nvPr/>
            </p:nvSpPr>
            <p:spPr>
              <a:xfrm>
                <a:off x="198000" y="129528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grpSp>
      </p:grpSp>
      <p:sp>
        <p:nvSpPr>
          <p:cNvPr id="1092" name="テキスト プレースホルダー 3"/>
          <p:cNvSpPr/>
          <p:nvPr/>
        </p:nvSpPr>
        <p:spPr>
          <a:xfrm>
            <a:off x="9964440" y="6525360"/>
            <a:ext cx="388800" cy="215640"/>
          </a:xfrm>
          <a:prstGeom prst="rect">
            <a:avLst/>
          </a:prstGeom>
          <a:noFill/>
          <a:ln w="0">
            <a:noFill/>
          </a:ln>
        </p:spPr>
        <p:style>
          <a:lnRef idx="0"/>
          <a:fillRef idx="0"/>
          <a:effectRef idx="0"/>
          <a:fontRef idx="minor"/>
        </p:style>
        <p:txBody>
          <a:bodyPr wrap="none" lIns="0" rIns="36000" tIns="45000" bIns="45000" anchor="ctr">
            <a:noAutofit/>
          </a:bodyPr>
          <a:p>
            <a:pPr algn="ctr" defTabSz="914400">
              <a:lnSpc>
                <a:spcPct val="90000"/>
              </a:lnSpc>
              <a:spcBef>
                <a:spcPts val="1001"/>
              </a:spcBef>
              <a:tabLst>
                <a:tab algn="l" pos="0"/>
              </a:tabLst>
            </a:pPr>
            <a:fld id="{02043726-6466-47AF-ADB6-3AAA2FBAD386}" type="slidenum">
              <a:rPr b="0" lang="en-US" sz="1200" strike="noStrike" u="none">
                <a:solidFill>
                  <a:schemeClr val="dk1"/>
                </a:solidFill>
                <a:effectLst/>
                <a:uFillTx/>
                <a:latin typeface="Meiryo UI"/>
                <a:ea typeface="Meiryo UI"/>
              </a:rPr>
              <a:t>&lt;番号&gt;</a:t>
            </a:fld>
            <a:endParaRPr b="0" lang="en-US" sz="1200" strike="noStrike" u="none">
              <a:solidFill>
                <a:srgbClr val="000000"/>
              </a:solidFill>
              <a:effectLst/>
              <a:uFillTx/>
              <a:latin typeface="Arial"/>
            </a:endParaRPr>
          </a:p>
        </p:txBody>
      </p:sp>
      <p:sp>
        <p:nvSpPr>
          <p:cNvPr id="1093" name="PlaceHolder 2"/>
          <p:cNvSpPr>
            <a:spLocks noGrp="1"/>
          </p:cNvSpPr>
          <p:nvPr>
            <p:ph type="body"/>
          </p:nvPr>
        </p:nvSpPr>
        <p:spPr>
          <a:xfrm>
            <a:off x="200160" y="586080"/>
            <a:ext cx="9505440" cy="640080"/>
          </a:xfrm>
          <a:prstGeom prst="rect">
            <a:avLst/>
          </a:prstGeom>
          <a:noFill/>
          <a:ln w="0">
            <a:noFill/>
          </a:ln>
        </p:spPr>
        <p:txBody>
          <a:bodyPr lIns="36000" rIns="0" tIns="45720" bIns="45720" anchor="t">
            <a:noAutofit/>
          </a:bodyPr>
          <a:p>
            <a:pPr marL="180000" indent="-180000" defTabSz="914400">
              <a:lnSpc>
                <a:spcPct val="90000"/>
              </a:lnSpc>
              <a:spcAft>
                <a:spcPts val="601"/>
              </a:spcAft>
              <a:buClr>
                <a:srgbClr val="000000"/>
              </a:buClr>
              <a:buFont typeface="Arial"/>
              <a:buChar char="•"/>
            </a:pPr>
            <a:r>
              <a:rPr b="0" lang="ja-JP" sz="1600" strike="noStrike" u="none">
                <a:solidFill>
                  <a:schemeClr val="dk1"/>
                </a:solidFill>
                <a:effectLst/>
                <a:uFillTx/>
                <a:latin typeface="Meiryo UI"/>
                <a:ea typeface="Meiryo UI"/>
              </a:rPr>
              <a:t>マスター テキストの書式設定</a:t>
            </a:r>
            <a:endParaRPr b="0" lang="en-US" sz="1600" strike="noStrike" u="none">
              <a:solidFill>
                <a:schemeClr val="dk1"/>
              </a:solidFill>
              <a:effectLst/>
              <a:uFillTx/>
              <a:latin typeface="Meiryo UI"/>
            </a:endParaRPr>
          </a:p>
          <a:p>
            <a:pPr marL="180000" indent="-180000" defTabSz="914400">
              <a:lnSpc>
                <a:spcPct val="90000"/>
              </a:lnSpc>
              <a:spcAft>
                <a:spcPts val="601"/>
              </a:spcAft>
              <a:buClr>
                <a:srgbClr val="000000"/>
              </a:buClr>
              <a:buFont typeface="Arial"/>
              <a:buChar char="•"/>
            </a:pPr>
            <a:r>
              <a:rPr b="0" lang="ja-JP" sz="1600" strike="noStrike" u="none">
                <a:solidFill>
                  <a:schemeClr val="dk1"/>
                </a:solidFill>
                <a:effectLst/>
                <a:uFillTx/>
                <a:latin typeface="Meiryo UI"/>
                <a:ea typeface="Meiryo UI"/>
              </a:rPr>
              <a:t>第 </a:t>
            </a:r>
            <a:r>
              <a:rPr b="0" lang="en-US" sz="1600" strike="noStrike" u="none">
                <a:solidFill>
                  <a:schemeClr val="dk1"/>
                </a:solidFill>
                <a:effectLst/>
                <a:uFillTx/>
                <a:latin typeface="Meiryo UI"/>
                <a:ea typeface="Meiryo UI"/>
              </a:rPr>
              <a:t>2 </a:t>
            </a:r>
            <a:r>
              <a:rPr b="0" lang="ja-JP" sz="1600" strike="noStrike" u="none">
                <a:solidFill>
                  <a:schemeClr val="dk1"/>
                </a:solidFill>
                <a:effectLst/>
                <a:uFillTx/>
                <a:latin typeface="Meiryo UI"/>
                <a:ea typeface="Meiryo UI"/>
              </a:rPr>
              <a:t>レベル</a:t>
            </a:r>
            <a:endParaRPr b="0" lang="en-US" sz="1600" strike="noStrike" u="none">
              <a:solidFill>
                <a:schemeClr val="dk1"/>
              </a:solidFill>
              <a:effectLst/>
              <a:uFillTx/>
              <a:latin typeface="Meiryo UI"/>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白紙">
    <p:bg>
      <p:bgPr>
        <a:solidFill>
          <a:srgbClr val="ffffff"/>
        </a:solidFill>
      </p:bgPr>
    </p:bg>
    <p:spTree>
      <p:nvGrpSpPr>
        <p:cNvPr id="1" name=""/>
        <p:cNvGrpSpPr/>
        <p:nvPr/>
      </p:nvGrpSpPr>
      <p:grpSpPr>
        <a:xfrm>
          <a:off x="0" y="0"/>
          <a:ext cx="0" cy="0"/>
          <a:chOff x="0" y="0"/>
          <a:chExt cx="0" cy="0"/>
        </a:xfrm>
      </p:grpSpPr>
      <p:cxnSp>
        <p:nvCxnSpPr>
          <p:cNvPr id="1094" name="直線コネクタ 117"/>
          <p:cNvCxnSpPr/>
          <p:nvPr/>
        </p:nvCxnSpPr>
        <p:spPr>
          <a:xfrm>
            <a:off x="199440" y="515520"/>
            <a:ext cx="9504360" cy="360"/>
          </a:xfrm>
          <a:prstGeom prst="straightConnector1">
            <a:avLst/>
          </a:prstGeom>
          <a:ln w="12700">
            <a:solidFill>
              <a:srgbClr val="455f51"/>
            </a:solidFill>
          </a:ln>
        </p:spPr>
      </p:cxnSp>
      <p:grpSp>
        <p:nvGrpSpPr>
          <p:cNvPr id="1095" name="グループ化 12"/>
          <p:cNvGrpSpPr/>
          <p:nvPr/>
        </p:nvGrpSpPr>
        <p:grpSpPr>
          <a:xfrm>
            <a:off x="198000" y="1153800"/>
            <a:ext cx="9505440" cy="5040000"/>
            <a:chOff x="198000" y="1153800"/>
            <a:chExt cx="9505440" cy="5040000"/>
          </a:xfrm>
        </p:grpSpPr>
        <p:grpSp>
          <p:nvGrpSpPr>
            <p:cNvPr id="1096" name="Group 40"/>
            <p:cNvGrpSpPr/>
            <p:nvPr/>
          </p:nvGrpSpPr>
          <p:grpSpPr>
            <a:xfrm>
              <a:off x="198000" y="1153800"/>
              <a:ext cx="9360000" cy="5040000"/>
              <a:chOff x="198000" y="1153800"/>
              <a:chExt cx="9360000" cy="5040000"/>
            </a:xfrm>
          </p:grpSpPr>
          <p:sp>
            <p:nvSpPr>
              <p:cNvPr id="1097" name="Line 41"/>
              <p:cNvSpPr/>
              <p:nvPr/>
            </p:nvSpPr>
            <p:spPr>
              <a:xfrm>
                <a:off x="342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98" name="Line 42"/>
              <p:cNvSpPr/>
              <p:nvPr/>
            </p:nvSpPr>
            <p:spPr>
              <a:xfrm>
                <a:off x="486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099" name="Line 43"/>
              <p:cNvSpPr/>
              <p:nvPr/>
            </p:nvSpPr>
            <p:spPr>
              <a:xfrm>
                <a:off x="631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00" name="Line 44"/>
              <p:cNvSpPr/>
              <p:nvPr/>
            </p:nvSpPr>
            <p:spPr>
              <a:xfrm>
                <a:off x="774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01" name="Line 45"/>
              <p:cNvSpPr/>
              <p:nvPr/>
            </p:nvSpPr>
            <p:spPr>
              <a:xfrm>
                <a:off x="918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02" name="Line 46"/>
              <p:cNvSpPr/>
              <p:nvPr/>
            </p:nvSpPr>
            <p:spPr>
              <a:xfrm>
                <a:off x="1063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03" name="Line 47"/>
              <p:cNvSpPr/>
              <p:nvPr/>
            </p:nvSpPr>
            <p:spPr>
              <a:xfrm>
                <a:off x="1207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04" name="Line 48"/>
              <p:cNvSpPr/>
              <p:nvPr/>
            </p:nvSpPr>
            <p:spPr>
              <a:xfrm>
                <a:off x="1350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05" name="Line 49"/>
              <p:cNvSpPr/>
              <p:nvPr/>
            </p:nvSpPr>
            <p:spPr>
              <a:xfrm>
                <a:off x="1494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06" name="Line 50"/>
              <p:cNvSpPr/>
              <p:nvPr/>
            </p:nvSpPr>
            <p:spPr>
              <a:xfrm>
                <a:off x="1639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07" name="Line 51"/>
              <p:cNvSpPr/>
              <p:nvPr/>
            </p:nvSpPr>
            <p:spPr>
              <a:xfrm>
                <a:off x="1782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08" name="Line 52"/>
              <p:cNvSpPr/>
              <p:nvPr/>
            </p:nvSpPr>
            <p:spPr>
              <a:xfrm>
                <a:off x="1926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09" name="Line 53"/>
              <p:cNvSpPr/>
              <p:nvPr/>
            </p:nvSpPr>
            <p:spPr>
              <a:xfrm>
                <a:off x="2071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10" name="Line 54"/>
              <p:cNvSpPr/>
              <p:nvPr/>
            </p:nvSpPr>
            <p:spPr>
              <a:xfrm>
                <a:off x="22158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11" name="Line 55"/>
              <p:cNvSpPr/>
              <p:nvPr/>
            </p:nvSpPr>
            <p:spPr>
              <a:xfrm>
                <a:off x="2358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12" name="Line 56"/>
              <p:cNvSpPr/>
              <p:nvPr/>
            </p:nvSpPr>
            <p:spPr>
              <a:xfrm>
                <a:off x="2503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13" name="Line 57"/>
              <p:cNvSpPr/>
              <p:nvPr/>
            </p:nvSpPr>
            <p:spPr>
              <a:xfrm>
                <a:off x="2647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14" name="Line 58"/>
              <p:cNvSpPr/>
              <p:nvPr/>
            </p:nvSpPr>
            <p:spPr>
              <a:xfrm>
                <a:off x="2790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15" name="Line 59"/>
              <p:cNvSpPr/>
              <p:nvPr/>
            </p:nvSpPr>
            <p:spPr>
              <a:xfrm>
                <a:off x="2934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16" name="Line 60"/>
              <p:cNvSpPr/>
              <p:nvPr/>
            </p:nvSpPr>
            <p:spPr>
              <a:xfrm>
                <a:off x="3079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17" name="Line 61"/>
              <p:cNvSpPr/>
              <p:nvPr/>
            </p:nvSpPr>
            <p:spPr>
              <a:xfrm>
                <a:off x="32238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18" name="Line 62"/>
              <p:cNvSpPr/>
              <p:nvPr/>
            </p:nvSpPr>
            <p:spPr>
              <a:xfrm>
                <a:off x="3366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19" name="Line 63"/>
              <p:cNvSpPr/>
              <p:nvPr/>
            </p:nvSpPr>
            <p:spPr>
              <a:xfrm>
                <a:off x="3511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20" name="Line 64"/>
              <p:cNvSpPr/>
              <p:nvPr/>
            </p:nvSpPr>
            <p:spPr>
              <a:xfrm>
                <a:off x="3655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21" name="Line 65"/>
              <p:cNvSpPr/>
              <p:nvPr/>
            </p:nvSpPr>
            <p:spPr>
              <a:xfrm>
                <a:off x="37998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22" name="Line 66"/>
              <p:cNvSpPr/>
              <p:nvPr/>
            </p:nvSpPr>
            <p:spPr>
              <a:xfrm>
                <a:off x="3942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23" name="Line 67"/>
              <p:cNvSpPr/>
              <p:nvPr/>
            </p:nvSpPr>
            <p:spPr>
              <a:xfrm>
                <a:off x="4087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24" name="Line 68"/>
              <p:cNvSpPr/>
              <p:nvPr/>
            </p:nvSpPr>
            <p:spPr>
              <a:xfrm>
                <a:off x="42318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25" name="Line 69"/>
              <p:cNvSpPr/>
              <p:nvPr/>
            </p:nvSpPr>
            <p:spPr>
              <a:xfrm>
                <a:off x="4374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26" name="Line 70"/>
              <p:cNvSpPr/>
              <p:nvPr/>
            </p:nvSpPr>
            <p:spPr>
              <a:xfrm>
                <a:off x="4662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27" name="Line 71"/>
              <p:cNvSpPr/>
              <p:nvPr/>
            </p:nvSpPr>
            <p:spPr>
              <a:xfrm>
                <a:off x="48049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28" name="Line 72"/>
              <p:cNvSpPr/>
              <p:nvPr/>
            </p:nvSpPr>
            <p:spPr>
              <a:xfrm>
                <a:off x="4949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29" name="Line 73"/>
              <p:cNvSpPr/>
              <p:nvPr/>
            </p:nvSpPr>
            <p:spPr>
              <a:xfrm>
                <a:off x="5093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30" name="Line 74"/>
              <p:cNvSpPr/>
              <p:nvPr/>
            </p:nvSpPr>
            <p:spPr>
              <a:xfrm>
                <a:off x="52365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31" name="Line 75"/>
              <p:cNvSpPr/>
              <p:nvPr/>
            </p:nvSpPr>
            <p:spPr>
              <a:xfrm>
                <a:off x="53809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32" name="Line 76"/>
              <p:cNvSpPr/>
              <p:nvPr/>
            </p:nvSpPr>
            <p:spPr>
              <a:xfrm>
                <a:off x="5525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33" name="Line 77"/>
              <p:cNvSpPr/>
              <p:nvPr/>
            </p:nvSpPr>
            <p:spPr>
              <a:xfrm>
                <a:off x="5670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34" name="Line 78"/>
              <p:cNvSpPr/>
              <p:nvPr/>
            </p:nvSpPr>
            <p:spPr>
              <a:xfrm>
                <a:off x="58129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35" name="Line 79"/>
              <p:cNvSpPr/>
              <p:nvPr/>
            </p:nvSpPr>
            <p:spPr>
              <a:xfrm>
                <a:off x="5957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36" name="Line 80"/>
              <p:cNvSpPr/>
              <p:nvPr/>
            </p:nvSpPr>
            <p:spPr>
              <a:xfrm>
                <a:off x="6102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37" name="Line 81"/>
              <p:cNvSpPr/>
              <p:nvPr/>
            </p:nvSpPr>
            <p:spPr>
              <a:xfrm>
                <a:off x="6246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38" name="Line 82"/>
              <p:cNvSpPr/>
              <p:nvPr/>
            </p:nvSpPr>
            <p:spPr>
              <a:xfrm>
                <a:off x="6389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39" name="Line 83"/>
              <p:cNvSpPr/>
              <p:nvPr/>
            </p:nvSpPr>
            <p:spPr>
              <a:xfrm>
                <a:off x="6533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40" name="Line 84"/>
              <p:cNvSpPr/>
              <p:nvPr/>
            </p:nvSpPr>
            <p:spPr>
              <a:xfrm>
                <a:off x="6678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41" name="Line 85"/>
              <p:cNvSpPr/>
              <p:nvPr/>
            </p:nvSpPr>
            <p:spPr>
              <a:xfrm>
                <a:off x="68209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42" name="Line 86"/>
              <p:cNvSpPr/>
              <p:nvPr/>
            </p:nvSpPr>
            <p:spPr>
              <a:xfrm>
                <a:off x="6965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43" name="Line 87"/>
              <p:cNvSpPr/>
              <p:nvPr/>
            </p:nvSpPr>
            <p:spPr>
              <a:xfrm>
                <a:off x="7110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44" name="Line 88"/>
              <p:cNvSpPr/>
              <p:nvPr/>
            </p:nvSpPr>
            <p:spPr>
              <a:xfrm>
                <a:off x="7254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45" name="Line 89"/>
              <p:cNvSpPr/>
              <p:nvPr/>
            </p:nvSpPr>
            <p:spPr>
              <a:xfrm>
                <a:off x="7397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46" name="Line 90"/>
              <p:cNvSpPr/>
              <p:nvPr/>
            </p:nvSpPr>
            <p:spPr>
              <a:xfrm>
                <a:off x="7541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47" name="Line 91"/>
              <p:cNvSpPr/>
              <p:nvPr/>
            </p:nvSpPr>
            <p:spPr>
              <a:xfrm>
                <a:off x="7686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48" name="Line 92"/>
              <p:cNvSpPr/>
              <p:nvPr/>
            </p:nvSpPr>
            <p:spPr>
              <a:xfrm>
                <a:off x="78289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49" name="Line 93"/>
              <p:cNvSpPr/>
              <p:nvPr/>
            </p:nvSpPr>
            <p:spPr>
              <a:xfrm>
                <a:off x="7973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50" name="Line 94"/>
              <p:cNvSpPr/>
              <p:nvPr/>
            </p:nvSpPr>
            <p:spPr>
              <a:xfrm>
                <a:off x="8118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51" name="Line 95"/>
              <p:cNvSpPr/>
              <p:nvPr/>
            </p:nvSpPr>
            <p:spPr>
              <a:xfrm>
                <a:off x="8262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52" name="Line 96"/>
              <p:cNvSpPr/>
              <p:nvPr/>
            </p:nvSpPr>
            <p:spPr>
              <a:xfrm>
                <a:off x="8405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53" name="Line 97"/>
              <p:cNvSpPr/>
              <p:nvPr/>
            </p:nvSpPr>
            <p:spPr>
              <a:xfrm>
                <a:off x="8549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54" name="Line 98"/>
              <p:cNvSpPr/>
              <p:nvPr/>
            </p:nvSpPr>
            <p:spPr>
              <a:xfrm>
                <a:off x="8694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55" name="Line 99"/>
              <p:cNvSpPr/>
              <p:nvPr/>
            </p:nvSpPr>
            <p:spPr>
              <a:xfrm>
                <a:off x="198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56" name="Line 100"/>
              <p:cNvSpPr/>
              <p:nvPr/>
            </p:nvSpPr>
            <p:spPr>
              <a:xfrm>
                <a:off x="8838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57" name="Line 99"/>
              <p:cNvSpPr/>
              <p:nvPr/>
            </p:nvSpPr>
            <p:spPr>
              <a:xfrm>
                <a:off x="8983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58" name="Line 99"/>
              <p:cNvSpPr/>
              <p:nvPr/>
            </p:nvSpPr>
            <p:spPr>
              <a:xfrm>
                <a:off x="9126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59" name="Line 99"/>
              <p:cNvSpPr/>
              <p:nvPr/>
            </p:nvSpPr>
            <p:spPr>
              <a:xfrm>
                <a:off x="9270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60" name="Line 99"/>
              <p:cNvSpPr/>
              <p:nvPr/>
            </p:nvSpPr>
            <p:spPr>
              <a:xfrm>
                <a:off x="9415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61" name="Line 99"/>
              <p:cNvSpPr/>
              <p:nvPr/>
            </p:nvSpPr>
            <p:spPr>
              <a:xfrm>
                <a:off x="9557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162" name="Line 70"/>
              <p:cNvSpPr/>
              <p:nvPr/>
            </p:nvSpPr>
            <p:spPr>
              <a:xfrm>
                <a:off x="4517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grpSp>
        <p:sp>
          <p:nvSpPr>
            <p:cNvPr id="1163" name="Rectangle 104"/>
            <p:cNvSpPr/>
            <p:nvPr/>
          </p:nvSpPr>
          <p:spPr>
            <a:xfrm>
              <a:off x="198000" y="1153800"/>
              <a:ext cx="9505440" cy="5038200"/>
            </a:xfrm>
            <a:prstGeom prst="rect">
              <a:avLst/>
            </a:prstGeom>
            <a:noFill/>
            <a:ln w="6350">
              <a:noFill/>
            </a:ln>
          </p:spPr>
          <p:style>
            <a:lnRef idx="0"/>
            <a:fillRef idx="0"/>
            <a:effectRef idx="0"/>
            <a:fontRef idx="minor"/>
          </p:style>
          <p:txBody>
            <a:bodyPr wrap="none" lIns="90000" rIns="90000" tIns="45000" bIns="45000" anchor="ctr">
              <a:noAutofit/>
            </a:bodyPr>
            <a:p>
              <a:pPr defTabSz="457200">
                <a:lnSpc>
                  <a:spcPct val="100000"/>
                </a:lnSpc>
              </a:pPr>
              <a:endParaRPr b="0" lang="en-US" sz="1800" strike="noStrike" u="none">
                <a:solidFill>
                  <a:schemeClr val="dk1"/>
                </a:solidFill>
                <a:effectLst/>
                <a:uFillTx/>
                <a:latin typeface="Meiryo UI"/>
                <a:ea typeface="Meiryo UI"/>
              </a:endParaRPr>
            </a:p>
          </p:txBody>
        </p:sp>
        <p:grpSp>
          <p:nvGrpSpPr>
            <p:cNvPr id="1164" name="グループ化 15"/>
            <p:cNvGrpSpPr/>
            <p:nvPr/>
          </p:nvGrpSpPr>
          <p:grpSpPr>
            <a:xfrm>
              <a:off x="198000" y="1295280"/>
              <a:ext cx="9504000" cy="4897440"/>
              <a:chOff x="198000" y="1295280"/>
              <a:chExt cx="9504000" cy="4897440"/>
            </a:xfrm>
          </p:grpSpPr>
          <p:sp>
            <p:nvSpPr>
              <p:cNvPr id="1165" name="Line 4"/>
              <p:cNvSpPr/>
              <p:nvPr/>
            </p:nvSpPr>
            <p:spPr>
              <a:xfrm>
                <a:off x="198000" y="6192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166" name="Line 5"/>
              <p:cNvSpPr/>
              <p:nvPr/>
            </p:nvSpPr>
            <p:spPr>
              <a:xfrm>
                <a:off x="198000" y="6048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167" name="Line 6"/>
              <p:cNvSpPr/>
              <p:nvPr/>
            </p:nvSpPr>
            <p:spPr>
              <a:xfrm>
                <a:off x="198000" y="5904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168" name="Line 7"/>
              <p:cNvSpPr/>
              <p:nvPr/>
            </p:nvSpPr>
            <p:spPr>
              <a:xfrm>
                <a:off x="198000" y="5760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169" name="Line 8"/>
              <p:cNvSpPr/>
              <p:nvPr/>
            </p:nvSpPr>
            <p:spPr>
              <a:xfrm>
                <a:off x="198000" y="5616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170" name="Line 9"/>
              <p:cNvSpPr/>
              <p:nvPr/>
            </p:nvSpPr>
            <p:spPr>
              <a:xfrm>
                <a:off x="198000" y="5472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171" name="Line 10"/>
              <p:cNvSpPr/>
              <p:nvPr/>
            </p:nvSpPr>
            <p:spPr>
              <a:xfrm>
                <a:off x="198000" y="5328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172" name="Line 11"/>
              <p:cNvSpPr/>
              <p:nvPr/>
            </p:nvSpPr>
            <p:spPr>
              <a:xfrm>
                <a:off x="198000" y="5184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173" name="Line 12"/>
              <p:cNvSpPr/>
              <p:nvPr/>
            </p:nvSpPr>
            <p:spPr>
              <a:xfrm>
                <a:off x="198000" y="5040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174" name="Line 13"/>
              <p:cNvSpPr/>
              <p:nvPr/>
            </p:nvSpPr>
            <p:spPr>
              <a:xfrm>
                <a:off x="198000" y="4896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175" name="Line 14"/>
              <p:cNvSpPr/>
              <p:nvPr/>
            </p:nvSpPr>
            <p:spPr>
              <a:xfrm>
                <a:off x="198000" y="4752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176" name="Line 15"/>
              <p:cNvSpPr/>
              <p:nvPr/>
            </p:nvSpPr>
            <p:spPr>
              <a:xfrm>
                <a:off x="198000" y="4608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177" name="Line 16"/>
              <p:cNvSpPr/>
              <p:nvPr/>
            </p:nvSpPr>
            <p:spPr>
              <a:xfrm>
                <a:off x="198000" y="4464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178" name="Line 17"/>
              <p:cNvSpPr/>
              <p:nvPr/>
            </p:nvSpPr>
            <p:spPr>
              <a:xfrm>
                <a:off x="198000" y="4320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179" name="Line 18"/>
              <p:cNvSpPr/>
              <p:nvPr/>
            </p:nvSpPr>
            <p:spPr>
              <a:xfrm>
                <a:off x="198000" y="4176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180" name="Line 19"/>
              <p:cNvSpPr/>
              <p:nvPr/>
            </p:nvSpPr>
            <p:spPr>
              <a:xfrm>
                <a:off x="198000" y="4032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181" name="Line 20"/>
              <p:cNvSpPr/>
              <p:nvPr/>
            </p:nvSpPr>
            <p:spPr>
              <a:xfrm>
                <a:off x="198000" y="3888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182" name="Line 21"/>
              <p:cNvSpPr/>
              <p:nvPr/>
            </p:nvSpPr>
            <p:spPr>
              <a:xfrm>
                <a:off x="198000" y="3744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183" name="Line 22"/>
              <p:cNvSpPr/>
              <p:nvPr/>
            </p:nvSpPr>
            <p:spPr>
              <a:xfrm>
                <a:off x="198000" y="3600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184" name="Line 23"/>
              <p:cNvSpPr/>
              <p:nvPr/>
            </p:nvSpPr>
            <p:spPr>
              <a:xfrm>
                <a:off x="198000" y="3456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185" name="Line 24"/>
              <p:cNvSpPr/>
              <p:nvPr/>
            </p:nvSpPr>
            <p:spPr>
              <a:xfrm>
                <a:off x="198000" y="3311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186" name="Line 25"/>
              <p:cNvSpPr/>
              <p:nvPr/>
            </p:nvSpPr>
            <p:spPr>
              <a:xfrm>
                <a:off x="198000" y="3167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187" name="Line 26"/>
              <p:cNvSpPr/>
              <p:nvPr/>
            </p:nvSpPr>
            <p:spPr>
              <a:xfrm>
                <a:off x="198000" y="3023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188" name="Line 28"/>
              <p:cNvSpPr/>
              <p:nvPr/>
            </p:nvSpPr>
            <p:spPr>
              <a:xfrm>
                <a:off x="198000" y="2879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189" name="Line 29"/>
              <p:cNvSpPr/>
              <p:nvPr/>
            </p:nvSpPr>
            <p:spPr>
              <a:xfrm>
                <a:off x="198000" y="2735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190" name="Line 30"/>
              <p:cNvSpPr/>
              <p:nvPr/>
            </p:nvSpPr>
            <p:spPr>
              <a:xfrm>
                <a:off x="198000" y="2591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191" name="Line 31"/>
              <p:cNvSpPr/>
              <p:nvPr/>
            </p:nvSpPr>
            <p:spPr>
              <a:xfrm>
                <a:off x="198000" y="2447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192" name="Line 32"/>
              <p:cNvSpPr/>
              <p:nvPr/>
            </p:nvSpPr>
            <p:spPr>
              <a:xfrm>
                <a:off x="198000" y="2303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193" name="Line 33"/>
              <p:cNvSpPr/>
              <p:nvPr/>
            </p:nvSpPr>
            <p:spPr>
              <a:xfrm>
                <a:off x="198000" y="2159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194" name="Line 34"/>
              <p:cNvSpPr/>
              <p:nvPr/>
            </p:nvSpPr>
            <p:spPr>
              <a:xfrm>
                <a:off x="198000" y="2015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195" name="Line 35"/>
              <p:cNvSpPr/>
              <p:nvPr/>
            </p:nvSpPr>
            <p:spPr>
              <a:xfrm>
                <a:off x="198000" y="187128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196" name="Line 36"/>
              <p:cNvSpPr/>
              <p:nvPr/>
            </p:nvSpPr>
            <p:spPr>
              <a:xfrm>
                <a:off x="198000" y="172728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197" name="Line 37"/>
              <p:cNvSpPr/>
              <p:nvPr/>
            </p:nvSpPr>
            <p:spPr>
              <a:xfrm>
                <a:off x="198000" y="158328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198" name="Line 38"/>
              <p:cNvSpPr/>
              <p:nvPr/>
            </p:nvSpPr>
            <p:spPr>
              <a:xfrm>
                <a:off x="198000" y="143928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199" name="Line 39"/>
              <p:cNvSpPr/>
              <p:nvPr/>
            </p:nvSpPr>
            <p:spPr>
              <a:xfrm>
                <a:off x="198000" y="129528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grpSp>
      </p:grpSp>
      <p:sp>
        <p:nvSpPr>
          <p:cNvPr id="1200" name="正方形/長方形 2"/>
          <p:cNvSpPr/>
          <p:nvPr/>
        </p:nvSpPr>
        <p:spPr>
          <a:xfrm>
            <a:off x="196200" y="502920"/>
            <a:ext cx="9503640" cy="45360"/>
          </a:xfrm>
          <a:prstGeom prst="rect">
            <a:avLst/>
          </a:prstGeom>
          <a:solidFill>
            <a:schemeClr val="bg1"/>
          </a:solidFill>
          <a:ln w="0">
            <a:noFill/>
          </a:ln>
        </p:spPr>
        <p:style>
          <a:lnRef idx="0"/>
          <a:fillRef idx="0"/>
          <a:effectRef idx="0"/>
          <a:fontRef idx="minor"/>
        </p:style>
        <p:txBody>
          <a:bodyPr lIns="90000" rIns="90000" tIns="720" bIns="720" anchor="ctr">
            <a:noAutofit/>
          </a:bodyPr>
          <a:p>
            <a:pPr defTabSz="457200">
              <a:lnSpc>
                <a:spcPct val="100000"/>
              </a:lnSpc>
              <a:spcAft>
                <a:spcPts val="601"/>
              </a:spcAft>
            </a:pPr>
            <a:endParaRPr b="0" lang="en-US" sz="1800" strike="noStrike" u="none">
              <a:solidFill>
                <a:schemeClr val="dk1"/>
              </a:solidFill>
              <a:effectLst/>
              <a:uFillTx/>
              <a:latin typeface="Meiryo UI"/>
              <a:ea typeface="Meiryo UI"/>
            </a:endParaRPr>
          </a:p>
        </p:txBody>
      </p:sp>
      <p:cxnSp>
        <p:nvCxnSpPr>
          <p:cNvPr id="1201" name="直線コネクタ 4"/>
          <p:cNvCxnSpPr/>
          <p:nvPr/>
        </p:nvCxnSpPr>
        <p:spPr>
          <a:xfrm>
            <a:off x="198000" y="529200"/>
            <a:ext cx="9502200" cy="360"/>
          </a:xfrm>
          <a:prstGeom prst="straightConnector1">
            <a:avLst/>
          </a:prstGeom>
          <a:ln w="19050">
            <a:solidFill>
              <a:srgbClr val="000000"/>
            </a:solidFill>
          </a:ln>
        </p:spPr>
      </p:cxnSp>
      <p:grpSp>
        <p:nvGrpSpPr>
          <p:cNvPr id="1202" name="グループ化 2"/>
          <p:cNvGrpSpPr/>
          <p:nvPr/>
        </p:nvGrpSpPr>
        <p:grpSpPr>
          <a:xfrm>
            <a:off x="198000" y="1153800"/>
            <a:ext cx="9505440" cy="5040000"/>
            <a:chOff x="198000" y="1153800"/>
            <a:chExt cx="9505440" cy="5040000"/>
          </a:xfrm>
        </p:grpSpPr>
        <p:grpSp>
          <p:nvGrpSpPr>
            <p:cNvPr id="1203" name="Group 40"/>
            <p:cNvGrpSpPr/>
            <p:nvPr/>
          </p:nvGrpSpPr>
          <p:grpSpPr>
            <a:xfrm>
              <a:off x="198000" y="1153800"/>
              <a:ext cx="9360000" cy="5040000"/>
              <a:chOff x="198000" y="1153800"/>
              <a:chExt cx="9360000" cy="5040000"/>
            </a:xfrm>
          </p:grpSpPr>
          <p:sp>
            <p:nvSpPr>
              <p:cNvPr id="1204" name="Line 41"/>
              <p:cNvSpPr/>
              <p:nvPr/>
            </p:nvSpPr>
            <p:spPr>
              <a:xfrm>
                <a:off x="342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05" name="Line 42"/>
              <p:cNvSpPr/>
              <p:nvPr/>
            </p:nvSpPr>
            <p:spPr>
              <a:xfrm>
                <a:off x="4867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06" name="Line 43"/>
              <p:cNvSpPr/>
              <p:nvPr/>
            </p:nvSpPr>
            <p:spPr>
              <a:xfrm>
                <a:off x="6314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07" name="Line 44"/>
              <p:cNvSpPr/>
              <p:nvPr/>
            </p:nvSpPr>
            <p:spPr>
              <a:xfrm>
                <a:off x="774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08" name="Line 45"/>
              <p:cNvSpPr/>
              <p:nvPr/>
            </p:nvSpPr>
            <p:spPr>
              <a:xfrm>
                <a:off x="9187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09" name="Line 46"/>
              <p:cNvSpPr/>
              <p:nvPr/>
            </p:nvSpPr>
            <p:spPr>
              <a:xfrm>
                <a:off x="10630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10" name="Line 47"/>
              <p:cNvSpPr/>
              <p:nvPr/>
            </p:nvSpPr>
            <p:spPr>
              <a:xfrm>
                <a:off x="12074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11" name="Line 48"/>
              <p:cNvSpPr/>
              <p:nvPr/>
            </p:nvSpPr>
            <p:spPr>
              <a:xfrm>
                <a:off x="1350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12" name="Line 49"/>
              <p:cNvSpPr/>
              <p:nvPr/>
            </p:nvSpPr>
            <p:spPr>
              <a:xfrm>
                <a:off x="14947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13" name="Line 50"/>
              <p:cNvSpPr/>
              <p:nvPr/>
            </p:nvSpPr>
            <p:spPr>
              <a:xfrm>
                <a:off x="16394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14" name="Line 51"/>
              <p:cNvSpPr/>
              <p:nvPr/>
            </p:nvSpPr>
            <p:spPr>
              <a:xfrm>
                <a:off x="1782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15" name="Line 52"/>
              <p:cNvSpPr/>
              <p:nvPr/>
            </p:nvSpPr>
            <p:spPr>
              <a:xfrm>
                <a:off x="19267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16" name="Line 53"/>
              <p:cNvSpPr/>
              <p:nvPr/>
            </p:nvSpPr>
            <p:spPr>
              <a:xfrm>
                <a:off x="20710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17" name="Line 54"/>
              <p:cNvSpPr/>
              <p:nvPr/>
            </p:nvSpPr>
            <p:spPr>
              <a:xfrm>
                <a:off x="22158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18" name="Line 55"/>
              <p:cNvSpPr/>
              <p:nvPr/>
            </p:nvSpPr>
            <p:spPr>
              <a:xfrm>
                <a:off x="2358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19" name="Line 56"/>
              <p:cNvSpPr/>
              <p:nvPr/>
            </p:nvSpPr>
            <p:spPr>
              <a:xfrm>
                <a:off x="25030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20" name="Line 57"/>
              <p:cNvSpPr/>
              <p:nvPr/>
            </p:nvSpPr>
            <p:spPr>
              <a:xfrm>
                <a:off x="26474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21" name="Line 58"/>
              <p:cNvSpPr/>
              <p:nvPr/>
            </p:nvSpPr>
            <p:spPr>
              <a:xfrm>
                <a:off x="2790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22" name="Line 59"/>
              <p:cNvSpPr/>
              <p:nvPr/>
            </p:nvSpPr>
            <p:spPr>
              <a:xfrm>
                <a:off x="29347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23" name="Line 60"/>
              <p:cNvSpPr/>
              <p:nvPr/>
            </p:nvSpPr>
            <p:spPr>
              <a:xfrm>
                <a:off x="30790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24" name="Line 61"/>
              <p:cNvSpPr/>
              <p:nvPr/>
            </p:nvSpPr>
            <p:spPr>
              <a:xfrm>
                <a:off x="32238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25" name="Line 62"/>
              <p:cNvSpPr/>
              <p:nvPr/>
            </p:nvSpPr>
            <p:spPr>
              <a:xfrm>
                <a:off x="33667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26" name="Line 63"/>
              <p:cNvSpPr/>
              <p:nvPr/>
            </p:nvSpPr>
            <p:spPr>
              <a:xfrm>
                <a:off x="35110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27" name="Line 64"/>
              <p:cNvSpPr/>
              <p:nvPr/>
            </p:nvSpPr>
            <p:spPr>
              <a:xfrm>
                <a:off x="36554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28" name="Line 65"/>
              <p:cNvSpPr/>
              <p:nvPr/>
            </p:nvSpPr>
            <p:spPr>
              <a:xfrm>
                <a:off x="37998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29" name="Line 66"/>
              <p:cNvSpPr/>
              <p:nvPr/>
            </p:nvSpPr>
            <p:spPr>
              <a:xfrm>
                <a:off x="39427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30" name="Line 67"/>
              <p:cNvSpPr/>
              <p:nvPr/>
            </p:nvSpPr>
            <p:spPr>
              <a:xfrm>
                <a:off x="40874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31" name="Line 68"/>
              <p:cNvSpPr/>
              <p:nvPr/>
            </p:nvSpPr>
            <p:spPr>
              <a:xfrm>
                <a:off x="42318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32" name="Line 69"/>
              <p:cNvSpPr/>
              <p:nvPr/>
            </p:nvSpPr>
            <p:spPr>
              <a:xfrm>
                <a:off x="43747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33" name="Line 70"/>
              <p:cNvSpPr/>
              <p:nvPr/>
            </p:nvSpPr>
            <p:spPr>
              <a:xfrm>
                <a:off x="4662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34" name="Line 71"/>
              <p:cNvSpPr/>
              <p:nvPr/>
            </p:nvSpPr>
            <p:spPr>
              <a:xfrm>
                <a:off x="48049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35" name="Line 72"/>
              <p:cNvSpPr/>
              <p:nvPr/>
            </p:nvSpPr>
            <p:spPr>
              <a:xfrm>
                <a:off x="49492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36" name="Line 73"/>
              <p:cNvSpPr/>
              <p:nvPr/>
            </p:nvSpPr>
            <p:spPr>
              <a:xfrm>
                <a:off x="50936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37" name="Line 74"/>
              <p:cNvSpPr/>
              <p:nvPr/>
            </p:nvSpPr>
            <p:spPr>
              <a:xfrm>
                <a:off x="52365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38" name="Line 75"/>
              <p:cNvSpPr/>
              <p:nvPr/>
            </p:nvSpPr>
            <p:spPr>
              <a:xfrm>
                <a:off x="53809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39" name="Line 76"/>
              <p:cNvSpPr/>
              <p:nvPr/>
            </p:nvSpPr>
            <p:spPr>
              <a:xfrm>
                <a:off x="55256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40" name="Line 77"/>
              <p:cNvSpPr/>
              <p:nvPr/>
            </p:nvSpPr>
            <p:spPr>
              <a:xfrm>
                <a:off x="5670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41" name="Line 78"/>
              <p:cNvSpPr/>
              <p:nvPr/>
            </p:nvSpPr>
            <p:spPr>
              <a:xfrm>
                <a:off x="58129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42" name="Line 79"/>
              <p:cNvSpPr/>
              <p:nvPr/>
            </p:nvSpPr>
            <p:spPr>
              <a:xfrm>
                <a:off x="59572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43" name="Line 80"/>
              <p:cNvSpPr/>
              <p:nvPr/>
            </p:nvSpPr>
            <p:spPr>
              <a:xfrm>
                <a:off x="6102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44" name="Line 81"/>
              <p:cNvSpPr/>
              <p:nvPr/>
            </p:nvSpPr>
            <p:spPr>
              <a:xfrm>
                <a:off x="6246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45" name="Line 82"/>
              <p:cNvSpPr/>
              <p:nvPr/>
            </p:nvSpPr>
            <p:spPr>
              <a:xfrm>
                <a:off x="63892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46" name="Line 83"/>
              <p:cNvSpPr/>
              <p:nvPr/>
            </p:nvSpPr>
            <p:spPr>
              <a:xfrm>
                <a:off x="65336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47" name="Line 84"/>
              <p:cNvSpPr/>
              <p:nvPr/>
            </p:nvSpPr>
            <p:spPr>
              <a:xfrm>
                <a:off x="6678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48" name="Line 85"/>
              <p:cNvSpPr/>
              <p:nvPr/>
            </p:nvSpPr>
            <p:spPr>
              <a:xfrm>
                <a:off x="68209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49" name="Line 86"/>
              <p:cNvSpPr/>
              <p:nvPr/>
            </p:nvSpPr>
            <p:spPr>
              <a:xfrm>
                <a:off x="69652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50" name="Line 87"/>
              <p:cNvSpPr/>
              <p:nvPr/>
            </p:nvSpPr>
            <p:spPr>
              <a:xfrm>
                <a:off x="7110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51" name="Line 88"/>
              <p:cNvSpPr/>
              <p:nvPr/>
            </p:nvSpPr>
            <p:spPr>
              <a:xfrm>
                <a:off x="7254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52" name="Line 89"/>
              <p:cNvSpPr/>
              <p:nvPr/>
            </p:nvSpPr>
            <p:spPr>
              <a:xfrm>
                <a:off x="73972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53" name="Line 90"/>
              <p:cNvSpPr/>
              <p:nvPr/>
            </p:nvSpPr>
            <p:spPr>
              <a:xfrm>
                <a:off x="75416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54" name="Line 91"/>
              <p:cNvSpPr/>
              <p:nvPr/>
            </p:nvSpPr>
            <p:spPr>
              <a:xfrm>
                <a:off x="7686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55" name="Line 92"/>
              <p:cNvSpPr/>
              <p:nvPr/>
            </p:nvSpPr>
            <p:spPr>
              <a:xfrm>
                <a:off x="78289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56" name="Line 93"/>
              <p:cNvSpPr/>
              <p:nvPr/>
            </p:nvSpPr>
            <p:spPr>
              <a:xfrm>
                <a:off x="79736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57" name="Line 94"/>
              <p:cNvSpPr/>
              <p:nvPr/>
            </p:nvSpPr>
            <p:spPr>
              <a:xfrm>
                <a:off x="8118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58" name="Line 95"/>
              <p:cNvSpPr/>
              <p:nvPr/>
            </p:nvSpPr>
            <p:spPr>
              <a:xfrm>
                <a:off x="8262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59" name="Line 96"/>
              <p:cNvSpPr/>
              <p:nvPr/>
            </p:nvSpPr>
            <p:spPr>
              <a:xfrm>
                <a:off x="84052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60" name="Line 97"/>
              <p:cNvSpPr/>
              <p:nvPr/>
            </p:nvSpPr>
            <p:spPr>
              <a:xfrm>
                <a:off x="85496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61" name="Line 98"/>
              <p:cNvSpPr/>
              <p:nvPr/>
            </p:nvSpPr>
            <p:spPr>
              <a:xfrm>
                <a:off x="8694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62" name="Line 99"/>
              <p:cNvSpPr/>
              <p:nvPr/>
            </p:nvSpPr>
            <p:spPr>
              <a:xfrm>
                <a:off x="198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63" name="Line 100"/>
              <p:cNvSpPr/>
              <p:nvPr/>
            </p:nvSpPr>
            <p:spPr>
              <a:xfrm>
                <a:off x="88387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64" name="Line 99"/>
              <p:cNvSpPr/>
              <p:nvPr/>
            </p:nvSpPr>
            <p:spPr>
              <a:xfrm>
                <a:off x="89830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65" name="Line 99"/>
              <p:cNvSpPr/>
              <p:nvPr/>
            </p:nvSpPr>
            <p:spPr>
              <a:xfrm>
                <a:off x="9126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66" name="Line 99"/>
              <p:cNvSpPr/>
              <p:nvPr/>
            </p:nvSpPr>
            <p:spPr>
              <a:xfrm>
                <a:off x="9270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67" name="Line 99"/>
              <p:cNvSpPr/>
              <p:nvPr/>
            </p:nvSpPr>
            <p:spPr>
              <a:xfrm>
                <a:off x="94150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68" name="Line 99"/>
              <p:cNvSpPr/>
              <p:nvPr/>
            </p:nvSpPr>
            <p:spPr>
              <a:xfrm>
                <a:off x="95576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269" name="Line 70"/>
              <p:cNvSpPr/>
              <p:nvPr/>
            </p:nvSpPr>
            <p:spPr>
              <a:xfrm>
                <a:off x="45176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grpSp>
        <p:sp>
          <p:nvSpPr>
            <p:cNvPr id="1270" name="Rectangle 104"/>
            <p:cNvSpPr/>
            <p:nvPr/>
          </p:nvSpPr>
          <p:spPr>
            <a:xfrm>
              <a:off x="198000" y="1153800"/>
              <a:ext cx="9505440" cy="5038200"/>
            </a:xfrm>
            <a:prstGeom prst="rect">
              <a:avLst/>
            </a:prstGeom>
            <a:noFill/>
            <a:ln w="9525">
              <a:noFill/>
            </a:ln>
          </p:spPr>
          <p:style>
            <a:lnRef idx="0"/>
            <a:fillRef idx="0"/>
            <a:effectRef idx="0"/>
            <a:fontRef idx="minor"/>
          </p:style>
          <p:txBody>
            <a:bodyPr wrap="none" lIns="90000" rIns="90000" tIns="45000" bIns="45000" anchor="ctr">
              <a:noAutofit/>
            </a:bodyPr>
            <a:p>
              <a:pPr defTabSz="457200">
                <a:lnSpc>
                  <a:spcPct val="100000"/>
                </a:lnSpc>
              </a:pPr>
              <a:endParaRPr b="0" lang="en-US" sz="1800" strike="noStrike" u="none">
                <a:solidFill>
                  <a:schemeClr val="dk1"/>
                </a:solidFill>
                <a:effectLst/>
                <a:uFillTx/>
                <a:latin typeface="Meiryo UI"/>
                <a:ea typeface="Meiryo UI"/>
              </a:endParaRPr>
            </a:p>
          </p:txBody>
        </p:sp>
        <p:grpSp>
          <p:nvGrpSpPr>
            <p:cNvPr id="1271" name="グループ化 5"/>
            <p:cNvGrpSpPr/>
            <p:nvPr/>
          </p:nvGrpSpPr>
          <p:grpSpPr>
            <a:xfrm>
              <a:off x="198000" y="1295280"/>
              <a:ext cx="9504000" cy="4897440"/>
              <a:chOff x="198000" y="1295280"/>
              <a:chExt cx="9504000" cy="4897440"/>
            </a:xfrm>
          </p:grpSpPr>
          <p:sp>
            <p:nvSpPr>
              <p:cNvPr id="1272" name="Line 4"/>
              <p:cNvSpPr/>
              <p:nvPr/>
            </p:nvSpPr>
            <p:spPr>
              <a:xfrm>
                <a:off x="198000" y="6192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273" name="Line 5"/>
              <p:cNvSpPr/>
              <p:nvPr/>
            </p:nvSpPr>
            <p:spPr>
              <a:xfrm>
                <a:off x="198000" y="6048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274" name="Line 6"/>
              <p:cNvSpPr/>
              <p:nvPr/>
            </p:nvSpPr>
            <p:spPr>
              <a:xfrm>
                <a:off x="198000" y="5904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275" name="Line 7"/>
              <p:cNvSpPr/>
              <p:nvPr/>
            </p:nvSpPr>
            <p:spPr>
              <a:xfrm>
                <a:off x="198000" y="5760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276" name="Line 8"/>
              <p:cNvSpPr/>
              <p:nvPr/>
            </p:nvSpPr>
            <p:spPr>
              <a:xfrm>
                <a:off x="198000" y="5616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277" name="Line 9"/>
              <p:cNvSpPr/>
              <p:nvPr/>
            </p:nvSpPr>
            <p:spPr>
              <a:xfrm>
                <a:off x="198000" y="5472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278" name="Line 10"/>
              <p:cNvSpPr/>
              <p:nvPr/>
            </p:nvSpPr>
            <p:spPr>
              <a:xfrm>
                <a:off x="198000" y="5328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279" name="Line 11"/>
              <p:cNvSpPr/>
              <p:nvPr/>
            </p:nvSpPr>
            <p:spPr>
              <a:xfrm>
                <a:off x="198000" y="5184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280" name="Line 12"/>
              <p:cNvSpPr/>
              <p:nvPr/>
            </p:nvSpPr>
            <p:spPr>
              <a:xfrm>
                <a:off x="198000" y="5040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281" name="Line 13"/>
              <p:cNvSpPr/>
              <p:nvPr/>
            </p:nvSpPr>
            <p:spPr>
              <a:xfrm>
                <a:off x="198000" y="4896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282" name="Line 14"/>
              <p:cNvSpPr/>
              <p:nvPr/>
            </p:nvSpPr>
            <p:spPr>
              <a:xfrm>
                <a:off x="198000" y="4752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283" name="Line 15"/>
              <p:cNvSpPr/>
              <p:nvPr/>
            </p:nvSpPr>
            <p:spPr>
              <a:xfrm>
                <a:off x="198000" y="4608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284" name="Line 16"/>
              <p:cNvSpPr/>
              <p:nvPr/>
            </p:nvSpPr>
            <p:spPr>
              <a:xfrm>
                <a:off x="198000" y="4464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285" name="Line 17"/>
              <p:cNvSpPr/>
              <p:nvPr/>
            </p:nvSpPr>
            <p:spPr>
              <a:xfrm>
                <a:off x="198000" y="4320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286" name="Line 18"/>
              <p:cNvSpPr/>
              <p:nvPr/>
            </p:nvSpPr>
            <p:spPr>
              <a:xfrm>
                <a:off x="198000" y="4176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287" name="Line 19"/>
              <p:cNvSpPr/>
              <p:nvPr/>
            </p:nvSpPr>
            <p:spPr>
              <a:xfrm>
                <a:off x="198000" y="4032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288" name="Line 20"/>
              <p:cNvSpPr/>
              <p:nvPr/>
            </p:nvSpPr>
            <p:spPr>
              <a:xfrm>
                <a:off x="198000" y="3888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289" name="Line 21"/>
              <p:cNvSpPr/>
              <p:nvPr/>
            </p:nvSpPr>
            <p:spPr>
              <a:xfrm>
                <a:off x="198000" y="3744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290" name="Line 22"/>
              <p:cNvSpPr/>
              <p:nvPr/>
            </p:nvSpPr>
            <p:spPr>
              <a:xfrm>
                <a:off x="198000" y="3600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291" name="Line 23"/>
              <p:cNvSpPr/>
              <p:nvPr/>
            </p:nvSpPr>
            <p:spPr>
              <a:xfrm>
                <a:off x="198000" y="3456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292" name="Line 24"/>
              <p:cNvSpPr/>
              <p:nvPr/>
            </p:nvSpPr>
            <p:spPr>
              <a:xfrm>
                <a:off x="198000" y="3311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293" name="Line 25"/>
              <p:cNvSpPr/>
              <p:nvPr/>
            </p:nvSpPr>
            <p:spPr>
              <a:xfrm>
                <a:off x="198000" y="3167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294" name="Line 26"/>
              <p:cNvSpPr/>
              <p:nvPr/>
            </p:nvSpPr>
            <p:spPr>
              <a:xfrm>
                <a:off x="198000" y="3023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295" name="Line 28"/>
              <p:cNvSpPr/>
              <p:nvPr/>
            </p:nvSpPr>
            <p:spPr>
              <a:xfrm>
                <a:off x="198000" y="2879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296" name="Line 29"/>
              <p:cNvSpPr/>
              <p:nvPr/>
            </p:nvSpPr>
            <p:spPr>
              <a:xfrm>
                <a:off x="198000" y="2735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297" name="Line 30"/>
              <p:cNvSpPr/>
              <p:nvPr/>
            </p:nvSpPr>
            <p:spPr>
              <a:xfrm>
                <a:off x="198000" y="2591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298" name="Line 31"/>
              <p:cNvSpPr/>
              <p:nvPr/>
            </p:nvSpPr>
            <p:spPr>
              <a:xfrm>
                <a:off x="198000" y="2447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299" name="Line 32"/>
              <p:cNvSpPr/>
              <p:nvPr/>
            </p:nvSpPr>
            <p:spPr>
              <a:xfrm>
                <a:off x="198000" y="2303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300" name="Line 33"/>
              <p:cNvSpPr/>
              <p:nvPr/>
            </p:nvSpPr>
            <p:spPr>
              <a:xfrm>
                <a:off x="198000" y="2159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301" name="Line 34"/>
              <p:cNvSpPr/>
              <p:nvPr/>
            </p:nvSpPr>
            <p:spPr>
              <a:xfrm>
                <a:off x="198000" y="2015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302" name="Line 35"/>
              <p:cNvSpPr/>
              <p:nvPr/>
            </p:nvSpPr>
            <p:spPr>
              <a:xfrm>
                <a:off x="198000" y="187128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303" name="Line 36"/>
              <p:cNvSpPr/>
              <p:nvPr/>
            </p:nvSpPr>
            <p:spPr>
              <a:xfrm>
                <a:off x="198000" y="172728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304" name="Line 37"/>
              <p:cNvSpPr/>
              <p:nvPr/>
            </p:nvSpPr>
            <p:spPr>
              <a:xfrm>
                <a:off x="198000" y="158328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305" name="Line 38"/>
              <p:cNvSpPr/>
              <p:nvPr/>
            </p:nvSpPr>
            <p:spPr>
              <a:xfrm>
                <a:off x="198000" y="143928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306" name="Line 39"/>
              <p:cNvSpPr/>
              <p:nvPr/>
            </p:nvSpPr>
            <p:spPr>
              <a:xfrm>
                <a:off x="198000" y="129528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grpSp>
      </p:grpSp>
      <p:sp>
        <p:nvSpPr>
          <p:cNvPr id="1307" name="正方形/長方形 107"/>
          <p:cNvSpPr/>
          <p:nvPr/>
        </p:nvSpPr>
        <p:spPr>
          <a:xfrm>
            <a:off x="198000" y="368640"/>
            <a:ext cx="9579240" cy="2952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p:style>
        <p:txBody>
          <a:bodyPr lIns="108000" rIns="108000" tIns="0" bIns="0" anchor="ctr">
            <a:noAutofit/>
          </a:bodyPr>
          <a:p>
            <a:pPr algn="ctr" defTabSz="457200">
              <a:lnSpc>
                <a:spcPct val="100000"/>
              </a:lnSpc>
            </a:pPr>
            <a:endParaRPr b="1" lang="en-US" sz="1400" strike="noStrike" u="none">
              <a:solidFill>
                <a:schemeClr val="lt1"/>
              </a:solidFill>
              <a:effectLst/>
              <a:uFillTx/>
              <a:latin typeface="Meiryo UI"/>
              <a:ea typeface="Meiryo UI"/>
            </a:endParaRPr>
          </a:p>
        </p:txBody>
      </p:sp>
      <p:sp>
        <p:nvSpPr>
          <p:cNvPr id="1308" name="テキスト プレースホルダー 3"/>
          <p:cNvSpPr/>
          <p:nvPr/>
        </p:nvSpPr>
        <p:spPr>
          <a:xfrm>
            <a:off x="9964440" y="6525360"/>
            <a:ext cx="388800" cy="215640"/>
          </a:xfrm>
          <a:prstGeom prst="rect">
            <a:avLst/>
          </a:prstGeom>
          <a:noFill/>
          <a:ln w="0">
            <a:noFill/>
          </a:ln>
        </p:spPr>
        <p:style>
          <a:lnRef idx="0"/>
          <a:fillRef idx="0"/>
          <a:effectRef idx="0"/>
          <a:fontRef idx="minor"/>
        </p:style>
        <p:txBody>
          <a:bodyPr wrap="none" lIns="0" rIns="36000" tIns="45000" bIns="45000" anchor="ctr">
            <a:noAutofit/>
          </a:bodyPr>
          <a:p>
            <a:pPr algn="ctr" defTabSz="914400">
              <a:lnSpc>
                <a:spcPct val="90000"/>
              </a:lnSpc>
              <a:spcBef>
                <a:spcPts val="1001"/>
              </a:spcBef>
              <a:tabLst>
                <a:tab algn="l" pos="0"/>
              </a:tabLst>
            </a:pPr>
            <a:fld id="{073876D8-642C-4F27-B346-DE27BFE42BF5}" type="slidenum">
              <a:rPr b="0" lang="en-US" sz="1200" strike="noStrike" u="none">
                <a:solidFill>
                  <a:schemeClr val="dk1"/>
                </a:solidFill>
                <a:effectLst/>
                <a:uFillTx/>
                <a:latin typeface="Meiryo UI"/>
                <a:ea typeface="Meiryo UI"/>
              </a:rPr>
              <a:t>&lt;番号&gt;</a:t>
            </a:fld>
            <a:endParaRPr b="0" lang="en-US" sz="1200" strike="noStrike" u="none">
              <a:solidFill>
                <a:srgbClr val="000000"/>
              </a:solidFill>
              <a:effectLst/>
              <a:uFillTx/>
              <a:latin typeface="Arial"/>
            </a:endParaRPr>
          </a:p>
        </p:txBody>
      </p:sp>
      <p:sp>
        <p:nvSpPr>
          <p:cNvPr id="1309" name="PlaceHolder 1"/>
          <p:cNvSpPr>
            <a:spLocks noGrp="1"/>
          </p:cNvSpPr>
          <p:nvPr>
            <p:ph type="title"/>
          </p:nvPr>
        </p:nvSpPr>
        <p:spPr>
          <a:xfrm>
            <a:off x="495000" y="273600"/>
            <a:ext cx="8915040" cy="1144800"/>
          </a:xfrm>
          <a:prstGeom prst="rect">
            <a:avLst/>
          </a:prstGeom>
          <a:noFill/>
          <a:ln w="0">
            <a:noFill/>
          </a:ln>
        </p:spPr>
        <p:txBody>
          <a:bodyPr lIns="0" rIns="0" tIns="0" bIns="0" anchor="ctr">
            <a:noAutofit/>
          </a:bodyPr>
          <a:p>
            <a:pPr indent="0">
              <a:buNone/>
            </a:pPr>
            <a:r>
              <a:rPr b="0" lang="ja-JP" sz="1800" strike="noStrike" u="none">
                <a:solidFill>
                  <a:schemeClr val="dk1"/>
                </a:solidFill>
                <a:effectLst/>
                <a:uFillTx/>
                <a:latin typeface="Meiryo UI"/>
              </a:rPr>
              <a:t>クリックしてタイトルテキストを編集</a:t>
            </a:r>
            <a:endParaRPr b="0" lang="en-US" sz="1800" strike="noStrike" u="none">
              <a:solidFill>
                <a:schemeClr val="dk1"/>
              </a:solidFill>
              <a:effectLst/>
              <a:uFillTx/>
              <a:latin typeface="Meiryo UI"/>
            </a:endParaRPr>
          </a:p>
        </p:txBody>
      </p:sp>
      <p:sp>
        <p:nvSpPr>
          <p:cNvPr id="1310" name="PlaceHolder 2"/>
          <p:cNvSpPr>
            <a:spLocks noGrp="1"/>
          </p:cNvSpPr>
          <p:nvPr>
            <p:ph type="body"/>
          </p:nvPr>
        </p:nvSpPr>
        <p:spPr>
          <a:xfrm>
            <a:off x="495000" y="1604520"/>
            <a:ext cx="89150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ja-JP" sz="1800" strike="noStrike" u="none">
                <a:solidFill>
                  <a:schemeClr val="dk1"/>
                </a:solidFill>
                <a:effectLst/>
                <a:uFillTx/>
                <a:latin typeface="Meiryo UI"/>
              </a:rPr>
              <a:t>クリックしてアウトラインのテキストを編集</a:t>
            </a:r>
            <a:endParaRPr b="0" lang="en-US" sz="1800" strike="noStrike" u="none">
              <a:solidFill>
                <a:schemeClr val="dk1"/>
              </a:solidFill>
              <a:effectLst/>
              <a:uFillTx/>
              <a:latin typeface="Meiryo UI"/>
            </a:endParaRPr>
          </a:p>
          <a:p>
            <a:pPr lvl="1" marL="864000" indent="-324000">
              <a:lnSpc>
                <a:spcPct val="90000"/>
              </a:lnSpc>
              <a:spcBef>
                <a:spcPts val="1134"/>
              </a:spcBef>
              <a:buClr>
                <a:srgbClr val="000000"/>
              </a:buClr>
              <a:buSzPct val="75000"/>
              <a:buFont typeface="Symbol" charset="2"/>
              <a:buChar char=""/>
            </a:pPr>
            <a:r>
              <a:rPr b="0" lang="ja-JP" sz="1400" strike="noStrike" u="none">
                <a:solidFill>
                  <a:schemeClr val="dk1"/>
                </a:solidFill>
                <a:effectLst/>
                <a:uFillTx/>
                <a:latin typeface="Meiryo UI"/>
              </a:rPr>
              <a:t>第</a:t>
            </a:r>
            <a:r>
              <a:rPr b="0" lang="en-US" sz="1400" strike="noStrike" u="none">
                <a:solidFill>
                  <a:schemeClr val="dk1"/>
                </a:solidFill>
                <a:effectLst/>
                <a:uFillTx/>
                <a:latin typeface="Meiryo UI"/>
              </a:rPr>
              <a:t>2</a:t>
            </a:r>
            <a:r>
              <a:rPr b="0" lang="ja-JP" sz="1400" strike="noStrike" u="none">
                <a:solidFill>
                  <a:schemeClr val="dk1"/>
                </a:solidFill>
                <a:effectLst/>
                <a:uFillTx/>
                <a:latin typeface="Meiryo UI"/>
              </a:rPr>
              <a:t>レベル アウトライン</a:t>
            </a:r>
            <a:endParaRPr b="0" lang="en-US" sz="1400" strike="noStrike" u="none">
              <a:solidFill>
                <a:schemeClr val="dk1"/>
              </a:solidFill>
              <a:effectLst/>
              <a:uFillTx/>
              <a:latin typeface="Meiryo UI"/>
            </a:endParaRPr>
          </a:p>
          <a:p>
            <a:pPr lvl="2" marL="1296000" indent="-288000">
              <a:lnSpc>
                <a:spcPct val="90000"/>
              </a:lnSpc>
              <a:spcBef>
                <a:spcPts val="850"/>
              </a:spcBef>
              <a:buClr>
                <a:srgbClr val="000000"/>
              </a:buClr>
              <a:buSzPct val="45000"/>
              <a:buFont typeface="Wingdings" charset="2"/>
              <a:buChar char=""/>
            </a:pPr>
            <a:r>
              <a:rPr b="0" lang="ja-JP" sz="1200" strike="noStrike" u="none">
                <a:solidFill>
                  <a:schemeClr val="dk1"/>
                </a:solidFill>
                <a:effectLst/>
                <a:uFillTx/>
                <a:latin typeface="Meiryo UI"/>
              </a:rPr>
              <a:t>第</a:t>
            </a:r>
            <a:r>
              <a:rPr b="0" lang="en-US" sz="1200" strike="noStrike" u="none">
                <a:solidFill>
                  <a:schemeClr val="dk1"/>
                </a:solidFill>
                <a:effectLst/>
                <a:uFillTx/>
                <a:latin typeface="Meiryo UI"/>
              </a:rPr>
              <a:t>3</a:t>
            </a:r>
            <a:r>
              <a:rPr b="0" lang="ja-JP" sz="1200" strike="noStrike" u="none">
                <a:solidFill>
                  <a:schemeClr val="dk1"/>
                </a:solidFill>
                <a:effectLst/>
                <a:uFillTx/>
                <a:latin typeface="Meiryo UI"/>
              </a:rPr>
              <a:t>レベル アウトライン</a:t>
            </a:r>
            <a:endParaRPr b="0" lang="en-US" sz="1200" strike="noStrike" u="none">
              <a:solidFill>
                <a:schemeClr val="dk1"/>
              </a:solidFill>
              <a:effectLst/>
              <a:uFillTx/>
              <a:latin typeface="Meiryo UI"/>
            </a:endParaRPr>
          </a:p>
          <a:p>
            <a:pPr lvl="3" marL="1728000" indent="-216000">
              <a:lnSpc>
                <a:spcPct val="90000"/>
              </a:lnSpc>
              <a:spcBef>
                <a:spcPts val="567"/>
              </a:spcBef>
              <a:buClr>
                <a:srgbClr val="000000"/>
              </a:buClr>
              <a:buSzPct val="75000"/>
              <a:buFont typeface="Symbol" charset="2"/>
              <a:buChar char=""/>
            </a:pPr>
            <a:r>
              <a:rPr b="0" lang="ja-JP" sz="1200" strike="noStrike" u="none">
                <a:solidFill>
                  <a:schemeClr val="dk1"/>
                </a:solidFill>
                <a:effectLst/>
                <a:uFillTx/>
                <a:latin typeface="Meiryo UI"/>
              </a:rPr>
              <a:t>第</a:t>
            </a:r>
            <a:r>
              <a:rPr b="0" lang="en-US" sz="1200" strike="noStrike" u="none">
                <a:solidFill>
                  <a:schemeClr val="dk1"/>
                </a:solidFill>
                <a:effectLst/>
                <a:uFillTx/>
                <a:latin typeface="Meiryo UI"/>
              </a:rPr>
              <a:t>4</a:t>
            </a:r>
            <a:r>
              <a:rPr b="0" lang="ja-JP" sz="1200" strike="noStrike" u="none">
                <a:solidFill>
                  <a:schemeClr val="dk1"/>
                </a:solidFill>
                <a:effectLst/>
                <a:uFillTx/>
                <a:latin typeface="Meiryo UI"/>
              </a:rPr>
              <a:t>レベル アウトライン</a:t>
            </a:r>
            <a:endParaRPr b="0" lang="en-US" sz="1200" strike="noStrike" u="none">
              <a:solidFill>
                <a:schemeClr val="dk1"/>
              </a:solidFill>
              <a:effectLst/>
              <a:uFillTx/>
              <a:latin typeface="Meiryo UI"/>
            </a:endParaRPr>
          </a:p>
          <a:p>
            <a:pPr lvl="4" marL="2160000" indent="-2160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Meiryo UI"/>
              </a:rPr>
              <a:t>第</a:t>
            </a:r>
            <a:r>
              <a:rPr b="0" lang="en-US" sz="2000" strike="noStrike" u="none">
                <a:solidFill>
                  <a:schemeClr val="dk1"/>
                </a:solidFill>
                <a:effectLst/>
                <a:uFillTx/>
                <a:latin typeface="Meiryo UI"/>
              </a:rPr>
              <a:t>5</a:t>
            </a:r>
            <a:r>
              <a:rPr b="0" lang="ja-JP" sz="2000" strike="noStrike" u="none">
                <a:solidFill>
                  <a:schemeClr val="dk1"/>
                </a:solidFill>
                <a:effectLst/>
                <a:uFillTx/>
                <a:latin typeface="Meiryo UI"/>
              </a:rPr>
              <a:t>レベル アウトライン</a:t>
            </a:r>
            <a:endParaRPr b="0" lang="en-US" sz="2000" strike="noStrike" u="none">
              <a:solidFill>
                <a:schemeClr val="dk1"/>
              </a:solidFill>
              <a:effectLst/>
              <a:uFillTx/>
              <a:latin typeface="Meiryo UI"/>
            </a:endParaRPr>
          </a:p>
          <a:p>
            <a:pPr lvl="5" marL="2592000" indent="-2160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Meiryo UI"/>
              </a:rPr>
              <a:t>第</a:t>
            </a:r>
            <a:r>
              <a:rPr b="0" lang="en-US" sz="2000" strike="noStrike" u="none">
                <a:solidFill>
                  <a:schemeClr val="dk1"/>
                </a:solidFill>
                <a:effectLst/>
                <a:uFillTx/>
                <a:latin typeface="Meiryo UI"/>
              </a:rPr>
              <a:t>6</a:t>
            </a:r>
            <a:r>
              <a:rPr b="0" lang="ja-JP" sz="2000" strike="noStrike" u="none">
                <a:solidFill>
                  <a:schemeClr val="dk1"/>
                </a:solidFill>
                <a:effectLst/>
                <a:uFillTx/>
                <a:latin typeface="Meiryo UI"/>
              </a:rPr>
              <a:t>レベル アウトライン</a:t>
            </a:r>
            <a:endParaRPr b="0" lang="en-US" sz="2000" strike="noStrike" u="none">
              <a:solidFill>
                <a:schemeClr val="dk1"/>
              </a:solidFill>
              <a:effectLst/>
              <a:uFillTx/>
              <a:latin typeface="Meiryo UI"/>
            </a:endParaRPr>
          </a:p>
          <a:p>
            <a:pPr lvl="6" marL="3024000" indent="-2160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Meiryo UI"/>
              </a:rPr>
              <a:t>第</a:t>
            </a:r>
            <a:r>
              <a:rPr b="0" lang="en-US" sz="2000" strike="noStrike" u="none">
                <a:solidFill>
                  <a:schemeClr val="dk1"/>
                </a:solidFill>
                <a:effectLst/>
                <a:uFillTx/>
                <a:latin typeface="Meiryo UI"/>
              </a:rPr>
              <a:t>7</a:t>
            </a:r>
            <a:r>
              <a:rPr b="0" lang="ja-JP" sz="2000" strike="noStrike" u="none">
                <a:solidFill>
                  <a:schemeClr val="dk1"/>
                </a:solidFill>
                <a:effectLst/>
                <a:uFillTx/>
                <a:latin typeface="Meiryo UI"/>
              </a:rPr>
              <a:t>レベル アウトライン</a:t>
            </a:r>
            <a:endParaRPr b="0" lang="en-US" sz="2000" strike="noStrike" u="none">
              <a:solidFill>
                <a:schemeClr val="dk1"/>
              </a:solidFill>
              <a:effectLst/>
              <a:uFillTx/>
              <a:latin typeface="Meiryo UI"/>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表紙">
    <p:bg>
      <p:bgPr>
        <a:solidFill>
          <a:srgbClr val="ffffff"/>
        </a:solidFill>
      </p:bgPr>
    </p:bg>
    <p:spTree>
      <p:nvGrpSpPr>
        <p:cNvPr id="1" name=""/>
        <p:cNvGrpSpPr/>
        <p:nvPr/>
      </p:nvGrpSpPr>
      <p:grpSpPr>
        <a:xfrm>
          <a:off x="0" y="0"/>
          <a:ext cx="0" cy="0"/>
          <a:chOff x="0" y="0"/>
          <a:chExt cx="0" cy="0"/>
        </a:xfrm>
      </p:grpSpPr>
      <p:cxnSp>
        <p:nvCxnSpPr>
          <p:cNvPr id="1311" name="直線コネクタ 117"/>
          <p:cNvCxnSpPr/>
          <p:nvPr/>
        </p:nvCxnSpPr>
        <p:spPr>
          <a:xfrm>
            <a:off x="199440" y="515520"/>
            <a:ext cx="9504360" cy="360"/>
          </a:xfrm>
          <a:prstGeom prst="straightConnector1">
            <a:avLst/>
          </a:prstGeom>
          <a:ln w="12700">
            <a:solidFill>
              <a:srgbClr val="455f51"/>
            </a:solidFill>
          </a:ln>
        </p:spPr>
      </p:cxnSp>
      <p:grpSp>
        <p:nvGrpSpPr>
          <p:cNvPr id="1312" name="グループ化 12"/>
          <p:cNvGrpSpPr/>
          <p:nvPr/>
        </p:nvGrpSpPr>
        <p:grpSpPr>
          <a:xfrm>
            <a:off x="198000" y="1153800"/>
            <a:ext cx="9505440" cy="5040000"/>
            <a:chOff x="198000" y="1153800"/>
            <a:chExt cx="9505440" cy="5040000"/>
          </a:xfrm>
        </p:grpSpPr>
        <p:grpSp>
          <p:nvGrpSpPr>
            <p:cNvPr id="1313" name="Group 40"/>
            <p:cNvGrpSpPr/>
            <p:nvPr/>
          </p:nvGrpSpPr>
          <p:grpSpPr>
            <a:xfrm>
              <a:off x="198000" y="1153800"/>
              <a:ext cx="9360000" cy="5040000"/>
              <a:chOff x="198000" y="1153800"/>
              <a:chExt cx="9360000" cy="5040000"/>
            </a:xfrm>
          </p:grpSpPr>
          <p:sp>
            <p:nvSpPr>
              <p:cNvPr id="1314" name="Line 41"/>
              <p:cNvSpPr/>
              <p:nvPr/>
            </p:nvSpPr>
            <p:spPr>
              <a:xfrm>
                <a:off x="342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15" name="Line 42"/>
              <p:cNvSpPr/>
              <p:nvPr/>
            </p:nvSpPr>
            <p:spPr>
              <a:xfrm>
                <a:off x="486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16" name="Line 43"/>
              <p:cNvSpPr/>
              <p:nvPr/>
            </p:nvSpPr>
            <p:spPr>
              <a:xfrm>
                <a:off x="631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17" name="Line 44"/>
              <p:cNvSpPr/>
              <p:nvPr/>
            </p:nvSpPr>
            <p:spPr>
              <a:xfrm>
                <a:off x="774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18" name="Line 45"/>
              <p:cNvSpPr/>
              <p:nvPr/>
            </p:nvSpPr>
            <p:spPr>
              <a:xfrm>
                <a:off x="918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19" name="Line 46"/>
              <p:cNvSpPr/>
              <p:nvPr/>
            </p:nvSpPr>
            <p:spPr>
              <a:xfrm>
                <a:off x="1063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20" name="Line 47"/>
              <p:cNvSpPr/>
              <p:nvPr/>
            </p:nvSpPr>
            <p:spPr>
              <a:xfrm>
                <a:off x="1207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21" name="Line 48"/>
              <p:cNvSpPr/>
              <p:nvPr/>
            </p:nvSpPr>
            <p:spPr>
              <a:xfrm>
                <a:off x="1350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22" name="Line 49"/>
              <p:cNvSpPr/>
              <p:nvPr/>
            </p:nvSpPr>
            <p:spPr>
              <a:xfrm>
                <a:off x="1494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23" name="Line 50"/>
              <p:cNvSpPr/>
              <p:nvPr/>
            </p:nvSpPr>
            <p:spPr>
              <a:xfrm>
                <a:off x="1639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24" name="Line 51"/>
              <p:cNvSpPr/>
              <p:nvPr/>
            </p:nvSpPr>
            <p:spPr>
              <a:xfrm>
                <a:off x="1782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25" name="Line 52"/>
              <p:cNvSpPr/>
              <p:nvPr/>
            </p:nvSpPr>
            <p:spPr>
              <a:xfrm>
                <a:off x="1926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26" name="Line 53"/>
              <p:cNvSpPr/>
              <p:nvPr/>
            </p:nvSpPr>
            <p:spPr>
              <a:xfrm>
                <a:off x="2071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27" name="Line 54"/>
              <p:cNvSpPr/>
              <p:nvPr/>
            </p:nvSpPr>
            <p:spPr>
              <a:xfrm>
                <a:off x="22158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28" name="Line 55"/>
              <p:cNvSpPr/>
              <p:nvPr/>
            </p:nvSpPr>
            <p:spPr>
              <a:xfrm>
                <a:off x="2358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29" name="Line 56"/>
              <p:cNvSpPr/>
              <p:nvPr/>
            </p:nvSpPr>
            <p:spPr>
              <a:xfrm>
                <a:off x="2503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30" name="Line 57"/>
              <p:cNvSpPr/>
              <p:nvPr/>
            </p:nvSpPr>
            <p:spPr>
              <a:xfrm>
                <a:off x="2647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31" name="Line 58"/>
              <p:cNvSpPr/>
              <p:nvPr/>
            </p:nvSpPr>
            <p:spPr>
              <a:xfrm>
                <a:off x="2790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32" name="Line 59"/>
              <p:cNvSpPr/>
              <p:nvPr/>
            </p:nvSpPr>
            <p:spPr>
              <a:xfrm>
                <a:off x="2934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33" name="Line 60"/>
              <p:cNvSpPr/>
              <p:nvPr/>
            </p:nvSpPr>
            <p:spPr>
              <a:xfrm>
                <a:off x="3079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34" name="Line 61"/>
              <p:cNvSpPr/>
              <p:nvPr/>
            </p:nvSpPr>
            <p:spPr>
              <a:xfrm>
                <a:off x="32238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35" name="Line 62"/>
              <p:cNvSpPr/>
              <p:nvPr/>
            </p:nvSpPr>
            <p:spPr>
              <a:xfrm>
                <a:off x="3366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36" name="Line 63"/>
              <p:cNvSpPr/>
              <p:nvPr/>
            </p:nvSpPr>
            <p:spPr>
              <a:xfrm>
                <a:off x="3511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37" name="Line 64"/>
              <p:cNvSpPr/>
              <p:nvPr/>
            </p:nvSpPr>
            <p:spPr>
              <a:xfrm>
                <a:off x="3655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38" name="Line 65"/>
              <p:cNvSpPr/>
              <p:nvPr/>
            </p:nvSpPr>
            <p:spPr>
              <a:xfrm>
                <a:off x="37998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39" name="Line 66"/>
              <p:cNvSpPr/>
              <p:nvPr/>
            </p:nvSpPr>
            <p:spPr>
              <a:xfrm>
                <a:off x="3942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40" name="Line 67"/>
              <p:cNvSpPr/>
              <p:nvPr/>
            </p:nvSpPr>
            <p:spPr>
              <a:xfrm>
                <a:off x="40874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41" name="Line 68"/>
              <p:cNvSpPr/>
              <p:nvPr/>
            </p:nvSpPr>
            <p:spPr>
              <a:xfrm>
                <a:off x="42318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42" name="Line 69"/>
              <p:cNvSpPr/>
              <p:nvPr/>
            </p:nvSpPr>
            <p:spPr>
              <a:xfrm>
                <a:off x="4374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43" name="Line 70"/>
              <p:cNvSpPr/>
              <p:nvPr/>
            </p:nvSpPr>
            <p:spPr>
              <a:xfrm>
                <a:off x="4662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44" name="Line 71"/>
              <p:cNvSpPr/>
              <p:nvPr/>
            </p:nvSpPr>
            <p:spPr>
              <a:xfrm>
                <a:off x="48049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45" name="Line 72"/>
              <p:cNvSpPr/>
              <p:nvPr/>
            </p:nvSpPr>
            <p:spPr>
              <a:xfrm>
                <a:off x="4949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46" name="Line 73"/>
              <p:cNvSpPr/>
              <p:nvPr/>
            </p:nvSpPr>
            <p:spPr>
              <a:xfrm>
                <a:off x="5093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47" name="Line 74"/>
              <p:cNvSpPr/>
              <p:nvPr/>
            </p:nvSpPr>
            <p:spPr>
              <a:xfrm>
                <a:off x="52365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48" name="Line 75"/>
              <p:cNvSpPr/>
              <p:nvPr/>
            </p:nvSpPr>
            <p:spPr>
              <a:xfrm>
                <a:off x="53809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49" name="Line 76"/>
              <p:cNvSpPr/>
              <p:nvPr/>
            </p:nvSpPr>
            <p:spPr>
              <a:xfrm>
                <a:off x="5525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50" name="Line 77"/>
              <p:cNvSpPr/>
              <p:nvPr/>
            </p:nvSpPr>
            <p:spPr>
              <a:xfrm>
                <a:off x="5670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51" name="Line 78"/>
              <p:cNvSpPr/>
              <p:nvPr/>
            </p:nvSpPr>
            <p:spPr>
              <a:xfrm>
                <a:off x="58129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52" name="Line 79"/>
              <p:cNvSpPr/>
              <p:nvPr/>
            </p:nvSpPr>
            <p:spPr>
              <a:xfrm>
                <a:off x="5957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53" name="Line 80"/>
              <p:cNvSpPr/>
              <p:nvPr/>
            </p:nvSpPr>
            <p:spPr>
              <a:xfrm>
                <a:off x="6102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54" name="Line 81"/>
              <p:cNvSpPr/>
              <p:nvPr/>
            </p:nvSpPr>
            <p:spPr>
              <a:xfrm>
                <a:off x="6246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55" name="Line 82"/>
              <p:cNvSpPr/>
              <p:nvPr/>
            </p:nvSpPr>
            <p:spPr>
              <a:xfrm>
                <a:off x="6389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56" name="Line 83"/>
              <p:cNvSpPr/>
              <p:nvPr/>
            </p:nvSpPr>
            <p:spPr>
              <a:xfrm>
                <a:off x="6533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57" name="Line 84"/>
              <p:cNvSpPr/>
              <p:nvPr/>
            </p:nvSpPr>
            <p:spPr>
              <a:xfrm>
                <a:off x="6678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58" name="Line 85"/>
              <p:cNvSpPr/>
              <p:nvPr/>
            </p:nvSpPr>
            <p:spPr>
              <a:xfrm>
                <a:off x="68209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59" name="Line 86"/>
              <p:cNvSpPr/>
              <p:nvPr/>
            </p:nvSpPr>
            <p:spPr>
              <a:xfrm>
                <a:off x="6965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60" name="Line 87"/>
              <p:cNvSpPr/>
              <p:nvPr/>
            </p:nvSpPr>
            <p:spPr>
              <a:xfrm>
                <a:off x="7110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61" name="Line 88"/>
              <p:cNvSpPr/>
              <p:nvPr/>
            </p:nvSpPr>
            <p:spPr>
              <a:xfrm>
                <a:off x="7254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62" name="Line 89"/>
              <p:cNvSpPr/>
              <p:nvPr/>
            </p:nvSpPr>
            <p:spPr>
              <a:xfrm>
                <a:off x="7397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63" name="Line 90"/>
              <p:cNvSpPr/>
              <p:nvPr/>
            </p:nvSpPr>
            <p:spPr>
              <a:xfrm>
                <a:off x="7541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64" name="Line 91"/>
              <p:cNvSpPr/>
              <p:nvPr/>
            </p:nvSpPr>
            <p:spPr>
              <a:xfrm>
                <a:off x="7686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65" name="Line 92"/>
              <p:cNvSpPr/>
              <p:nvPr/>
            </p:nvSpPr>
            <p:spPr>
              <a:xfrm>
                <a:off x="78289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66" name="Line 93"/>
              <p:cNvSpPr/>
              <p:nvPr/>
            </p:nvSpPr>
            <p:spPr>
              <a:xfrm>
                <a:off x="7973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67" name="Line 94"/>
              <p:cNvSpPr/>
              <p:nvPr/>
            </p:nvSpPr>
            <p:spPr>
              <a:xfrm>
                <a:off x="8118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68" name="Line 95"/>
              <p:cNvSpPr/>
              <p:nvPr/>
            </p:nvSpPr>
            <p:spPr>
              <a:xfrm>
                <a:off x="8262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69" name="Line 96"/>
              <p:cNvSpPr/>
              <p:nvPr/>
            </p:nvSpPr>
            <p:spPr>
              <a:xfrm>
                <a:off x="84052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70" name="Line 97"/>
              <p:cNvSpPr/>
              <p:nvPr/>
            </p:nvSpPr>
            <p:spPr>
              <a:xfrm>
                <a:off x="8549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71" name="Line 98"/>
              <p:cNvSpPr/>
              <p:nvPr/>
            </p:nvSpPr>
            <p:spPr>
              <a:xfrm>
                <a:off x="8694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72" name="Line 99"/>
              <p:cNvSpPr/>
              <p:nvPr/>
            </p:nvSpPr>
            <p:spPr>
              <a:xfrm>
                <a:off x="198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73" name="Line 100"/>
              <p:cNvSpPr/>
              <p:nvPr/>
            </p:nvSpPr>
            <p:spPr>
              <a:xfrm>
                <a:off x="883872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74" name="Line 99"/>
              <p:cNvSpPr/>
              <p:nvPr/>
            </p:nvSpPr>
            <p:spPr>
              <a:xfrm>
                <a:off x="8983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75" name="Line 99"/>
              <p:cNvSpPr/>
              <p:nvPr/>
            </p:nvSpPr>
            <p:spPr>
              <a:xfrm>
                <a:off x="912600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76" name="Line 99"/>
              <p:cNvSpPr/>
              <p:nvPr/>
            </p:nvSpPr>
            <p:spPr>
              <a:xfrm>
                <a:off x="927036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77" name="Line 99"/>
              <p:cNvSpPr/>
              <p:nvPr/>
            </p:nvSpPr>
            <p:spPr>
              <a:xfrm>
                <a:off x="941508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78" name="Line 99"/>
              <p:cNvSpPr/>
              <p:nvPr/>
            </p:nvSpPr>
            <p:spPr>
              <a:xfrm>
                <a:off x="9557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379" name="Line 70"/>
              <p:cNvSpPr/>
              <p:nvPr/>
            </p:nvSpPr>
            <p:spPr>
              <a:xfrm>
                <a:off x="4517640" y="1153800"/>
                <a:ext cx="360" cy="5040000"/>
              </a:xfrm>
              <a:prstGeom prst="line">
                <a:avLst/>
              </a:prstGeom>
              <a:ln w="6350">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grpSp>
        <p:sp>
          <p:nvSpPr>
            <p:cNvPr id="1380" name="Rectangle 104"/>
            <p:cNvSpPr/>
            <p:nvPr/>
          </p:nvSpPr>
          <p:spPr>
            <a:xfrm>
              <a:off x="198000" y="1153800"/>
              <a:ext cx="9505440" cy="5038200"/>
            </a:xfrm>
            <a:prstGeom prst="rect">
              <a:avLst/>
            </a:prstGeom>
            <a:noFill/>
            <a:ln w="6350">
              <a:noFill/>
            </a:ln>
          </p:spPr>
          <p:style>
            <a:lnRef idx="0"/>
            <a:fillRef idx="0"/>
            <a:effectRef idx="0"/>
            <a:fontRef idx="minor"/>
          </p:style>
          <p:txBody>
            <a:bodyPr wrap="none" lIns="90000" rIns="90000" tIns="45000" bIns="45000" anchor="ctr">
              <a:noAutofit/>
            </a:bodyPr>
            <a:p>
              <a:pPr defTabSz="457200">
                <a:lnSpc>
                  <a:spcPct val="100000"/>
                </a:lnSpc>
              </a:pPr>
              <a:endParaRPr b="0" lang="en-US" sz="1800" strike="noStrike" u="none">
                <a:solidFill>
                  <a:schemeClr val="dk1"/>
                </a:solidFill>
                <a:effectLst/>
                <a:uFillTx/>
                <a:latin typeface="Meiryo UI"/>
                <a:ea typeface="Meiryo UI"/>
              </a:endParaRPr>
            </a:p>
          </p:txBody>
        </p:sp>
        <p:grpSp>
          <p:nvGrpSpPr>
            <p:cNvPr id="1381" name="グループ化 15"/>
            <p:cNvGrpSpPr/>
            <p:nvPr/>
          </p:nvGrpSpPr>
          <p:grpSpPr>
            <a:xfrm>
              <a:off x="198000" y="1295280"/>
              <a:ext cx="9504000" cy="4897440"/>
              <a:chOff x="198000" y="1295280"/>
              <a:chExt cx="9504000" cy="4897440"/>
            </a:xfrm>
          </p:grpSpPr>
          <p:sp>
            <p:nvSpPr>
              <p:cNvPr id="1382" name="Line 4"/>
              <p:cNvSpPr/>
              <p:nvPr/>
            </p:nvSpPr>
            <p:spPr>
              <a:xfrm>
                <a:off x="198000" y="6192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383" name="Line 5"/>
              <p:cNvSpPr/>
              <p:nvPr/>
            </p:nvSpPr>
            <p:spPr>
              <a:xfrm>
                <a:off x="198000" y="6048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384" name="Line 6"/>
              <p:cNvSpPr/>
              <p:nvPr/>
            </p:nvSpPr>
            <p:spPr>
              <a:xfrm>
                <a:off x="198000" y="5904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385" name="Line 7"/>
              <p:cNvSpPr/>
              <p:nvPr/>
            </p:nvSpPr>
            <p:spPr>
              <a:xfrm>
                <a:off x="198000" y="5760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386" name="Line 8"/>
              <p:cNvSpPr/>
              <p:nvPr/>
            </p:nvSpPr>
            <p:spPr>
              <a:xfrm>
                <a:off x="198000" y="5616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387" name="Line 9"/>
              <p:cNvSpPr/>
              <p:nvPr/>
            </p:nvSpPr>
            <p:spPr>
              <a:xfrm>
                <a:off x="198000" y="5472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388" name="Line 10"/>
              <p:cNvSpPr/>
              <p:nvPr/>
            </p:nvSpPr>
            <p:spPr>
              <a:xfrm>
                <a:off x="198000" y="5328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389" name="Line 11"/>
              <p:cNvSpPr/>
              <p:nvPr/>
            </p:nvSpPr>
            <p:spPr>
              <a:xfrm>
                <a:off x="198000" y="5184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390" name="Line 12"/>
              <p:cNvSpPr/>
              <p:nvPr/>
            </p:nvSpPr>
            <p:spPr>
              <a:xfrm>
                <a:off x="198000" y="5040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391" name="Line 13"/>
              <p:cNvSpPr/>
              <p:nvPr/>
            </p:nvSpPr>
            <p:spPr>
              <a:xfrm>
                <a:off x="198000" y="489636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392" name="Line 14"/>
              <p:cNvSpPr/>
              <p:nvPr/>
            </p:nvSpPr>
            <p:spPr>
              <a:xfrm>
                <a:off x="198000" y="4752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393" name="Line 15"/>
              <p:cNvSpPr/>
              <p:nvPr/>
            </p:nvSpPr>
            <p:spPr>
              <a:xfrm>
                <a:off x="198000" y="4608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394" name="Line 16"/>
              <p:cNvSpPr/>
              <p:nvPr/>
            </p:nvSpPr>
            <p:spPr>
              <a:xfrm>
                <a:off x="198000" y="4464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395" name="Line 17"/>
              <p:cNvSpPr/>
              <p:nvPr/>
            </p:nvSpPr>
            <p:spPr>
              <a:xfrm>
                <a:off x="198000" y="4320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396" name="Line 18"/>
              <p:cNvSpPr/>
              <p:nvPr/>
            </p:nvSpPr>
            <p:spPr>
              <a:xfrm>
                <a:off x="198000" y="4176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397" name="Line 19"/>
              <p:cNvSpPr/>
              <p:nvPr/>
            </p:nvSpPr>
            <p:spPr>
              <a:xfrm>
                <a:off x="198000" y="4032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398" name="Line 20"/>
              <p:cNvSpPr/>
              <p:nvPr/>
            </p:nvSpPr>
            <p:spPr>
              <a:xfrm>
                <a:off x="198000" y="3888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399" name="Line 21"/>
              <p:cNvSpPr/>
              <p:nvPr/>
            </p:nvSpPr>
            <p:spPr>
              <a:xfrm>
                <a:off x="198000" y="3744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400" name="Line 22"/>
              <p:cNvSpPr/>
              <p:nvPr/>
            </p:nvSpPr>
            <p:spPr>
              <a:xfrm>
                <a:off x="198000" y="3600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401" name="Line 23"/>
              <p:cNvSpPr/>
              <p:nvPr/>
            </p:nvSpPr>
            <p:spPr>
              <a:xfrm>
                <a:off x="198000" y="345600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402" name="Line 24"/>
              <p:cNvSpPr/>
              <p:nvPr/>
            </p:nvSpPr>
            <p:spPr>
              <a:xfrm>
                <a:off x="198000" y="3311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403" name="Line 25"/>
              <p:cNvSpPr/>
              <p:nvPr/>
            </p:nvSpPr>
            <p:spPr>
              <a:xfrm>
                <a:off x="198000" y="3167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404" name="Line 26"/>
              <p:cNvSpPr/>
              <p:nvPr/>
            </p:nvSpPr>
            <p:spPr>
              <a:xfrm>
                <a:off x="198000" y="3023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405" name="Line 28"/>
              <p:cNvSpPr/>
              <p:nvPr/>
            </p:nvSpPr>
            <p:spPr>
              <a:xfrm>
                <a:off x="198000" y="2879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406" name="Line 29"/>
              <p:cNvSpPr/>
              <p:nvPr/>
            </p:nvSpPr>
            <p:spPr>
              <a:xfrm>
                <a:off x="198000" y="2735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407" name="Line 30"/>
              <p:cNvSpPr/>
              <p:nvPr/>
            </p:nvSpPr>
            <p:spPr>
              <a:xfrm>
                <a:off x="198000" y="2591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408" name="Line 31"/>
              <p:cNvSpPr/>
              <p:nvPr/>
            </p:nvSpPr>
            <p:spPr>
              <a:xfrm>
                <a:off x="198000" y="2447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409" name="Line 32"/>
              <p:cNvSpPr/>
              <p:nvPr/>
            </p:nvSpPr>
            <p:spPr>
              <a:xfrm>
                <a:off x="198000" y="2303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410" name="Line 33"/>
              <p:cNvSpPr/>
              <p:nvPr/>
            </p:nvSpPr>
            <p:spPr>
              <a:xfrm>
                <a:off x="198000" y="2159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411" name="Line 34"/>
              <p:cNvSpPr/>
              <p:nvPr/>
            </p:nvSpPr>
            <p:spPr>
              <a:xfrm>
                <a:off x="198000" y="201564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412" name="Line 35"/>
              <p:cNvSpPr/>
              <p:nvPr/>
            </p:nvSpPr>
            <p:spPr>
              <a:xfrm>
                <a:off x="198000" y="187128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413" name="Line 36"/>
              <p:cNvSpPr/>
              <p:nvPr/>
            </p:nvSpPr>
            <p:spPr>
              <a:xfrm>
                <a:off x="198000" y="172728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414" name="Line 37"/>
              <p:cNvSpPr/>
              <p:nvPr/>
            </p:nvSpPr>
            <p:spPr>
              <a:xfrm>
                <a:off x="198000" y="158328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415" name="Line 38"/>
              <p:cNvSpPr/>
              <p:nvPr/>
            </p:nvSpPr>
            <p:spPr>
              <a:xfrm>
                <a:off x="198000" y="143928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416" name="Line 39"/>
              <p:cNvSpPr/>
              <p:nvPr/>
            </p:nvSpPr>
            <p:spPr>
              <a:xfrm>
                <a:off x="198000" y="1295280"/>
                <a:ext cx="9504000" cy="360"/>
              </a:xfrm>
              <a:prstGeom prst="line">
                <a:avLst/>
              </a:prstGeom>
              <a:ln w="6350">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grpSp>
      </p:grpSp>
      <p:sp>
        <p:nvSpPr>
          <p:cNvPr id="1417" name="正方形/長方形 2"/>
          <p:cNvSpPr/>
          <p:nvPr/>
        </p:nvSpPr>
        <p:spPr>
          <a:xfrm>
            <a:off x="196200" y="502920"/>
            <a:ext cx="9503640" cy="45360"/>
          </a:xfrm>
          <a:prstGeom prst="rect">
            <a:avLst/>
          </a:prstGeom>
          <a:solidFill>
            <a:schemeClr val="bg1"/>
          </a:solidFill>
          <a:ln w="0">
            <a:noFill/>
          </a:ln>
        </p:spPr>
        <p:style>
          <a:lnRef idx="0"/>
          <a:fillRef idx="0"/>
          <a:effectRef idx="0"/>
          <a:fontRef idx="minor"/>
        </p:style>
        <p:txBody>
          <a:bodyPr lIns="90000" rIns="90000" tIns="720" bIns="720" anchor="ctr">
            <a:noAutofit/>
          </a:bodyPr>
          <a:p>
            <a:pPr defTabSz="457200">
              <a:lnSpc>
                <a:spcPct val="100000"/>
              </a:lnSpc>
              <a:spcAft>
                <a:spcPts val="601"/>
              </a:spcAft>
            </a:pPr>
            <a:endParaRPr b="0" lang="en-US" sz="1800" strike="noStrike" u="none">
              <a:solidFill>
                <a:schemeClr val="dk1"/>
              </a:solidFill>
              <a:effectLst/>
              <a:uFillTx/>
              <a:latin typeface="Meiryo UI"/>
              <a:ea typeface="Meiryo UI"/>
            </a:endParaRPr>
          </a:p>
        </p:txBody>
      </p:sp>
      <p:cxnSp>
        <p:nvCxnSpPr>
          <p:cNvPr id="1418" name="直線コネクタ 4"/>
          <p:cNvCxnSpPr/>
          <p:nvPr/>
        </p:nvCxnSpPr>
        <p:spPr>
          <a:xfrm>
            <a:off x="198000" y="529200"/>
            <a:ext cx="9502200" cy="360"/>
          </a:xfrm>
          <a:prstGeom prst="straightConnector1">
            <a:avLst/>
          </a:prstGeom>
          <a:ln w="19050">
            <a:solidFill>
              <a:srgbClr val="000000"/>
            </a:solidFill>
          </a:ln>
        </p:spPr>
      </p:cxnSp>
      <p:sp>
        <p:nvSpPr>
          <p:cNvPr id="1419" name="PlaceHolder 1"/>
          <p:cNvSpPr>
            <a:spLocks noGrp="1"/>
          </p:cNvSpPr>
          <p:nvPr>
            <p:ph type="title"/>
          </p:nvPr>
        </p:nvSpPr>
        <p:spPr>
          <a:xfrm>
            <a:off x="743040" y="1996920"/>
            <a:ext cx="8419680" cy="1796760"/>
          </a:xfrm>
          <a:prstGeom prst="rect">
            <a:avLst/>
          </a:prstGeom>
          <a:noFill/>
          <a:ln w="0">
            <a:noFill/>
          </a:ln>
        </p:spPr>
        <p:txBody>
          <a:bodyPr lIns="36000" rIns="0" tIns="45720" bIns="45720" anchor="ctr">
            <a:normAutofit/>
          </a:bodyPr>
          <a:p>
            <a:pPr indent="0" algn="ctr" defTabSz="914400">
              <a:lnSpc>
                <a:spcPct val="90000"/>
              </a:lnSpc>
              <a:buNone/>
            </a:pPr>
            <a:r>
              <a:rPr b="1" lang="ja-JP" sz="2800" strike="noStrike" u="none">
                <a:solidFill>
                  <a:schemeClr val="dk1"/>
                </a:solidFill>
                <a:effectLst/>
                <a:uFillTx/>
                <a:latin typeface="Meiryo UI"/>
                <a:ea typeface="Meiryo UI"/>
              </a:rPr>
              <a:t>マスター タイトルの書式設定</a:t>
            </a:r>
            <a:endParaRPr b="0" lang="en-US" sz="2800" strike="noStrike" u="none">
              <a:solidFill>
                <a:schemeClr val="dk1"/>
              </a:solidFill>
              <a:effectLst/>
              <a:uFillTx/>
              <a:latin typeface="Meiryo UI"/>
            </a:endParaRPr>
          </a:p>
        </p:txBody>
      </p:sp>
      <p:sp>
        <p:nvSpPr>
          <p:cNvPr id="1420" name="PlaceHolder 2"/>
          <p:cNvSpPr>
            <a:spLocks noGrp="1"/>
          </p:cNvSpPr>
          <p:nvPr>
            <p:ph type="body"/>
          </p:nvPr>
        </p:nvSpPr>
        <p:spPr>
          <a:xfrm>
            <a:off x="630360" y="925200"/>
            <a:ext cx="4322520" cy="369000"/>
          </a:xfrm>
          <a:prstGeom prst="rect">
            <a:avLst/>
          </a:prstGeom>
          <a:noFill/>
          <a:ln w="0">
            <a:noFill/>
          </a:ln>
        </p:spPr>
        <p:txBody>
          <a:bodyPr lIns="36000" rIns="0" tIns="45720" bIns="45720" anchor="t">
            <a:noAutofit/>
          </a:bodyPr>
          <a:p>
            <a:pPr indent="0" defTabSz="914400">
              <a:lnSpc>
                <a:spcPct val="90000"/>
              </a:lnSpc>
              <a:buNone/>
              <a:tabLst>
                <a:tab algn="l" pos="0"/>
              </a:tabLst>
            </a:pPr>
            <a:r>
              <a:rPr b="1" lang="ja-JP" sz="2000" strike="noStrike" u="none">
                <a:solidFill>
                  <a:schemeClr val="dk1"/>
                </a:solidFill>
                <a:effectLst/>
                <a:uFillTx/>
                <a:latin typeface="Meiryo UI"/>
                <a:ea typeface="Meiryo UI"/>
              </a:rPr>
              <a:t>マスター テキストの書式設定</a:t>
            </a:r>
            <a:endParaRPr b="0" lang="en-US" sz="2000" strike="noStrike" u="none">
              <a:solidFill>
                <a:schemeClr val="dk1"/>
              </a:solidFill>
              <a:effectLst/>
              <a:uFillTx/>
              <a:latin typeface="Meiryo UI"/>
            </a:endParaRPr>
          </a:p>
        </p:txBody>
      </p:sp>
      <p:grpSp>
        <p:nvGrpSpPr>
          <p:cNvPr id="1421" name="グループ化 4"/>
          <p:cNvGrpSpPr/>
          <p:nvPr/>
        </p:nvGrpSpPr>
        <p:grpSpPr>
          <a:xfrm>
            <a:off x="198000" y="1153800"/>
            <a:ext cx="9505440" cy="5040000"/>
            <a:chOff x="198000" y="1153800"/>
            <a:chExt cx="9505440" cy="5040000"/>
          </a:xfrm>
        </p:grpSpPr>
        <p:grpSp>
          <p:nvGrpSpPr>
            <p:cNvPr id="1422" name="Group 40"/>
            <p:cNvGrpSpPr/>
            <p:nvPr/>
          </p:nvGrpSpPr>
          <p:grpSpPr>
            <a:xfrm>
              <a:off x="198000" y="1153800"/>
              <a:ext cx="9360000" cy="5040000"/>
              <a:chOff x="198000" y="1153800"/>
              <a:chExt cx="9360000" cy="5040000"/>
            </a:xfrm>
          </p:grpSpPr>
          <p:sp>
            <p:nvSpPr>
              <p:cNvPr id="1423" name="Line 41"/>
              <p:cNvSpPr/>
              <p:nvPr/>
            </p:nvSpPr>
            <p:spPr>
              <a:xfrm>
                <a:off x="342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24" name="Line 42"/>
              <p:cNvSpPr/>
              <p:nvPr/>
            </p:nvSpPr>
            <p:spPr>
              <a:xfrm>
                <a:off x="4867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25" name="Line 43"/>
              <p:cNvSpPr/>
              <p:nvPr/>
            </p:nvSpPr>
            <p:spPr>
              <a:xfrm>
                <a:off x="6314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26" name="Line 44"/>
              <p:cNvSpPr/>
              <p:nvPr/>
            </p:nvSpPr>
            <p:spPr>
              <a:xfrm>
                <a:off x="774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27" name="Line 45"/>
              <p:cNvSpPr/>
              <p:nvPr/>
            </p:nvSpPr>
            <p:spPr>
              <a:xfrm>
                <a:off x="9187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28" name="Line 46"/>
              <p:cNvSpPr/>
              <p:nvPr/>
            </p:nvSpPr>
            <p:spPr>
              <a:xfrm>
                <a:off x="10630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29" name="Line 47"/>
              <p:cNvSpPr/>
              <p:nvPr/>
            </p:nvSpPr>
            <p:spPr>
              <a:xfrm>
                <a:off x="12074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30" name="Line 48"/>
              <p:cNvSpPr/>
              <p:nvPr/>
            </p:nvSpPr>
            <p:spPr>
              <a:xfrm>
                <a:off x="1350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31" name="Line 49"/>
              <p:cNvSpPr/>
              <p:nvPr/>
            </p:nvSpPr>
            <p:spPr>
              <a:xfrm>
                <a:off x="14947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32" name="Line 50"/>
              <p:cNvSpPr/>
              <p:nvPr/>
            </p:nvSpPr>
            <p:spPr>
              <a:xfrm>
                <a:off x="16394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33" name="Line 51"/>
              <p:cNvSpPr/>
              <p:nvPr/>
            </p:nvSpPr>
            <p:spPr>
              <a:xfrm>
                <a:off x="1782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34" name="Line 52"/>
              <p:cNvSpPr/>
              <p:nvPr/>
            </p:nvSpPr>
            <p:spPr>
              <a:xfrm>
                <a:off x="19267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35" name="Line 53"/>
              <p:cNvSpPr/>
              <p:nvPr/>
            </p:nvSpPr>
            <p:spPr>
              <a:xfrm>
                <a:off x="20710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36" name="Line 54"/>
              <p:cNvSpPr/>
              <p:nvPr/>
            </p:nvSpPr>
            <p:spPr>
              <a:xfrm>
                <a:off x="22158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37" name="Line 55"/>
              <p:cNvSpPr/>
              <p:nvPr/>
            </p:nvSpPr>
            <p:spPr>
              <a:xfrm>
                <a:off x="2358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38" name="Line 56"/>
              <p:cNvSpPr/>
              <p:nvPr/>
            </p:nvSpPr>
            <p:spPr>
              <a:xfrm>
                <a:off x="25030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39" name="Line 57"/>
              <p:cNvSpPr/>
              <p:nvPr/>
            </p:nvSpPr>
            <p:spPr>
              <a:xfrm>
                <a:off x="26474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40" name="Line 58"/>
              <p:cNvSpPr/>
              <p:nvPr/>
            </p:nvSpPr>
            <p:spPr>
              <a:xfrm>
                <a:off x="2790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41" name="Line 59"/>
              <p:cNvSpPr/>
              <p:nvPr/>
            </p:nvSpPr>
            <p:spPr>
              <a:xfrm>
                <a:off x="29347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42" name="Line 60"/>
              <p:cNvSpPr/>
              <p:nvPr/>
            </p:nvSpPr>
            <p:spPr>
              <a:xfrm>
                <a:off x="30790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43" name="Line 61"/>
              <p:cNvSpPr/>
              <p:nvPr/>
            </p:nvSpPr>
            <p:spPr>
              <a:xfrm>
                <a:off x="32238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44" name="Line 62"/>
              <p:cNvSpPr/>
              <p:nvPr/>
            </p:nvSpPr>
            <p:spPr>
              <a:xfrm>
                <a:off x="33667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45" name="Line 63"/>
              <p:cNvSpPr/>
              <p:nvPr/>
            </p:nvSpPr>
            <p:spPr>
              <a:xfrm>
                <a:off x="35110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46" name="Line 64"/>
              <p:cNvSpPr/>
              <p:nvPr/>
            </p:nvSpPr>
            <p:spPr>
              <a:xfrm>
                <a:off x="36554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47" name="Line 65"/>
              <p:cNvSpPr/>
              <p:nvPr/>
            </p:nvSpPr>
            <p:spPr>
              <a:xfrm>
                <a:off x="37998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48" name="Line 66"/>
              <p:cNvSpPr/>
              <p:nvPr/>
            </p:nvSpPr>
            <p:spPr>
              <a:xfrm>
                <a:off x="39427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49" name="Line 67"/>
              <p:cNvSpPr/>
              <p:nvPr/>
            </p:nvSpPr>
            <p:spPr>
              <a:xfrm>
                <a:off x="40874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50" name="Line 68"/>
              <p:cNvSpPr/>
              <p:nvPr/>
            </p:nvSpPr>
            <p:spPr>
              <a:xfrm>
                <a:off x="42318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51" name="Line 69"/>
              <p:cNvSpPr/>
              <p:nvPr/>
            </p:nvSpPr>
            <p:spPr>
              <a:xfrm>
                <a:off x="43747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52" name="Line 70"/>
              <p:cNvSpPr/>
              <p:nvPr/>
            </p:nvSpPr>
            <p:spPr>
              <a:xfrm>
                <a:off x="4662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53" name="Line 71"/>
              <p:cNvSpPr/>
              <p:nvPr/>
            </p:nvSpPr>
            <p:spPr>
              <a:xfrm>
                <a:off x="48049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54" name="Line 72"/>
              <p:cNvSpPr/>
              <p:nvPr/>
            </p:nvSpPr>
            <p:spPr>
              <a:xfrm>
                <a:off x="49492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55" name="Line 73"/>
              <p:cNvSpPr/>
              <p:nvPr/>
            </p:nvSpPr>
            <p:spPr>
              <a:xfrm>
                <a:off x="50936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56" name="Line 74"/>
              <p:cNvSpPr/>
              <p:nvPr/>
            </p:nvSpPr>
            <p:spPr>
              <a:xfrm>
                <a:off x="52365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57" name="Line 75"/>
              <p:cNvSpPr/>
              <p:nvPr/>
            </p:nvSpPr>
            <p:spPr>
              <a:xfrm>
                <a:off x="53809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58" name="Line 76"/>
              <p:cNvSpPr/>
              <p:nvPr/>
            </p:nvSpPr>
            <p:spPr>
              <a:xfrm>
                <a:off x="55256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59" name="Line 77"/>
              <p:cNvSpPr/>
              <p:nvPr/>
            </p:nvSpPr>
            <p:spPr>
              <a:xfrm>
                <a:off x="5670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60" name="Line 78"/>
              <p:cNvSpPr/>
              <p:nvPr/>
            </p:nvSpPr>
            <p:spPr>
              <a:xfrm>
                <a:off x="58129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61" name="Line 79"/>
              <p:cNvSpPr/>
              <p:nvPr/>
            </p:nvSpPr>
            <p:spPr>
              <a:xfrm>
                <a:off x="59572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62" name="Line 80"/>
              <p:cNvSpPr/>
              <p:nvPr/>
            </p:nvSpPr>
            <p:spPr>
              <a:xfrm>
                <a:off x="6102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63" name="Line 81"/>
              <p:cNvSpPr/>
              <p:nvPr/>
            </p:nvSpPr>
            <p:spPr>
              <a:xfrm>
                <a:off x="6246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64" name="Line 82"/>
              <p:cNvSpPr/>
              <p:nvPr/>
            </p:nvSpPr>
            <p:spPr>
              <a:xfrm>
                <a:off x="63892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65" name="Line 83"/>
              <p:cNvSpPr/>
              <p:nvPr/>
            </p:nvSpPr>
            <p:spPr>
              <a:xfrm>
                <a:off x="65336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66" name="Line 84"/>
              <p:cNvSpPr/>
              <p:nvPr/>
            </p:nvSpPr>
            <p:spPr>
              <a:xfrm>
                <a:off x="6678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67" name="Line 85"/>
              <p:cNvSpPr/>
              <p:nvPr/>
            </p:nvSpPr>
            <p:spPr>
              <a:xfrm>
                <a:off x="68209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68" name="Line 86"/>
              <p:cNvSpPr/>
              <p:nvPr/>
            </p:nvSpPr>
            <p:spPr>
              <a:xfrm>
                <a:off x="69652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69" name="Line 87"/>
              <p:cNvSpPr/>
              <p:nvPr/>
            </p:nvSpPr>
            <p:spPr>
              <a:xfrm>
                <a:off x="7110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70" name="Line 88"/>
              <p:cNvSpPr/>
              <p:nvPr/>
            </p:nvSpPr>
            <p:spPr>
              <a:xfrm>
                <a:off x="7254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71" name="Line 89"/>
              <p:cNvSpPr/>
              <p:nvPr/>
            </p:nvSpPr>
            <p:spPr>
              <a:xfrm>
                <a:off x="73972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72" name="Line 90"/>
              <p:cNvSpPr/>
              <p:nvPr/>
            </p:nvSpPr>
            <p:spPr>
              <a:xfrm>
                <a:off x="75416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73" name="Line 91"/>
              <p:cNvSpPr/>
              <p:nvPr/>
            </p:nvSpPr>
            <p:spPr>
              <a:xfrm>
                <a:off x="7686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74" name="Line 92"/>
              <p:cNvSpPr/>
              <p:nvPr/>
            </p:nvSpPr>
            <p:spPr>
              <a:xfrm>
                <a:off x="78289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75" name="Line 93"/>
              <p:cNvSpPr/>
              <p:nvPr/>
            </p:nvSpPr>
            <p:spPr>
              <a:xfrm>
                <a:off x="79736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76" name="Line 94"/>
              <p:cNvSpPr/>
              <p:nvPr/>
            </p:nvSpPr>
            <p:spPr>
              <a:xfrm>
                <a:off x="8118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77" name="Line 95"/>
              <p:cNvSpPr/>
              <p:nvPr/>
            </p:nvSpPr>
            <p:spPr>
              <a:xfrm>
                <a:off x="8262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78" name="Line 96"/>
              <p:cNvSpPr/>
              <p:nvPr/>
            </p:nvSpPr>
            <p:spPr>
              <a:xfrm>
                <a:off x="84052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79" name="Line 97"/>
              <p:cNvSpPr/>
              <p:nvPr/>
            </p:nvSpPr>
            <p:spPr>
              <a:xfrm>
                <a:off x="85496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80" name="Line 98"/>
              <p:cNvSpPr/>
              <p:nvPr/>
            </p:nvSpPr>
            <p:spPr>
              <a:xfrm>
                <a:off x="8694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81" name="Line 99"/>
              <p:cNvSpPr/>
              <p:nvPr/>
            </p:nvSpPr>
            <p:spPr>
              <a:xfrm>
                <a:off x="198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82" name="Line 100"/>
              <p:cNvSpPr/>
              <p:nvPr/>
            </p:nvSpPr>
            <p:spPr>
              <a:xfrm>
                <a:off x="883872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83" name="Line 99"/>
              <p:cNvSpPr/>
              <p:nvPr/>
            </p:nvSpPr>
            <p:spPr>
              <a:xfrm>
                <a:off x="89830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84" name="Line 99"/>
              <p:cNvSpPr/>
              <p:nvPr/>
            </p:nvSpPr>
            <p:spPr>
              <a:xfrm>
                <a:off x="912600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85" name="Line 99"/>
              <p:cNvSpPr/>
              <p:nvPr/>
            </p:nvSpPr>
            <p:spPr>
              <a:xfrm>
                <a:off x="927036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86" name="Line 99"/>
              <p:cNvSpPr/>
              <p:nvPr/>
            </p:nvSpPr>
            <p:spPr>
              <a:xfrm>
                <a:off x="941508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87" name="Line 99"/>
              <p:cNvSpPr/>
              <p:nvPr/>
            </p:nvSpPr>
            <p:spPr>
              <a:xfrm>
                <a:off x="95576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sp>
            <p:nvSpPr>
              <p:cNvPr id="1488" name="Line 70"/>
              <p:cNvSpPr/>
              <p:nvPr/>
            </p:nvSpPr>
            <p:spPr>
              <a:xfrm>
                <a:off x="4517640" y="1153800"/>
                <a:ext cx="360" cy="5040000"/>
              </a:xfrm>
              <a:prstGeom prst="line">
                <a:avLst/>
              </a:prstGeom>
              <a:ln w="9525">
                <a:noFill/>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Meiryo UI"/>
                  <a:ea typeface="Meiryo UI"/>
                </a:endParaRPr>
              </a:p>
            </p:txBody>
          </p:sp>
        </p:grpSp>
        <p:sp>
          <p:nvSpPr>
            <p:cNvPr id="1489" name="Rectangle 104"/>
            <p:cNvSpPr/>
            <p:nvPr/>
          </p:nvSpPr>
          <p:spPr>
            <a:xfrm>
              <a:off x="198000" y="1153800"/>
              <a:ext cx="9505440" cy="5038200"/>
            </a:xfrm>
            <a:prstGeom prst="rect">
              <a:avLst/>
            </a:prstGeom>
            <a:noFill/>
            <a:ln w="9525">
              <a:noFill/>
            </a:ln>
          </p:spPr>
          <p:style>
            <a:lnRef idx="0"/>
            <a:fillRef idx="0"/>
            <a:effectRef idx="0"/>
            <a:fontRef idx="minor"/>
          </p:style>
          <p:txBody>
            <a:bodyPr wrap="none" lIns="90000" rIns="90000" tIns="45000" bIns="45000" anchor="ctr">
              <a:noAutofit/>
            </a:bodyPr>
            <a:p>
              <a:pPr defTabSz="457200">
                <a:lnSpc>
                  <a:spcPct val="100000"/>
                </a:lnSpc>
              </a:pPr>
              <a:endParaRPr b="0" lang="en-US" sz="1800" strike="noStrike" u="none">
                <a:solidFill>
                  <a:schemeClr val="dk1"/>
                </a:solidFill>
                <a:effectLst/>
                <a:uFillTx/>
                <a:latin typeface="Meiryo UI"/>
                <a:ea typeface="Meiryo UI"/>
              </a:endParaRPr>
            </a:p>
          </p:txBody>
        </p:sp>
        <p:grpSp>
          <p:nvGrpSpPr>
            <p:cNvPr id="1490" name="グループ化 8"/>
            <p:cNvGrpSpPr/>
            <p:nvPr/>
          </p:nvGrpSpPr>
          <p:grpSpPr>
            <a:xfrm>
              <a:off x="198000" y="1295280"/>
              <a:ext cx="9504000" cy="4897440"/>
              <a:chOff x="198000" y="1295280"/>
              <a:chExt cx="9504000" cy="4897440"/>
            </a:xfrm>
          </p:grpSpPr>
          <p:sp>
            <p:nvSpPr>
              <p:cNvPr id="1491" name="Line 4"/>
              <p:cNvSpPr/>
              <p:nvPr/>
            </p:nvSpPr>
            <p:spPr>
              <a:xfrm>
                <a:off x="198000" y="6192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492" name="Line 5"/>
              <p:cNvSpPr/>
              <p:nvPr/>
            </p:nvSpPr>
            <p:spPr>
              <a:xfrm>
                <a:off x="198000" y="6048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493" name="Line 6"/>
              <p:cNvSpPr/>
              <p:nvPr/>
            </p:nvSpPr>
            <p:spPr>
              <a:xfrm>
                <a:off x="198000" y="5904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494" name="Line 7"/>
              <p:cNvSpPr/>
              <p:nvPr/>
            </p:nvSpPr>
            <p:spPr>
              <a:xfrm>
                <a:off x="198000" y="5760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495" name="Line 8"/>
              <p:cNvSpPr/>
              <p:nvPr/>
            </p:nvSpPr>
            <p:spPr>
              <a:xfrm>
                <a:off x="198000" y="5616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496" name="Line 9"/>
              <p:cNvSpPr/>
              <p:nvPr/>
            </p:nvSpPr>
            <p:spPr>
              <a:xfrm>
                <a:off x="198000" y="5472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497" name="Line 10"/>
              <p:cNvSpPr/>
              <p:nvPr/>
            </p:nvSpPr>
            <p:spPr>
              <a:xfrm>
                <a:off x="198000" y="5328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498" name="Line 11"/>
              <p:cNvSpPr/>
              <p:nvPr/>
            </p:nvSpPr>
            <p:spPr>
              <a:xfrm>
                <a:off x="198000" y="5184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499" name="Line 12"/>
              <p:cNvSpPr/>
              <p:nvPr/>
            </p:nvSpPr>
            <p:spPr>
              <a:xfrm>
                <a:off x="198000" y="5040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500" name="Line 13"/>
              <p:cNvSpPr/>
              <p:nvPr/>
            </p:nvSpPr>
            <p:spPr>
              <a:xfrm>
                <a:off x="198000" y="489636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501" name="Line 14"/>
              <p:cNvSpPr/>
              <p:nvPr/>
            </p:nvSpPr>
            <p:spPr>
              <a:xfrm>
                <a:off x="198000" y="4752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502" name="Line 15"/>
              <p:cNvSpPr/>
              <p:nvPr/>
            </p:nvSpPr>
            <p:spPr>
              <a:xfrm>
                <a:off x="198000" y="4608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503" name="Line 16"/>
              <p:cNvSpPr/>
              <p:nvPr/>
            </p:nvSpPr>
            <p:spPr>
              <a:xfrm>
                <a:off x="198000" y="4464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504" name="Line 17"/>
              <p:cNvSpPr/>
              <p:nvPr/>
            </p:nvSpPr>
            <p:spPr>
              <a:xfrm>
                <a:off x="198000" y="4320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505" name="Line 18"/>
              <p:cNvSpPr/>
              <p:nvPr/>
            </p:nvSpPr>
            <p:spPr>
              <a:xfrm>
                <a:off x="198000" y="4176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506" name="Line 19"/>
              <p:cNvSpPr/>
              <p:nvPr/>
            </p:nvSpPr>
            <p:spPr>
              <a:xfrm>
                <a:off x="198000" y="4032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507" name="Line 20"/>
              <p:cNvSpPr/>
              <p:nvPr/>
            </p:nvSpPr>
            <p:spPr>
              <a:xfrm>
                <a:off x="198000" y="3888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508" name="Line 21"/>
              <p:cNvSpPr/>
              <p:nvPr/>
            </p:nvSpPr>
            <p:spPr>
              <a:xfrm>
                <a:off x="198000" y="3744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509" name="Line 22"/>
              <p:cNvSpPr/>
              <p:nvPr/>
            </p:nvSpPr>
            <p:spPr>
              <a:xfrm>
                <a:off x="198000" y="3600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510" name="Line 23"/>
              <p:cNvSpPr/>
              <p:nvPr/>
            </p:nvSpPr>
            <p:spPr>
              <a:xfrm>
                <a:off x="198000" y="345600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511" name="Line 24"/>
              <p:cNvSpPr/>
              <p:nvPr/>
            </p:nvSpPr>
            <p:spPr>
              <a:xfrm>
                <a:off x="198000" y="3311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512" name="Line 25"/>
              <p:cNvSpPr/>
              <p:nvPr/>
            </p:nvSpPr>
            <p:spPr>
              <a:xfrm>
                <a:off x="198000" y="3167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513" name="Line 26"/>
              <p:cNvSpPr/>
              <p:nvPr/>
            </p:nvSpPr>
            <p:spPr>
              <a:xfrm>
                <a:off x="198000" y="3023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514" name="Line 28"/>
              <p:cNvSpPr/>
              <p:nvPr/>
            </p:nvSpPr>
            <p:spPr>
              <a:xfrm>
                <a:off x="198000" y="2879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515" name="Line 29"/>
              <p:cNvSpPr/>
              <p:nvPr/>
            </p:nvSpPr>
            <p:spPr>
              <a:xfrm>
                <a:off x="198000" y="2735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516" name="Line 30"/>
              <p:cNvSpPr/>
              <p:nvPr/>
            </p:nvSpPr>
            <p:spPr>
              <a:xfrm>
                <a:off x="198000" y="2591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517" name="Line 31"/>
              <p:cNvSpPr/>
              <p:nvPr/>
            </p:nvSpPr>
            <p:spPr>
              <a:xfrm>
                <a:off x="198000" y="2447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518" name="Line 32"/>
              <p:cNvSpPr/>
              <p:nvPr/>
            </p:nvSpPr>
            <p:spPr>
              <a:xfrm>
                <a:off x="198000" y="2303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519" name="Line 33"/>
              <p:cNvSpPr/>
              <p:nvPr/>
            </p:nvSpPr>
            <p:spPr>
              <a:xfrm>
                <a:off x="198000" y="2159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520" name="Line 34"/>
              <p:cNvSpPr/>
              <p:nvPr/>
            </p:nvSpPr>
            <p:spPr>
              <a:xfrm>
                <a:off x="198000" y="201564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521" name="Line 35"/>
              <p:cNvSpPr/>
              <p:nvPr/>
            </p:nvSpPr>
            <p:spPr>
              <a:xfrm>
                <a:off x="198000" y="187128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522" name="Line 36"/>
              <p:cNvSpPr/>
              <p:nvPr/>
            </p:nvSpPr>
            <p:spPr>
              <a:xfrm>
                <a:off x="198000" y="172728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523" name="Line 37"/>
              <p:cNvSpPr/>
              <p:nvPr/>
            </p:nvSpPr>
            <p:spPr>
              <a:xfrm>
                <a:off x="198000" y="158328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524" name="Line 38"/>
              <p:cNvSpPr/>
              <p:nvPr/>
            </p:nvSpPr>
            <p:spPr>
              <a:xfrm>
                <a:off x="198000" y="143928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sp>
            <p:nvSpPr>
              <p:cNvPr id="1525" name="Line 39"/>
              <p:cNvSpPr/>
              <p:nvPr/>
            </p:nvSpPr>
            <p:spPr>
              <a:xfrm>
                <a:off x="198000" y="1295280"/>
                <a:ext cx="9504000" cy="360"/>
              </a:xfrm>
              <a:prstGeom prst="line">
                <a:avLst/>
              </a:prstGeom>
              <a:ln w="9525">
                <a:noFill/>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Meiryo UI"/>
                  <a:ea typeface="Meiryo UI"/>
                </a:endParaRPr>
              </a:p>
            </p:txBody>
          </p:sp>
        </p:grpSp>
      </p:gr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3.png"/><Relationship Id="rId4" Type="http://schemas.openxmlformats.org/officeDocument/2006/relationships/image" Target="../media/image4.svg"/><Relationship Id="rId5"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svg"/><Relationship Id="rId3" Type="http://schemas.openxmlformats.org/officeDocument/2006/relationships/image" Target="../media/image7.png"/><Relationship Id="rId4" Type="http://schemas.openxmlformats.org/officeDocument/2006/relationships/image" Target="../media/image8.svg"/><Relationship Id="rId5" Type="http://schemas.openxmlformats.org/officeDocument/2006/relationships/image" Target="../media/image9.png"/><Relationship Id="rId6" Type="http://schemas.openxmlformats.org/officeDocument/2006/relationships/image" Target="../media/image10.svg"/><Relationship Id="rId7" Type="http://schemas.openxmlformats.org/officeDocument/2006/relationships/image" Target="../media/image11.png"/><Relationship Id="rId8" Type="http://schemas.openxmlformats.org/officeDocument/2006/relationships/image" Target="../media/image12.svg"/><Relationship Id="rId9" Type="http://schemas.openxmlformats.org/officeDocument/2006/relationships/image" Target="../media/image13.png"/><Relationship Id="rId10" Type="http://schemas.openxmlformats.org/officeDocument/2006/relationships/image" Target="../media/image14.svg"/><Relationship Id="rId11"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svg"/><Relationship Id="rId3"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image" Target="../media/image17.jpeg"/><Relationship Id="rId2" Type="http://schemas.openxmlformats.org/officeDocument/2006/relationships/image" Target="../media/image18.jpeg"/><Relationship Id="rId3" Type="http://schemas.openxmlformats.org/officeDocument/2006/relationships/slideLayout" Target="../slideLayouts/slideLayout3.xml"/>
</Relationships>
</file>

<file path=ppt/slides/_rels/slide6.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slideLayout" Target="../slideLayouts/slideLayout3.xml"/><Relationship Id="rId4"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9.jpeg"/><Relationship Id="rId2" Type="http://schemas.openxmlformats.org/officeDocument/2006/relationships/image" Target="../media/image20.jpeg"/><Relationship Id="rId3" Type="http://schemas.openxmlformats.org/officeDocument/2006/relationships/slideLayout" Target="../slideLayouts/slideLayout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jpeg"/><Relationship Id="rId3" Type="http://schemas.openxmlformats.org/officeDocument/2006/relationships/slideLayout" Target="../slideLayouts/slideLayout3.xml"/><Relationship Id="rId4"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23.jpeg"/><Relationship Id="rId2" Type="http://schemas.openxmlformats.org/officeDocument/2006/relationships/image" Target="../media/image24.png"/><Relationship Id="rId3" Type="http://schemas.openxmlformats.org/officeDocument/2006/relationships/slideLayout" Target="../slideLayouts/slideLayout3.xml"/><Relationship Id="rId4"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26.svg"/><Relationship Id="rId3" Type="http://schemas.openxmlformats.org/officeDocument/2006/relationships/slideLayout" Target="../slideLayouts/slideLayout3.xml"/><Relationship Id="rId4"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28.svg"/><Relationship Id="rId3" Type="http://schemas.openxmlformats.org/officeDocument/2006/relationships/slideLayout" Target="../slideLayouts/slideLayout3.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4.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3.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2" name="PlaceHolder 1"/>
          <p:cNvSpPr>
            <a:spLocks noGrp="1"/>
          </p:cNvSpPr>
          <p:nvPr>
            <p:ph type="title"/>
          </p:nvPr>
        </p:nvSpPr>
        <p:spPr>
          <a:xfrm>
            <a:off x="199440" y="136800"/>
            <a:ext cx="9505440" cy="369000"/>
          </a:xfrm>
          <a:prstGeom prst="rect">
            <a:avLst/>
          </a:prstGeom>
          <a:noFill/>
          <a:ln w="0">
            <a:noFill/>
          </a:ln>
        </p:spPr>
        <p:txBody>
          <a:bodyPr lIns="36000" rIns="0" tIns="45720" bIns="45720" anchor="ctr">
            <a:noAutofit/>
          </a:bodyPr>
          <a:p>
            <a:pPr indent="0" defTabSz="914400">
              <a:lnSpc>
                <a:spcPct val="90000"/>
              </a:lnSpc>
              <a:buNone/>
            </a:pPr>
            <a:r>
              <a:rPr b="1" lang="ja-JP" sz="2000" strike="noStrike" u="none">
                <a:solidFill>
                  <a:srgbClr val="000000"/>
                </a:solidFill>
                <a:effectLst/>
                <a:uFillTx/>
                <a:latin typeface="Meiryo UI"/>
                <a:ea typeface="Meiryo UI"/>
              </a:rPr>
              <a:t>本研修の目的</a:t>
            </a:r>
            <a:endParaRPr b="0" lang="en-US" sz="2000" strike="noStrike" u="none">
              <a:solidFill>
                <a:schemeClr val="dk1"/>
              </a:solidFill>
              <a:effectLst/>
              <a:uFillTx/>
              <a:latin typeface="Meiryo UI"/>
            </a:endParaRPr>
          </a:p>
        </p:txBody>
      </p:sp>
      <p:sp>
        <p:nvSpPr>
          <p:cNvPr id="1533" name="Rectangle 4"/>
          <p:cNvSpPr/>
          <p:nvPr/>
        </p:nvSpPr>
        <p:spPr>
          <a:xfrm>
            <a:off x="1402560" y="4006080"/>
            <a:ext cx="8016480" cy="1854720"/>
          </a:xfrm>
          <a:prstGeom prst="rect">
            <a:avLst/>
          </a:prstGeom>
          <a:noFill/>
          <a:ln w="28575">
            <a:solidFill>
              <a:srgbClr val="029676">
                <a:lumMod val="75000"/>
              </a:srgbClr>
            </a:solidFill>
            <a:round/>
          </a:ln>
        </p:spPr>
        <p:style>
          <a:lnRef idx="0"/>
          <a:fillRef idx="0"/>
          <a:effectRef idx="0"/>
          <a:fontRef idx="minor"/>
        </p:style>
        <p:txBody>
          <a:bodyPr lIns="90000" rIns="90000" tIns="45000" bIns="45000" anchor="ctr">
            <a:noAutofit/>
          </a:bodyPr>
          <a:p>
            <a:pPr marL="88920" defTabSz="457200">
              <a:lnSpc>
                <a:spcPct val="100000"/>
              </a:lnSpc>
              <a:spcAft>
                <a:spcPts val="601"/>
              </a:spcAft>
            </a:pPr>
            <a:r>
              <a:rPr b="1" lang="ja-JP" sz="2400" strike="noStrike" u="none">
                <a:solidFill>
                  <a:schemeClr val="dk1"/>
                </a:solidFill>
                <a:effectLst/>
                <a:uFillTx/>
                <a:latin typeface="Meiryo UI"/>
                <a:ea typeface="Meiryo UI"/>
              </a:rPr>
              <a:t>本人や家族の生活の質（</a:t>
            </a:r>
            <a:r>
              <a:rPr b="1" lang="en-US" sz="2400" strike="noStrike" u="none">
                <a:solidFill>
                  <a:schemeClr val="dk1"/>
                </a:solidFill>
                <a:effectLst/>
                <a:uFillTx/>
                <a:latin typeface="Meiryo UI"/>
                <a:ea typeface="Meiryo UI"/>
              </a:rPr>
              <a:t>QOL</a:t>
            </a:r>
            <a:r>
              <a:rPr b="1" lang="ja-JP" sz="2400" strike="noStrike" u="none">
                <a:solidFill>
                  <a:schemeClr val="dk1"/>
                </a:solidFill>
                <a:effectLst/>
                <a:uFillTx/>
                <a:latin typeface="Meiryo UI"/>
                <a:ea typeface="Meiryo UI"/>
              </a:rPr>
              <a:t>）の向上を目指すため、</a:t>
            </a:r>
            <a:br>
              <a:rPr sz="2400"/>
            </a:br>
            <a:r>
              <a:rPr b="1" lang="ja-JP" sz="2400" strike="noStrike" u="none">
                <a:solidFill>
                  <a:schemeClr val="dk1"/>
                </a:solidFill>
                <a:effectLst/>
                <a:uFillTx/>
                <a:latin typeface="Meiryo UI"/>
                <a:ea typeface="Meiryo UI"/>
              </a:rPr>
              <a:t>「高齢者本人にとって快適な座位姿勢とはどのようなものか」「高齢者ケアにおける適切なシーティングとはどのようなものか」について、シーティングの基本的な考え方を学ぶこと。</a:t>
            </a:r>
            <a:endParaRPr b="0" lang="en-US" sz="2400" strike="noStrike" u="none">
              <a:solidFill>
                <a:srgbClr val="000000"/>
              </a:solidFill>
              <a:effectLst/>
              <a:uFillTx/>
              <a:latin typeface="Arial"/>
            </a:endParaRPr>
          </a:p>
        </p:txBody>
      </p:sp>
      <p:sp>
        <p:nvSpPr>
          <p:cNvPr id="1534" name="正方形/長方形 30"/>
          <p:cNvSpPr/>
          <p:nvPr/>
        </p:nvSpPr>
        <p:spPr>
          <a:xfrm>
            <a:off x="427320" y="4006080"/>
            <a:ext cx="997200" cy="1854720"/>
          </a:xfrm>
          <a:prstGeom prst="rect">
            <a:avLst/>
          </a:prstGeom>
          <a:solidFill>
            <a:schemeClr val="accent4">
              <a:lumMod val="75000"/>
            </a:schemeClr>
          </a:solidFill>
          <a:ln w="28575">
            <a:solidFill>
              <a:srgbClr val="029676">
                <a:lumMod val="75000"/>
              </a:srgbClr>
            </a:solidFill>
            <a:round/>
          </a:ln>
        </p:spPr>
        <p:style>
          <a:lnRef idx="0"/>
          <a:fillRef idx="0"/>
          <a:effectRef idx="0"/>
          <a:fontRef idx="minor"/>
        </p:style>
        <p:txBody>
          <a:bodyPr lIns="90000" rIns="90000" tIns="45000" bIns="45000" anchor="ctr">
            <a:noAutofit/>
          </a:bodyPr>
          <a:p>
            <a:pPr algn="ctr" defTabSz="457200">
              <a:lnSpc>
                <a:spcPct val="100000"/>
              </a:lnSpc>
              <a:spcAft>
                <a:spcPts val="601"/>
              </a:spcAft>
            </a:pPr>
            <a:r>
              <a:rPr b="1" lang="ja-JP" sz="2000" strike="noStrike" u="none">
                <a:solidFill>
                  <a:schemeClr val="lt1"/>
                </a:solidFill>
                <a:effectLst/>
                <a:uFillTx/>
                <a:latin typeface="Meiryo UI"/>
                <a:ea typeface="Meiryo UI"/>
              </a:rPr>
              <a:t>本研修</a:t>
            </a:r>
            <a:endParaRPr b="0" lang="en-US" sz="2000" strike="noStrike" u="none">
              <a:solidFill>
                <a:srgbClr val="ffffff"/>
              </a:solidFill>
              <a:effectLst/>
              <a:uFillTx/>
              <a:latin typeface="Arial"/>
            </a:endParaRPr>
          </a:p>
          <a:p>
            <a:pPr algn="ctr" defTabSz="457200">
              <a:lnSpc>
                <a:spcPct val="100000"/>
              </a:lnSpc>
              <a:spcAft>
                <a:spcPts val="601"/>
              </a:spcAft>
            </a:pPr>
            <a:r>
              <a:rPr b="1" lang="ja-JP" sz="2000" strike="noStrike" u="none">
                <a:solidFill>
                  <a:schemeClr val="lt1"/>
                </a:solidFill>
                <a:effectLst/>
                <a:uFillTx/>
                <a:latin typeface="Meiryo UI"/>
                <a:ea typeface="Meiryo UI"/>
              </a:rPr>
              <a:t>の目的</a:t>
            </a:r>
            <a:endParaRPr b="0" lang="en-US" sz="2000" strike="noStrike" u="none">
              <a:solidFill>
                <a:srgbClr val="ffffff"/>
              </a:solidFill>
              <a:effectLst/>
              <a:uFillTx/>
              <a:latin typeface="Arial"/>
            </a:endParaRPr>
          </a:p>
        </p:txBody>
      </p:sp>
      <p:sp>
        <p:nvSpPr>
          <p:cNvPr id="1535" name="二等辺三角形 3"/>
          <p:cNvSpPr/>
          <p:nvPr/>
        </p:nvSpPr>
        <p:spPr>
          <a:xfrm rot="10800000">
            <a:off x="2796840" y="3432240"/>
            <a:ext cx="4311720" cy="349200"/>
          </a:xfrm>
          <a:prstGeom prst="triangle">
            <a:avLst>
              <a:gd name="adj" fmla="val 50198"/>
            </a:avLst>
          </a:prstGeom>
          <a:solidFill>
            <a:schemeClr val="bg1">
              <a:lumMod val="75000"/>
            </a:schemeClr>
          </a:solidFill>
          <a:ln w="0">
            <a:noFill/>
          </a:ln>
        </p:spPr>
        <p:style>
          <a:lnRef idx="0"/>
          <a:fillRef idx="0"/>
          <a:effectRef idx="0"/>
          <a:fontRef idx="minor"/>
        </p:style>
        <p:txBody>
          <a:bodyPr lIns="90000" rIns="90000" tIns="45000" bIns="45000" anchor="ctr">
            <a:noAutofit/>
          </a:bodyPr>
          <a:p>
            <a:pPr algn="ctr" defTabSz="457200">
              <a:lnSpc>
                <a:spcPct val="100000"/>
              </a:lnSpc>
              <a:spcAft>
                <a:spcPts val="601"/>
              </a:spcAft>
            </a:pPr>
            <a:endParaRPr b="0" lang="en-US" sz="1800" strike="noStrike" u="none">
              <a:solidFill>
                <a:schemeClr val="lt1"/>
              </a:solidFill>
              <a:effectLst/>
              <a:uFillTx/>
              <a:latin typeface="Meiryo UI"/>
              <a:ea typeface="Meiryo UI"/>
            </a:endParaRPr>
          </a:p>
        </p:txBody>
      </p:sp>
      <p:sp>
        <p:nvSpPr>
          <p:cNvPr id="1536" name="テキスト ボックス 15"/>
          <p:cNvSpPr/>
          <p:nvPr/>
        </p:nvSpPr>
        <p:spPr>
          <a:xfrm>
            <a:off x="1424520" y="6208920"/>
            <a:ext cx="8280360" cy="25344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0" lang="ja-JP" sz="1050" strike="noStrike" u="none">
                <a:solidFill>
                  <a:srgbClr val="000000"/>
                </a:solidFill>
                <a:effectLst/>
                <a:uFillTx/>
                <a:latin typeface="Meiryo UI"/>
                <a:ea typeface="Meiryo UI"/>
              </a:rPr>
              <a:t>出所：令和２年度厚生労働省老人保健健康増進等事業「高齢者の適切なケアとシーティングに関する手引き」を基に作成</a:t>
            </a:r>
            <a:endParaRPr b="0" lang="en-US" sz="1050" strike="noStrike" u="none">
              <a:solidFill>
                <a:srgbClr val="000000"/>
              </a:solidFill>
              <a:effectLst/>
              <a:uFillTx/>
              <a:latin typeface="Arial"/>
            </a:endParaRPr>
          </a:p>
        </p:txBody>
      </p:sp>
      <p:sp>
        <p:nvSpPr>
          <p:cNvPr id="1537" name="テキスト ボックス 4"/>
          <p:cNvSpPr/>
          <p:nvPr/>
        </p:nvSpPr>
        <p:spPr>
          <a:xfrm>
            <a:off x="199440" y="553680"/>
            <a:ext cx="9505440" cy="682920"/>
          </a:xfrm>
          <a:prstGeom prst="rect">
            <a:avLst/>
          </a:prstGeom>
          <a:noFill/>
          <a:ln w="0">
            <a:noFill/>
          </a:ln>
        </p:spPr>
        <p:style>
          <a:lnRef idx="0"/>
          <a:fillRef idx="0"/>
          <a:effectRef idx="0"/>
          <a:fontRef idx="minor"/>
        </p:style>
        <p:txBody>
          <a:bodyPr wrap="none" lIns="72000" rIns="72000" tIns="36000" bIns="36000" anchor="ctr">
            <a:noAutofit/>
          </a:bodyPr>
          <a:p>
            <a:pPr marL="285840" indent="-285840" defTabSz="457200">
              <a:lnSpc>
                <a:spcPct val="100000"/>
              </a:lnSpc>
              <a:buClr>
                <a:srgbClr val="000000"/>
              </a:buClr>
              <a:buFont typeface="Arial"/>
              <a:buChar char="•"/>
            </a:pPr>
            <a:r>
              <a:rPr b="1" lang="ja-JP" sz="2000" strike="noStrike" u="none">
                <a:solidFill>
                  <a:schemeClr val="dk1"/>
                </a:solidFill>
                <a:effectLst/>
                <a:uFillTx/>
                <a:latin typeface="Meiryo UI"/>
                <a:ea typeface="Meiryo UI"/>
              </a:rPr>
              <a:t>介護の現場で、</a:t>
            </a:r>
            <a:r>
              <a:rPr b="1" lang="ja-JP" sz="2000" strike="noStrike" u="none">
                <a:solidFill>
                  <a:schemeClr val="dk1"/>
                </a:solidFill>
                <a:effectLst/>
                <a:uFillTx/>
                <a:latin typeface="Meiryo UI"/>
                <a:ea typeface="Meiryo UI"/>
              </a:rPr>
              <a:t>『シーティングって何かわからない』『シーティングをどのように行うのか』等</a:t>
            </a:r>
            <a:endParaRPr b="0" lang="en-US" sz="2000" strike="noStrike" u="none">
              <a:solidFill>
                <a:srgbClr val="000000"/>
              </a:solidFill>
              <a:effectLst/>
              <a:uFillTx/>
              <a:latin typeface="Arial"/>
            </a:endParaRPr>
          </a:p>
          <a:p>
            <a:pPr defTabSz="457200">
              <a:lnSpc>
                <a:spcPct val="100000"/>
              </a:lnSpc>
            </a:pPr>
            <a:r>
              <a:rPr b="1" lang="ja-JP" sz="2000" strike="noStrike" u="none">
                <a:solidFill>
                  <a:schemeClr val="dk1"/>
                </a:solidFill>
                <a:effectLst/>
                <a:uFillTx/>
                <a:latin typeface="Meiryo UI"/>
                <a:ea typeface="Meiryo UI"/>
              </a:rPr>
              <a:t>　　悩むことはありませんか？</a:t>
            </a:r>
            <a:endParaRPr b="0" lang="en-US" sz="2000" strike="noStrike" u="none">
              <a:solidFill>
                <a:srgbClr val="000000"/>
              </a:solidFill>
              <a:effectLst/>
              <a:uFillTx/>
              <a:latin typeface="Arial"/>
            </a:endParaRPr>
          </a:p>
        </p:txBody>
      </p:sp>
      <p:sp>
        <p:nvSpPr>
          <p:cNvPr id="1538" name="正方形/長方形 10"/>
          <p:cNvSpPr/>
          <p:nvPr/>
        </p:nvSpPr>
        <p:spPr>
          <a:xfrm>
            <a:off x="485640" y="1468080"/>
            <a:ext cx="8933040" cy="1707840"/>
          </a:xfrm>
          <a:prstGeom prst="rect">
            <a:avLst/>
          </a:prstGeom>
          <a:noFill/>
          <a:ln w="28575">
            <a:solidFill>
              <a:srgbClr val="029676"/>
            </a:solidFill>
            <a:round/>
          </a:ln>
        </p:spPr>
        <p:style>
          <a:lnRef idx="0"/>
          <a:fillRef idx="0"/>
          <a:effectRef idx="0"/>
          <a:fontRef idx="minor"/>
        </p:style>
        <p:txBody>
          <a:bodyPr lIns="90000" rIns="90000" tIns="45000" bIns="45000" anchor="t">
            <a:spAutoFit/>
          </a:bodyPr>
          <a:p>
            <a:pPr marL="343080" indent="-343080" defTabSz="457200">
              <a:lnSpc>
                <a:spcPct val="100000"/>
              </a:lnSpc>
              <a:spcAft>
                <a:spcPts val="601"/>
              </a:spcAft>
              <a:buClr>
                <a:srgbClr val="000000"/>
              </a:buClr>
              <a:buFont typeface="Wingdings" charset="2"/>
              <a:buChar char=""/>
            </a:pPr>
            <a:r>
              <a:rPr b="0" lang="ja-JP" sz="2000" strike="noStrike" u="none">
                <a:solidFill>
                  <a:schemeClr val="dk1"/>
                </a:solidFill>
                <a:effectLst/>
                <a:uFillTx/>
                <a:latin typeface="Meiryo UI"/>
                <a:ea typeface="Meiryo UI"/>
              </a:rPr>
              <a:t>体幹機能や座位保持機能が低下した高齢者が、椅子等に快適に座ることができるよう支援する個別ケア手法の一つとして、シーティングが考えられる。</a:t>
            </a:r>
            <a:endParaRPr b="0" lang="en-US" sz="2000" strike="noStrike" u="none">
              <a:solidFill>
                <a:srgbClr val="000000"/>
              </a:solidFill>
              <a:effectLst/>
              <a:uFillTx/>
              <a:latin typeface="Arial"/>
            </a:endParaRPr>
          </a:p>
          <a:p>
            <a:pPr marL="343080" indent="-343080" defTabSz="457200">
              <a:lnSpc>
                <a:spcPct val="100000"/>
              </a:lnSpc>
              <a:spcAft>
                <a:spcPts val="601"/>
              </a:spcAft>
              <a:buClr>
                <a:srgbClr val="000000"/>
              </a:buClr>
              <a:buFont typeface="Wingdings" charset="2"/>
              <a:buChar char=""/>
            </a:pPr>
            <a:r>
              <a:rPr b="0" lang="ja-JP" sz="2000" strike="noStrike" u="none">
                <a:solidFill>
                  <a:schemeClr val="dk1"/>
                </a:solidFill>
                <a:effectLst/>
                <a:uFillTx/>
                <a:latin typeface="Meiryo UI"/>
                <a:ea typeface="Meiryo UI"/>
              </a:rPr>
              <a:t>適切なケアの一環としてシーティングを実施することによって、本人にとって快適な座位姿勢がとれるようになり、日常生活動作が改善し、社会的な活動への参加が拡がり、最終的には生活の質（</a:t>
            </a:r>
            <a:r>
              <a:rPr b="0" lang="en-US" sz="2000" strike="noStrike" u="none">
                <a:solidFill>
                  <a:schemeClr val="dk1"/>
                </a:solidFill>
                <a:effectLst/>
                <a:uFillTx/>
                <a:latin typeface="Meiryo UI"/>
                <a:ea typeface="Meiryo UI"/>
              </a:rPr>
              <a:t>QOL</a:t>
            </a:r>
            <a:r>
              <a:rPr b="0" lang="ja-JP" sz="2000" strike="noStrike" u="none">
                <a:solidFill>
                  <a:schemeClr val="dk1"/>
                </a:solidFill>
                <a:effectLst/>
                <a:uFillTx/>
                <a:latin typeface="Meiryo UI"/>
                <a:ea typeface="Meiryo UI"/>
              </a:rPr>
              <a:t>）の向上につながることが期待できる。</a:t>
            </a:r>
            <a:endParaRPr b="0" lang="en-US"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9" name="PlaceHolder 1"/>
          <p:cNvSpPr>
            <a:spLocks noGrp="1"/>
          </p:cNvSpPr>
          <p:nvPr>
            <p:ph type="title"/>
          </p:nvPr>
        </p:nvSpPr>
        <p:spPr>
          <a:xfrm>
            <a:off x="199440" y="136800"/>
            <a:ext cx="9505440" cy="369000"/>
          </a:xfrm>
          <a:prstGeom prst="rect">
            <a:avLst/>
          </a:prstGeom>
          <a:noFill/>
          <a:ln w="0">
            <a:noFill/>
          </a:ln>
        </p:spPr>
        <p:txBody>
          <a:bodyPr lIns="36000" rIns="0" tIns="45720" bIns="45720" anchor="ctr">
            <a:noAutofit/>
          </a:bodyPr>
          <a:p>
            <a:pPr indent="0" defTabSz="914400">
              <a:lnSpc>
                <a:spcPct val="90000"/>
              </a:lnSpc>
              <a:buNone/>
            </a:pPr>
            <a:r>
              <a:rPr b="1" lang="en-US" sz="2000" strike="noStrike" u="none">
                <a:solidFill>
                  <a:schemeClr val="dk1"/>
                </a:solidFill>
                <a:effectLst/>
                <a:uFillTx/>
                <a:latin typeface="Meiryo UI"/>
                <a:ea typeface="Meiryo UI"/>
              </a:rPr>
              <a:t>2.3</a:t>
            </a:r>
            <a:r>
              <a:rPr b="1" lang="ja-JP" sz="2000" strike="noStrike" u="none">
                <a:solidFill>
                  <a:schemeClr val="dk1"/>
                </a:solidFill>
                <a:effectLst/>
                <a:uFillTx/>
                <a:latin typeface="Meiryo UI"/>
                <a:ea typeface="Meiryo UI"/>
              </a:rPr>
              <a:t>　高齢者ケアにおけるシーティングの目的</a:t>
            </a:r>
            <a:endParaRPr b="0" lang="en-US" sz="2000" strike="noStrike" u="none">
              <a:solidFill>
                <a:schemeClr val="dk1"/>
              </a:solidFill>
              <a:effectLst/>
              <a:uFillTx/>
              <a:latin typeface="Meiryo UI"/>
            </a:endParaRPr>
          </a:p>
        </p:txBody>
      </p:sp>
      <p:sp>
        <p:nvSpPr>
          <p:cNvPr id="1540" name="テキスト ボックス 3"/>
          <p:cNvSpPr/>
          <p:nvPr/>
        </p:nvSpPr>
        <p:spPr>
          <a:xfrm>
            <a:off x="457200" y="6310800"/>
            <a:ext cx="9262080" cy="23040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0" lang="ja-JP" sz="900" strike="noStrike" u="none">
                <a:solidFill>
                  <a:srgbClr val="000000"/>
                </a:solidFill>
                <a:effectLst/>
                <a:uFillTx/>
                <a:latin typeface="Meiryo UI"/>
                <a:ea typeface="Meiryo UI"/>
              </a:rPr>
              <a:t>出所：木之瀬隆</a:t>
            </a:r>
            <a:r>
              <a:rPr b="0" lang="en-US" sz="900" strike="noStrike" u="none">
                <a:solidFill>
                  <a:srgbClr val="000000"/>
                </a:solidFill>
                <a:effectLst/>
                <a:uFillTx/>
                <a:latin typeface="Meiryo UI"/>
                <a:ea typeface="Meiryo UI"/>
              </a:rPr>
              <a:t>.</a:t>
            </a:r>
            <a:r>
              <a:rPr b="0" lang="ja-JP" sz="900" strike="noStrike" u="none">
                <a:solidFill>
                  <a:srgbClr val="000000"/>
                </a:solidFill>
                <a:effectLst/>
                <a:uFillTx/>
                <a:latin typeface="Meiryo UI"/>
                <a:ea typeface="Meiryo UI"/>
              </a:rPr>
              <a:t>これからのシーティング技術の展開</a:t>
            </a:r>
            <a:r>
              <a:rPr b="0" lang="en-US" sz="900" strike="noStrike" u="none">
                <a:solidFill>
                  <a:srgbClr val="000000"/>
                </a:solidFill>
                <a:effectLst/>
                <a:uFillTx/>
                <a:latin typeface="Meiryo UI"/>
                <a:ea typeface="Meiryo UI"/>
              </a:rPr>
              <a:t>.</a:t>
            </a:r>
            <a:r>
              <a:rPr b="0" lang="ja-JP" sz="900" strike="noStrike" u="none">
                <a:solidFill>
                  <a:srgbClr val="000000"/>
                </a:solidFill>
                <a:effectLst/>
                <a:uFillTx/>
                <a:latin typeface="Meiryo UI"/>
                <a:ea typeface="Meiryo UI"/>
              </a:rPr>
              <a:t>日本義肢装具学会誌</a:t>
            </a:r>
            <a:r>
              <a:rPr b="0" lang="en-US" sz="900" strike="noStrike" u="none">
                <a:solidFill>
                  <a:srgbClr val="000000"/>
                </a:solidFill>
                <a:effectLst/>
                <a:uFillTx/>
                <a:latin typeface="Meiryo UI"/>
                <a:ea typeface="Meiryo UI"/>
              </a:rPr>
              <a:t>2019</a:t>
            </a:r>
            <a:r>
              <a:rPr b="0" lang="ja-JP" sz="900" strike="noStrike" u="none">
                <a:solidFill>
                  <a:srgbClr val="000000"/>
                </a:solidFill>
                <a:effectLst/>
                <a:uFillTx/>
                <a:latin typeface="Meiryo UI"/>
                <a:ea typeface="Meiryo UI"/>
              </a:rPr>
              <a:t>及び廣瀬秀行</a:t>
            </a:r>
            <a:r>
              <a:rPr b="0" lang="en-US" sz="900" strike="noStrike" u="none">
                <a:solidFill>
                  <a:srgbClr val="000000"/>
                </a:solidFill>
                <a:effectLst/>
                <a:uFillTx/>
                <a:latin typeface="Meiryo UI"/>
                <a:ea typeface="Meiryo UI"/>
              </a:rPr>
              <a:t>,</a:t>
            </a:r>
            <a:r>
              <a:rPr b="0" lang="ja-JP" sz="900" strike="noStrike" u="none">
                <a:solidFill>
                  <a:srgbClr val="000000"/>
                </a:solidFill>
                <a:effectLst/>
                <a:uFillTx/>
                <a:latin typeface="Meiryo UI"/>
                <a:ea typeface="Meiryo UI"/>
              </a:rPr>
              <a:t>木之瀬隆</a:t>
            </a:r>
            <a:r>
              <a:rPr b="0" lang="en-US" sz="900" strike="noStrike" u="none">
                <a:solidFill>
                  <a:srgbClr val="000000"/>
                </a:solidFill>
                <a:effectLst/>
                <a:uFillTx/>
                <a:latin typeface="Meiryo UI"/>
                <a:ea typeface="Meiryo UI"/>
              </a:rPr>
              <a:t>.</a:t>
            </a:r>
            <a:r>
              <a:rPr b="0" lang="ja-JP" sz="900" strike="noStrike" u="none">
                <a:solidFill>
                  <a:srgbClr val="000000"/>
                </a:solidFill>
                <a:effectLst/>
                <a:uFillTx/>
                <a:latin typeface="Meiryo UI"/>
                <a:ea typeface="Meiryo UI"/>
              </a:rPr>
              <a:t>『高齢者のシーティング第二版』（三輪書店）</a:t>
            </a:r>
            <a:r>
              <a:rPr b="0" lang="en-US" sz="900" strike="noStrike" u="none">
                <a:solidFill>
                  <a:srgbClr val="000000"/>
                </a:solidFill>
                <a:effectLst/>
                <a:uFillTx/>
                <a:latin typeface="Meiryo UI"/>
                <a:ea typeface="Meiryo UI"/>
              </a:rPr>
              <a:t>P63-65</a:t>
            </a:r>
            <a:r>
              <a:rPr b="0" lang="ja-JP" sz="900" strike="noStrike" u="none">
                <a:solidFill>
                  <a:srgbClr val="000000"/>
                </a:solidFill>
                <a:effectLst/>
                <a:uFillTx/>
                <a:latin typeface="Meiryo UI"/>
                <a:ea typeface="Meiryo UI"/>
              </a:rPr>
              <a:t>を基に、</a:t>
            </a:r>
            <a:r>
              <a:rPr b="0" lang="en-US" sz="900" strike="noStrike" u="none">
                <a:solidFill>
                  <a:srgbClr val="000000"/>
                </a:solidFill>
                <a:effectLst/>
                <a:uFillTx/>
                <a:latin typeface="Meiryo UI"/>
                <a:ea typeface="Meiryo UI"/>
              </a:rPr>
              <a:t>ICF</a:t>
            </a:r>
            <a:r>
              <a:rPr b="0" lang="ja-JP" sz="900" strike="noStrike" u="none">
                <a:solidFill>
                  <a:srgbClr val="000000"/>
                </a:solidFill>
                <a:effectLst/>
                <a:uFillTx/>
                <a:latin typeface="Meiryo UI"/>
                <a:ea typeface="Meiryo UI"/>
              </a:rPr>
              <a:t>に準拠する形で整理</a:t>
            </a:r>
            <a:endParaRPr b="0" lang="en-US" sz="900" strike="noStrike" u="none">
              <a:solidFill>
                <a:srgbClr val="000000"/>
              </a:solidFill>
              <a:effectLst/>
              <a:uFillTx/>
              <a:latin typeface="Arial"/>
            </a:endParaRPr>
          </a:p>
        </p:txBody>
      </p:sp>
      <p:sp>
        <p:nvSpPr>
          <p:cNvPr id="1541" name="正方形/長方形 2"/>
          <p:cNvSpPr/>
          <p:nvPr/>
        </p:nvSpPr>
        <p:spPr>
          <a:xfrm>
            <a:off x="199440" y="547200"/>
            <a:ext cx="9505440" cy="369000"/>
          </a:xfrm>
          <a:prstGeom prst="rect">
            <a:avLst/>
          </a:prstGeom>
          <a:noFill/>
          <a:ln w="0">
            <a:noFill/>
          </a:ln>
        </p:spPr>
        <p:style>
          <a:lnRef idx="0"/>
          <a:fillRef idx="0"/>
          <a:effectRef idx="0"/>
          <a:fontRef idx="minor"/>
        </p:style>
        <p:txBody>
          <a:bodyPr anchor="t">
            <a:noAutofit/>
          </a:bodyPr>
          <a:p>
            <a:pPr marL="180000" indent="-180000" defTabSz="914400">
              <a:lnSpc>
                <a:spcPct val="90000"/>
              </a:lnSpc>
              <a:spcAft>
                <a:spcPts val="601"/>
              </a:spcAft>
              <a:buClr>
                <a:srgbClr val="222f28"/>
              </a:buClr>
              <a:buFont typeface="Arial"/>
              <a:buChar char="•"/>
            </a:pPr>
            <a:r>
              <a:rPr b="1" lang="ja-JP" sz="2000" strike="noStrike" u="none">
                <a:solidFill>
                  <a:schemeClr val="dk2">
                    <a:lumMod val="50000"/>
                  </a:schemeClr>
                </a:solidFill>
                <a:effectLst/>
                <a:uFillTx/>
                <a:latin typeface="Meiryo UI"/>
                <a:ea typeface="Meiryo UI"/>
              </a:rPr>
              <a:t>シーティングの目的は、心身機能・構造の維持・改善が挙げられます。</a:t>
            </a:r>
            <a:endParaRPr b="0" lang="en-US" sz="2000" strike="noStrike" u="none">
              <a:solidFill>
                <a:srgbClr val="000000"/>
              </a:solidFill>
              <a:effectLst/>
              <a:uFillTx/>
              <a:latin typeface="Arial"/>
            </a:endParaRPr>
          </a:p>
        </p:txBody>
      </p:sp>
      <p:graphicFrame>
        <p:nvGraphicFramePr>
          <p:cNvPr id="1542" name="Group 65"/>
          <p:cNvGraphicFramePr/>
          <p:nvPr/>
        </p:nvGraphicFramePr>
        <p:xfrm>
          <a:off x="199440" y="1210320"/>
          <a:ext cx="9505440" cy="5074200"/>
        </p:xfrm>
        <a:graphic>
          <a:graphicData uri="http://schemas.openxmlformats.org/drawingml/2006/table">
            <a:tbl>
              <a:tblPr/>
              <a:tblGrid>
                <a:gridCol w="1080720"/>
                <a:gridCol w="2772000"/>
                <a:gridCol w="5652360"/>
              </a:tblGrid>
              <a:tr h="283320">
                <a:tc>
                  <a:txBody>
                    <a:bodyPr lIns="53640" rIns="35640" tIns="18000" bIns="18000" anchor="ctr">
                      <a:noAutofit/>
                    </a:bodyPr>
                    <a:p>
                      <a:endParaRPr b="1" lang="en-US" sz="1500" strike="noStrike" u="none">
                        <a:solidFill>
                          <a:schemeClr val="dk1"/>
                        </a:solidFill>
                        <a:effectLst/>
                        <a:uFillTx/>
                        <a:latin typeface="Meiryo UI"/>
                        <a:ea typeface="Meiryo UI"/>
                      </a:endParaRPr>
                    </a:p>
                  </a:txBody>
                  <a:tcPr anchor="ctr" marL="53640" marR="35640">
                    <a:lnL w="9360">
                      <a:noFill/>
                      <a:prstDash val="solid"/>
                    </a:lnL>
                    <a:lnR w="9360">
                      <a:solidFill>
                        <a:srgbClr val="455f51"/>
                      </a:solidFill>
                      <a:prstDash val="solid"/>
                    </a:lnR>
                    <a:lnT w="9360">
                      <a:noFill/>
                      <a:prstDash val="solid"/>
                    </a:lnT>
                    <a:lnB w="9360">
                      <a:solidFill>
                        <a:srgbClr val="455f51"/>
                      </a:solidFill>
                      <a:prstDash val="solid"/>
                    </a:lnB>
                    <a:noFill/>
                  </a:tcPr>
                </a:tc>
                <a:tc>
                  <a:txBody>
                    <a:bodyPr lIns="53640" rIns="35640" tIns="18000" bIns="18000" anchor="ctr">
                      <a:noAutofit/>
                    </a:bodyPr>
                    <a:p>
                      <a:pPr algn="ctr" defTabSz="914400">
                        <a:lnSpc>
                          <a:spcPct val="100000"/>
                        </a:lnSpc>
                        <a:spcBef>
                          <a:spcPts val="281"/>
                        </a:spcBef>
                        <a:tabLst>
                          <a:tab algn="l" pos="0"/>
                        </a:tabLst>
                      </a:pPr>
                      <a:r>
                        <a:rPr b="1" lang="ja-JP" sz="1400" strike="noStrike" u="none">
                          <a:solidFill>
                            <a:schemeClr val="lt1"/>
                          </a:solidFill>
                          <a:effectLst/>
                          <a:uFillTx/>
                          <a:latin typeface="Meiryo UI"/>
                          <a:ea typeface="Meiryo UI"/>
                        </a:rPr>
                        <a:t>目的</a:t>
                      </a:r>
                      <a:endParaRPr b="0" lang="en-US" sz="1400" strike="noStrike" u="none">
                        <a:solidFill>
                          <a:srgbClr val="000000"/>
                        </a:solidFill>
                        <a:effectLst/>
                        <a:uFillTx/>
                        <a:latin typeface="Arial"/>
                      </a:endParaRPr>
                    </a:p>
                  </a:txBody>
                  <a:tcPr anchor="ctr" marL="53640" marR="35640">
                    <a:lnL w="9360">
                      <a:solidFill>
                        <a:srgbClr val="455f51"/>
                      </a:solidFill>
                      <a:prstDash val="solid"/>
                    </a:lnL>
                    <a:lnR w="12240">
                      <a:solidFill>
                        <a:srgbClr val="ffffff"/>
                      </a:solidFill>
                      <a:prstDash val="dot"/>
                    </a:lnR>
                    <a:lnT w="9360">
                      <a:solidFill>
                        <a:srgbClr val="455f51"/>
                      </a:solidFill>
                      <a:prstDash val="solid"/>
                    </a:lnT>
                    <a:lnB w="9360">
                      <a:solidFill>
                        <a:srgbClr val="455f51"/>
                      </a:solidFill>
                      <a:prstDash val="solid"/>
                    </a:lnB>
                    <a:solidFill>
                      <a:schemeClr val="lt1">
                        <a:lumMod val="65000"/>
                      </a:schemeClr>
                    </a:solidFill>
                  </a:tcPr>
                </a:tc>
                <a:tc>
                  <a:txBody>
                    <a:bodyPr lIns="53640" rIns="35640" tIns="18000" bIns="18000" anchor="ctr">
                      <a:noAutofit/>
                    </a:bodyPr>
                    <a:p>
                      <a:pPr algn="ctr" defTabSz="914400">
                        <a:lnSpc>
                          <a:spcPct val="100000"/>
                        </a:lnSpc>
                        <a:spcBef>
                          <a:spcPts val="281"/>
                        </a:spcBef>
                        <a:tabLst>
                          <a:tab algn="l" pos="0"/>
                        </a:tabLst>
                      </a:pPr>
                      <a:r>
                        <a:rPr b="1" lang="ja-JP" sz="1400" strike="noStrike" u="none">
                          <a:solidFill>
                            <a:schemeClr val="lt1"/>
                          </a:solidFill>
                          <a:effectLst/>
                          <a:uFillTx/>
                          <a:latin typeface="Meiryo UI"/>
                          <a:ea typeface="Meiryo UI"/>
                        </a:rPr>
                        <a:t>高齢者における具体例</a:t>
                      </a:r>
                      <a:endParaRPr b="0" lang="en-US" sz="1400" strike="noStrike" u="none">
                        <a:solidFill>
                          <a:srgbClr val="000000"/>
                        </a:solidFill>
                        <a:effectLst/>
                        <a:uFillTx/>
                        <a:latin typeface="Arial"/>
                      </a:endParaRPr>
                    </a:p>
                  </a:txBody>
                  <a:tcPr anchor="ctr" marL="53640" marR="35640">
                    <a:lnL w="12240">
                      <a:solidFill>
                        <a:srgbClr val="ffffff"/>
                      </a:solidFill>
                      <a:prstDash val="dot"/>
                    </a:lnL>
                    <a:lnR w="9360">
                      <a:solidFill>
                        <a:srgbClr val="455f51"/>
                      </a:solidFill>
                      <a:prstDash val="solid"/>
                    </a:lnR>
                    <a:lnT w="9360">
                      <a:solidFill>
                        <a:srgbClr val="455f51"/>
                      </a:solidFill>
                      <a:prstDash val="solid"/>
                    </a:lnT>
                    <a:lnB w="9360">
                      <a:solidFill>
                        <a:srgbClr val="455f51"/>
                      </a:solidFill>
                      <a:prstDash val="solid"/>
                    </a:lnB>
                    <a:solidFill>
                      <a:schemeClr val="lt1">
                        <a:lumMod val="65000"/>
                      </a:schemeClr>
                    </a:solidFill>
                  </a:tcPr>
                </a:tc>
              </a:tr>
              <a:tr h="957960">
                <a:tc rowSpan="5">
                  <a:txBody>
                    <a:bodyPr lIns="53640" rIns="35640" tIns="18000" bIns="18000" anchor="ctr">
                      <a:noAutofit/>
                    </a:bodyPr>
                    <a:p>
                      <a:pPr marL="71640" algn="ctr" defTabSz="914400">
                        <a:lnSpc>
                          <a:spcPct val="100000"/>
                        </a:lnSpc>
                      </a:pPr>
                      <a:r>
                        <a:rPr b="1" lang="ja-JP" sz="1400" strike="noStrike" u="none">
                          <a:solidFill>
                            <a:schemeClr val="lt1"/>
                          </a:solidFill>
                          <a:effectLst/>
                          <a:uFillTx/>
                          <a:latin typeface="Meiryo UI"/>
                          <a:ea typeface="Meiryo UI"/>
                        </a:rPr>
                        <a:t>心身機能・構造</a:t>
                      </a:r>
                      <a:endParaRPr b="0" lang="en-US" sz="1400" strike="noStrike" u="none">
                        <a:solidFill>
                          <a:srgbClr val="ffffff"/>
                        </a:solidFill>
                        <a:effectLst/>
                        <a:uFillTx/>
                        <a:latin typeface="Arial"/>
                      </a:endParaRPr>
                    </a:p>
                    <a:p>
                      <a:pPr marL="71640" algn="ctr" defTabSz="914400">
                        <a:lnSpc>
                          <a:spcPct val="100000"/>
                        </a:lnSpc>
                      </a:pPr>
                      <a:endParaRPr b="0" lang="en-US" sz="1400" strike="noStrike" u="none">
                        <a:solidFill>
                          <a:srgbClr val="ffffff"/>
                        </a:solidFill>
                        <a:effectLst/>
                        <a:uFillTx/>
                        <a:latin typeface="Arial"/>
                      </a:endParaRPr>
                    </a:p>
                  </a:txBody>
                  <a:tcPr anchor="ctr" marL="53640" marR="35640">
                    <a:lnL w="9360">
                      <a:solidFill>
                        <a:srgbClr val="455f51"/>
                      </a:solidFill>
                      <a:prstDash val="solid"/>
                    </a:lnL>
                    <a:lnR w="9360">
                      <a:solidFill>
                        <a:srgbClr val="455f51"/>
                      </a:solidFill>
                      <a:prstDash val="solid"/>
                    </a:lnR>
                    <a:lnT w="9360">
                      <a:solidFill>
                        <a:srgbClr val="455f51"/>
                      </a:solidFill>
                      <a:prstDash val="solid"/>
                    </a:lnT>
                    <a:lnB w="9360">
                      <a:solidFill>
                        <a:srgbClr val="455f51"/>
                      </a:solidFill>
                      <a:prstDash val="solid"/>
                    </a:lnB>
                    <a:solidFill>
                      <a:schemeClr val="accent4"/>
                    </a:solidFill>
                  </a:tcPr>
                </a:tc>
                <a:tc>
                  <a:txBody>
                    <a:bodyPr lIns="10800" rIns="10800" tIns="0" bIns="0" anchor="ctr">
                      <a:noAutofit/>
                    </a:bodyPr>
                    <a:p>
                      <a:pPr algn="ctr" defTabSz="914400">
                        <a:lnSpc>
                          <a:spcPct val="100000"/>
                        </a:lnSpc>
                      </a:pPr>
                      <a:r>
                        <a:rPr b="1" lang="ja-JP" sz="1400" strike="noStrike" u="none">
                          <a:solidFill>
                            <a:schemeClr val="dk1"/>
                          </a:solidFill>
                          <a:effectLst/>
                          <a:uFillTx/>
                          <a:latin typeface="Meiryo UI"/>
                          <a:ea typeface="Meiryo UI"/>
                        </a:rPr>
                        <a:t>心肺機能の改善</a:t>
                      </a:r>
                      <a:endParaRPr b="0" lang="en-US" sz="1400" strike="noStrike" u="none">
                        <a:solidFill>
                          <a:srgbClr val="000000"/>
                        </a:solidFill>
                        <a:effectLst/>
                        <a:uFillTx/>
                        <a:latin typeface="Arial"/>
                      </a:endParaRPr>
                    </a:p>
                  </a:txBody>
                  <a:tcPr anchor="ctr" marL="10800" marR="10800">
                    <a:lnL w="9360">
                      <a:solidFill>
                        <a:srgbClr val="455f51"/>
                      </a:solidFill>
                      <a:prstDash val="solid"/>
                    </a:lnL>
                    <a:lnR w="12240">
                      <a:solidFill>
                        <a:srgbClr val="808080"/>
                      </a:solidFill>
                      <a:prstDash val="dot"/>
                    </a:lnR>
                    <a:lnT w="9360">
                      <a:solidFill>
                        <a:srgbClr val="455f51"/>
                      </a:solidFill>
                      <a:prstDash val="solid"/>
                    </a:lnT>
                    <a:lnB w="18720">
                      <a:solidFill>
                        <a:srgbClr val="a6a6a6"/>
                      </a:solidFill>
                      <a:prstDash val="solid"/>
                    </a:lnB>
                    <a:solidFill>
                      <a:schemeClr val="accent4">
                        <a:lumMod val="20000"/>
                        <a:lumOff val="80000"/>
                      </a:schemeClr>
                    </a:solidFill>
                  </a:tcPr>
                </a:tc>
                <a:tc>
                  <a:txBody>
                    <a:bodyPr lIns="10800" rIns="10800" tIns="0" bIns="0" anchor="ctr">
                      <a:noAutofit/>
                    </a:bodyPr>
                    <a:p>
                      <a:pPr marL="88920" defTabSz="914400">
                        <a:lnSpc>
                          <a:spcPct val="100000"/>
                        </a:lnSpc>
                        <a:spcAft>
                          <a:spcPts val="601"/>
                        </a:spcAft>
                        <a:tabLst>
                          <a:tab algn="l" pos="0"/>
                        </a:tabLst>
                      </a:pPr>
                      <a:r>
                        <a:rPr b="0" lang="ja-JP" sz="1400" strike="noStrike" u="none">
                          <a:solidFill>
                            <a:schemeClr val="dk1"/>
                          </a:solidFill>
                          <a:effectLst/>
                          <a:uFillTx/>
                          <a:latin typeface="Meiryo UI"/>
                          <a:ea typeface="Meiryo UI"/>
                        </a:rPr>
                        <a:t>寝たきりの状態から座位に体位変換することにより、循環機能や呼吸機能の改善が期待される</a:t>
                      </a:r>
                      <a:endParaRPr b="0" lang="en-US" sz="1400" strike="noStrike" u="none">
                        <a:solidFill>
                          <a:srgbClr val="000000"/>
                        </a:solidFill>
                        <a:effectLst/>
                        <a:uFillTx/>
                        <a:latin typeface="Arial"/>
                      </a:endParaRPr>
                    </a:p>
                  </a:txBody>
                  <a:tcPr anchor="ctr" marL="10800" marR="10800">
                    <a:lnL w="12240">
                      <a:solidFill>
                        <a:srgbClr val="808080"/>
                      </a:solidFill>
                      <a:prstDash val="dot"/>
                    </a:lnL>
                    <a:lnR w="18720">
                      <a:solidFill>
                        <a:srgbClr val="a6a6a6"/>
                      </a:solidFill>
                      <a:prstDash val="solid"/>
                    </a:lnR>
                    <a:lnT w="9360">
                      <a:solidFill>
                        <a:srgbClr val="455f51"/>
                      </a:solidFill>
                      <a:prstDash val="solid"/>
                    </a:lnT>
                    <a:lnB w="18720">
                      <a:solidFill>
                        <a:srgbClr val="a6a6a6"/>
                      </a:solidFill>
                      <a:prstDash val="solid"/>
                    </a:lnB>
                    <a:noFill/>
                  </a:tcPr>
                </a:tc>
              </a:tr>
              <a:tr h="957960">
                <a:tc v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a:lnL>
                      <a:noFill/>
                    </a:lnL>
                    <a:lnR>
                      <a:noFill/>
                    </a:lnR>
                    <a:lnT>
                      <a:noFill/>
                    </a:lnT>
                    <a:lnB>
                      <a:noFill/>
                    </a:lnB>
                    <a:solidFill>
                      <a:srgbClr val="729fcf"/>
                    </a:solidFill>
                  </a:tcPr>
                </a:tc>
                <a:tc>
                  <a:txBody>
                    <a:bodyPr lIns="10800" rIns="10800" tIns="0" bIns="0" anchor="ctr">
                      <a:noAutofit/>
                    </a:bodyPr>
                    <a:p>
                      <a:pPr algn="ctr" defTabSz="914400">
                        <a:lnSpc>
                          <a:spcPct val="100000"/>
                        </a:lnSpc>
                      </a:pPr>
                      <a:r>
                        <a:rPr b="1" lang="ja-JP" sz="1400" strike="noStrike" u="none">
                          <a:solidFill>
                            <a:schemeClr val="dk1"/>
                          </a:solidFill>
                          <a:effectLst/>
                          <a:uFillTx/>
                          <a:latin typeface="Meiryo UI"/>
                          <a:ea typeface="Meiryo UI"/>
                        </a:rPr>
                        <a:t>消化、排泄機能の改善</a:t>
                      </a:r>
                      <a:endParaRPr b="0" lang="en-US" sz="1400" strike="noStrike" u="none">
                        <a:solidFill>
                          <a:srgbClr val="000000"/>
                        </a:solidFill>
                        <a:effectLst/>
                        <a:uFillTx/>
                        <a:latin typeface="Arial"/>
                      </a:endParaRPr>
                    </a:p>
                  </a:txBody>
                  <a:tcPr anchor="ctr" marL="10800" marR="10800">
                    <a:lnL w="9360">
                      <a:solidFill>
                        <a:srgbClr val="455f51"/>
                      </a:solidFill>
                      <a:prstDash val="solid"/>
                    </a:lnL>
                    <a:lnR w="12240">
                      <a:solidFill>
                        <a:srgbClr val="808080"/>
                      </a:solidFill>
                      <a:prstDash val="dot"/>
                    </a:lnR>
                    <a:lnT w="18720">
                      <a:solidFill>
                        <a:srgbClr val="a6a6a6"/>
                      </a:solidFill>
                      <a:prstDash val="solid"/>
                    </a:lnT>
                    <a:lnB w="18720">
                      <a:solidFill>
                        <a:srgbClr val="a6a6a6"/>
                      </a:solidFill>
                      <a:prstDash val="solid"/>
                    </a:lnB>
                    <a:solidFill>
                      <a:schemeClr val="accent4">
                        <a:lumMod val="20000"/>
                        <a:lumOff val="80000"/>
                      </a:schemeClr>
                    </a:solidFill>
                  </a:tcPr>
                </a:tc>
                <a:tc>
                  <a:txBody>
                    <a:bodyPr lIns="10800" rIns="10800" tIns="0" bIns="0" anchor="ctr">
                      <a:noAutofit/>
                    </a:bodyPr>
                    <a:p>
                      <a:pPr marL="88920" defTabSz="914400">
                        <a:lnSpc>
                          <a:spcPct val="100000"/>
                        </a:lnSpc>
                        <a:spcAft>
                          <a:spcPts val="601"/>
                        </a:spcAft>
                        <a:tabLst>
                          <a:tab algn="l" pos="0"/>
                        </a:tabLst>
                      </a:pPr>
                      <a:r>
                        <a:rPr b="0" lang="ja-JP" sz="1400" strike="noStrike" u="none">
                          <a:solidFill>
                            <a:schemeClr val="dk1"/>
                          </a:solidFill>
                          <a:effectLst/>
                          <a:uFillTx/>
                          <a:latin typeface="Meiryo UI"/>
                          <a:ea typeface="Meiryo UI"/>
                        </a:rPr>
                        <a:t>便秘の改善等</a:t>
                      </a:r>
                      <a:endParaRPr b="0" lang="en-US" sz="1400" strike="noStrike" u="none">
                        <a:solidFill>
                          <a:srgbClr val="000000"/>
                        </a:solidFill>
                        <a:effectLst/>
                        <a:uFillTx/>
                        <a:latin typeface="Arial"/>
                      </a:endParaRPr>
                    </a:p>
                  </a:txBody>
                  <a:tcPr anchor="ctr" marL="10800" marR="10800">
                    <a:lnL w="12240">
                      <a:solidFill>
                        <a:srgbClr val="808080"/>
                      </a:solidFill>
                      <a:prstDash val="dot"/>
                    </a:lnL>
                    <a:lnR w="18720">
                      <a:solidFill>
                        <a:srgbClr val="a6a6a6"/>
                      </a:solidFill>
                      <a:prstDash val="solid"/>
                    </a:lnR>
                    <a:lnT w="18720">
                      <a:solidFill>
                        <a:srgbClr val="a6a6a6"/>
                      </a:solidFill>
                      <a:prstDash val="solid"/>
                    </a:lnT>
                    <a:lnB w="18720">
                      <a:solidFill>
                        <a:srgbClr val="a6a6a6"/>
                      </a:solidFill>
                      <a:prstDash val="solid"/>
                    </a:lnB>
                    <a:noFill/>
                  </a:tcPr>
                </a:tc>
              </a:tr>
              <a:tr h="957960">
                <a:tc v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a:lnL>
                      <a:noFill/>
                    </a:lnL>
                    <a:lnR>
                      <a:noFill/>
                    </a:lnR>
                    <a:lnT>
                      <a:noFill/>
                    </a:lnT>
                    <a:lnB>
                      <a:noFill/>
                    </a:lnB>
                    <a:solidFill>
                      <a:srgbClr val="729fcf"/>
                    </a:solidFill>
                  </a:tcPr>
                </a:tc>
                <a:tc>
                  <a:txBody>
                    <a:bodyPr lIns="10800" rIns="10800" tIns="0" bIns="0" anchor="ctr">
                      <a:noAutofit/>
                    </a:bodyPr>
                    <a:p>
                      <a:pPr algn="ctr" defTabSz="914400">
                        <a:lnSpc>
                          <a:spcPct val="100000"/>
                        </a:lnSpc>
                      </a:pPr>
                      <a:r>
                        <a:rPr b="1" lang="ja-JP" sz="1400" strike="noStrike" u="none">
                          <a:solidFill>
                            <a:schemeClr val="dk1"/>
                          </a:solidFill>
                          <a:effectLst/>
                          <a:uFillTx/>
                          <a:latin typeface="Meiryo UI"/>
                          <a:ea typeface="Meiryo UI"/>
                        </a:rPr>
                        <a:t>傍脊柱筋の筋力維持・</a:t>
                      </a:r>
                      <a:endParaRPr b="0" lang="en-US" sz="1400" strike="noStrike" u="none">
                        <a:solidFill>
                          <a:srgbClr val="000000"/>
                        </a:solidFill>
                        <a:effectLst/>
                        <a:uFillTx/>
                        <a:latin typeface="Arial"/>
                      </a:endParaRPr>
                    </a:p>
                    <a:p>
                      <a:pPr algn="ctr" defTabSz="914400">
                        <a:lnSpc>
                          <a:spcPct val="100000"/>
                        </a:lnSpc>
                      </a:pPr>
                      <a:r>
                        <a:rPr b="1" lang="ja-JP" sz="1400" strike="noStrike" u="none">
                          <a:solidFill>
                            <a:schemeClr val="dk1"/>
                          </a:solidFill>
                          <a:effectLst/>
                          <a:uFillTx/>
                          <a:latin typeface="Meiryo UI"/>
                          <a:ea typeface="Meiryo UI"/>
                        </a:rPr>
                        <a:t>強化と姿勢制御</a:t>
                      </a:r>
                      <a:endParaRPr b="0" lang="en-US" sz="1400" strike="noStrike" u="none">
                        <a:solidFill>
                          <a:srgbClr val="000000"/>
                        </a:solidFill>
                        <a:effectLst/>
                        <a:uFillTx/>
                        <a:latin typeface="Arial"/>
                      </a:endParaRPr>
                    </a:p>
                  </a:txBody>
                  <a:tcPr anchor="ctr" marL="10800" marR="10800">
                    <a:lnL w="9360">
                      <a:solidFill>
                        <a:srgbClr val="455f51"/>
                      </a:solidFill>
                      <a:prstDash val="solid"/>
                    </a:lnL>
                    <a:lnR w="12240">
                      <a:solidFill>
                        <a:srgbClr val="808080"/>
                      </a:solidFill>
                      <a:prstDash val="dot"/>
                    </a:lnR>
                    <a:lnT w="18720">
                      <a:solidFill>
                        <a:srgbClr val="a6a6a6"/>
                      </a:solidFill>
                      <a:prstDash val="solid"/>
                    </a:lnT>
                    <a:lnB w="18720">
                      <a:solidFill>
                        <a:srgbClr val="a6a6a6"/>
                      </a:solidFill>
                      <a:prstDash val="solid"/>
                    </a:lnB>
                    <a:solidFill>
                      <a:schemeClr val="accent4">
                        <a:lumMod val="20000"/>
                        <a:lumOff val="80000"/>
                      </a:schemeClr>
                    </a:solidFill>
                  </a:tcPr>
                </a:tc>
                <a:tc>
                  <a:txBody>
                    <a:bodyPr lIns="10800" rIns="10800" tIns="0" bIns="0" anchor="ctr">
                      <a:noAutofit/>
                    </a:bodyPr>
                    <a:p>
                      <a:pPr marL="88920" defTabSz="914400">
                        <a:lnSpc>
                          <a:spcPct val="100000"/>
                        </a:lnSpc>
                        <a:spcAft>
                          <a:spcPts val="601"/>
                        </a:spcAft>
                        <a:tabLst>
                          <a:tab algn="l" pos="0"/>
                        </a:tabLst>
                      </a:pPr>
                      <a:r>
                        <a:rPr b="0" lang="ja-JP" sz="1400" strike="noStrike" u="none">
                          <a:solidFill>
                            <a:schemeClr val="dk1"/>
                          </a:solidFill>
                          <a:effectLst/>
                          <a:uFillTx/>
                          <a:latin typeface="Meiryo UI"/>
                          <a:ea typeface="Meiryo UI"/>
                        </a:rPr>
                        <a:t>寝たきりの状態から座位に体位変換することにより重力に逆らった姿勢となり、体幹周囲筋が活動する機会が増える</a:t>
                      </a:r>
                      <a:endParaRPr b="0" lang="en-US" sz="1400" strike="noStrike" u="none">
                        <a:solidFill>
                          <a:srgbClr val="000000"/>
                        </a:solidFill>
                        <a:effectLst/>
                        <a:uFillTx/>
                        <a:latin typeface="Arial"/>
                      </a:endParaRPr>
                    </a:p>
                  </a:txBody>
                  <a:tcPr anchor="ctr" marL="10800" marR="10800">
                    <a:lnL w="12240">
                      <a:solidFill>
                        <a:srgbClr val="808080"/>
                      </a:solidFill>
                      <a:prstDash val="dot"/>
                    </a:lnL>
                    <a:lnR w="18720">
                      <a:solidFill>
                        <a:srgbClr val="a6a6a6"/>
                      </a:solidFill>
                      <a:prstDash val="solid"/>
                    </a:lnR>
                    <a:lnT w="18720">
                      <a:solidFill>
                        <a:srgbClr val="a6a6a6"/>
                      </a:solidFill>
                      <a:prstDash val="solid"/>
                    </a:lnT>
                    <a:lnB w="18720">
                      <a:solidFill>
                        <a:srgbClr val="a6a6a6"/>
                      </a:solidFill>
                      <a:prstDash val="solid"/>
                    </a:lnB>
                    <a:noFill/>
                  </a:tcPr>
                </a:tc>
              </a:tr>
              <a:tr h="957960">
                <a:tc v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a:lnL>
                      <a:noFill/>
                    </a:lnL>
                    <a:lnR>
                      <a:noFill/>
                    </a:lnR>
                    <a:lnT>
                      <a:noFill/>
                    </a:lnT>
                    <a:lnB>
                      <a:noFill/>
                    </a:lnB>
                    <a:solidFill>
                      <a:srgbClr val="729fcf"/>
                    </a:solidFill>
                  </a:tcPr>
                </a:tc>
                <a:tc>
                  <a:txBody>
                    <a:bodyPr lIns="10800" rIns="10800" tIns="0" bIns="0" anchor="ctr">
                      <a:noAutofit/>
                    </a:bodyPr>
                    <a:p>
                      <a:pPr algn="ctr" defTabSz="914400">
                        <a:lnSpc>
                          <a:spcPct val="100000"/>
                        </a:lnSpc>
                      </a:pPr>
                      <a:r>
                        <a:rPr b="1" lang="ja-JP" sz="1400" strike="noStrike" u="none">
                          <a:solidFill>
                            <a:schemeClr val="dk1"/>
                          </a:solidFill>
                          <a:effectLst/>
                          <a:uFillTx/>
                          <a:latin typeface="Meiryo UI"/>
                          <a:ea typeface="Meiryo UI"/>
                        </a:rPr>
                        <a:t>摂食・咀嚼・嚥下と</a:t>
                      </a:r>
                      <a:endParaRPr b="0" lang="en-US" sz="1400" strike="noStrike" u="none">
                        <a:solidFill>
                          <a:srgbClr val="000000"/>
                        </a:solidFill>
                        <a:effectLst/>
                        <a:uFillTx/>
                        <a:latin typeface="Arial"/>
                      </a:endParaRPr>
                    </a:p>
                    <a:p>
                      <a:pPr algn="ctr" defTabSz="914400">
                        <a:lnSpc>
                          <a:spcPct val="100000"/>
                        </a:lnSpc>
                      </a:pPr>
                      <a:r>
                        <a:rPr b="1" lang="ja-JP" sz="1400" strike="noStrike" u="none">
                          <a:solidFill>
                            <a:schemeClr val="dk1"/>
                          </a:solidFill>
                          <a:effectLst/>
                          <a:uFillTx/>
                          <a:latin typeface="Meiryo UI"/>
                          <a:ea typeface="Meiryo UI"/>
                        </a:rPr>
                        <a:t>食事姿勢の改善</a:t>
                      </a:r>
                      <a:endParaRPr b="0" lang="en-US" sz="1400" strike="noStrike" u="none">
                        <a:solidFill>
                          <a:srgbClr val="000000"/>
                        </a:solidFill>
                        <a:effectLst/>
                        <a:uFillTx/>
                        <a:latin typeface="Arial"/>
                      </a:endParaRPr>
                    </a:p>
                  </a:txBody>
                  <a:tcPr anchor="ctr" marL="10800" marR="10800">
                    <a:lnL w="9360">
                      <a:solidFill>
                        <a:srgbClr val="455f51"/>
                      </a:solidFill>
                      <a:prstDash val="solid"/>
                    </a:lnL>
                    <a:lnR w="12240">
                      <a:solidFill>
                        <a:srgbClr val="808080"/>
                      </a:solidFill>
                      <a:prstDash val="dot"/>
                    </a:lnR>
                    <a:lnT w="18720">
                      <a:solidFill>
                        <a:srgbClr val="a6a6a6"/>
                      </a:solidFill>
                      <a:prstDash val="solid"/>
                    </a:lnT>
                    <a:lnB w="18720">
                      <a:solidFill>
                        <a:srgbClr val="a6a6a6"/>
                      </a:solidFill>
                      <a:prstDash val="solid"/>
                    </a:lnB>
                    <a:solidFill>
                      <a:schemeClr val="accent4">
                        <a:lumMod val="20000"/>
                        <a:lumOff val="80000"/>
                      </a:schemeClr>
                    </a:solidFill>
                  </a:tcPr>
                </a:tc>
                <a:tc>
                  <a:txBody>
                    <a:bodyPr lIns="10800" rIns="10800" tIns="0" bIns="0" anchor="ctr">
                      <a:noAutofit/>
                    </a:bodyPr>
                    <a:p>
                      <a:pPr marL="88920" defTabSz="914400">
                        <a:lnSpc>
                          <a:spcPct val="100000"/>
                        </a:lnSpc>
                        <a:spcAft>
                          <a:spcPts val="601"/>
                        </a:spcAft>
                        <a:tabLst>
                          <a:tab algn="l" pos="0"/>
                        </a:tabLst>
                      </a:pPr>
                      <a:r>
                        <a:rPr b="0" lang="ja-JP" sz="1400" strike="noStrike" u="none">
                          <a:solidFill>
                            <a:schemeClr val="dk1"/>
                          </a:solidFill>
                          <a:effectLst/>
                          <a:uFillTx/>
                          <a:latin typeface="Meiryo UI"/>
                          <a:ea typeface="Meiryo UI"/>
                        </a:rPr>
                        <a:t>シーティングにより体幹、頭部、顎部が安定し、唇や舌の動きが改善し、嚥下機能の改善が期待される</a:t>
                      </a:r>
                      <a:endParaRPr b="0" lang="en-US" sz="1400" strike="noStrike" u="none">
                        <a:solidFill>
                          <a:srgbClr val="000000"/>
                        </a:solidFill>
                        <a:effectLst/>
                        <a:uFillTx/>
                        <a:latin typeface="Arial"/>
                      </a:endParaRPr>
                    </a:p>
                  </a:txBody>
                  <a:tcPr anchor="ctr" marL="10800" marR="10800">
                    <a:lnL w="12240">
                      <a:solidFill>
                        <a:srgbClr val="808080"/>
                      </a:solidFill>
                      <a:prstDash val="dot"/>
                    </a:lnL>
                    <a:lnR w="18720">
                      <a:solidFill>
                        <a:srgbClr val="a6a6a6"/>
                      </a:solidFill>
                      <a:prstDash val="solid"/>
                    </a:lnR>
                    <a:lnT w="18720">
                      <a:solidFill>
                        <a:srgbClr val="a6a6a6"/>
                      </a:solidFill>
                      <a:prstDash val="solid"/>
                    </a:lnT>
                    <a:lnB w="18720">
                      <a:solidFill>
                        <a:srgbClr val="a6a6a6"/>
                      </a:solidFill>
                      <a:prstDash val="solid"/>
                    </a:lnB>
                    <a:noFill/>
                  </a:tcPr>
                </a:tc>
              </a:tr>
              <a:tr h="957960">
                <a:tc v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a:lnL>
                      <a:noFill/>
                    </a:lnL>
                    <a:lnR>
                      <a:noFill/>
                    </a:lnR>
                    <a:lnT>
                      <a:noFill/>
                    </a:lnT>
                    <a:lnB>
                      <a:noFill/>
                    </a:lnB>
                    <a:solidFill>
                      <a:srgbClr val="729fcf"/>
                    </a:solidFill>
                  </a:tcPr>
                </a:tc>
                <a:tc>
                  <a:txBody>
                    <a:bodyPr lIns="10800" rIns="10800" tIns="0" bIns="0" anchor="ctr">
                      <a:noAutofit/>
                    </a:bodyPr>
                    <a:p>
                      <a:pPr algn="ctr" defTabSz="914400">
                        <a:lnSpc>
                          <a:spcPct val="100000"/>
                        </a:lnSpc>
                      </a:pPr>
                      <a:r>
                        <a:rPr b="1" lang="ja-JP" sz="1400" strike="noStrike" u="none">
                          <a:solidFill>
                            <a:schemeClr val="dk1"/>
                          </a:solidFill>
                          <a:effectLst/>
                          <a:uFillTx/>
                          <a:latin typeface="Meiryo UI"/>
                          <a:ea typeface="Meiryo UI"/>
                        </a:rPr>
                        <a:t>目と手の協調性、</a:t>
                      </a:r>
                      <a:endParaRPr b="0" lang="en-US" sz="1400" strike="noStrike" u="none">
                        <a:solidFill>
                          <a:srgbClr val="000000"/>
                        </a:solidFill>
                        <a:effectLst/>
                        <a:uFillTx/>
                        <a:latin typeface="Arial"/>
                      </a:endParaRPr>
                    </a:p>
                    <a:p>
                      <a:pPr algn="ctr" defTabSz="914400">
                        <a:lnSpc>
                          <a:spcPct val="100000"/>
                        </a:lnSpc>
                      </a:pPr>
                      <a:r>
                        <a:rPr b="1" lang="ja-JP" sz="1400" strike="noStrike" u="none">
                          <a:solidFill>
                            <a:schemeClr val="dk1"/>
                          </a:solidFill>
                          <a:effectLst/>
                          <a:uFillTx/>
                          <a:latin typeface="Meiryo UI"/>
                          <a:ea typeface="Meiryo UI"/>
                        </a:rPr>
                        <a:t>上肢機能の改善</a:t>
                      </a:r>
                      <a:endParaRPr b="0" lang="en-US" sz="1400" strike="noStrike" u="none">
                        <a:solidFill>
                          <a:srgbClr val="000000"/>
                        </a:solidFill>
                        <a:effectLst/>
                        <a:uFillTx/>
                        <a:latin typeface="Arial"/>
                      </a:endParaRPr>
                    </a:p>
                  </a:txBody>
                  <a:tcPr anchor="ctr" marL="10800" marR="10800">
                    <a:lnL w="9360">
                      <a:solidFill>
                        <a:srgbClr val="455f51"/>
                      </a:solidFill>
                      <a:prstDash val="solid"/>
                    </a:lnL>
                    <a:lnR w="12240">
                      <a:solidFill>
                        <a:srgbClr val="808080"/>
                      </a:solidFill>
                      <a:prstDash val="dot"/>
                    </a:lnR>
                    <a:lnT w="18720">
                      <a:solidFill>
                        <a:srgbClr val="a6a6a6"/>
                      </a:solidFill>
                      <a:prstDash val="solid"/>
                    </a:lnT>
                    <a:lnB w="18720">
                      <a:solidFill>
                        <a:srgbClr val="a6a6a6"/>
                      </a:solidFill>
                      <a:prstDash val="solid"/>
                    </a:lnB>
                    <a:solidFill>
                      <a:schemeClr val="accent4">
                        <a:lumMod val="20000"/>
                        <a:lumOff val="80000"/>
                      </a:schemeClr>
                    </a:solidFill>
                  </a:tcPr>
                </a:tc>
                <a:tc>
                  <a:txBody>
                    <a:bodyPr lIns="10800" rIns="10800" tIns="0" bIns="0" anchor="ctr">
                      <a:noAutofit/>
                    </a:bodyPr>
                    <a:p>
                      <a:pPr marL="88920" defTabSz="914400">
                        <a:lnSpc>
                          <a:spcPct val="100000"/>
                        </a:lnSpc>
                        <a:spcAft>
                          <a:spcPts val="601"/>
                        </a:spcAft>
                        <a:tabLst>
                          <a:tab algn="l" pos="0"/>
                        </a:tabLst>
                      </a:pPr>
                      <a:r>
                        <a:rPr b="0" lang="ja-JP" sz="1400" strike="noStrike" u="none">
                          <a:solidFill>
                            <a:schemeClr val="dk1"/>
                          </a:solidFill>
                          <a:effectLst/>
                          <a:uFillTx/>
                          <a:latin typeface="Meiryo UI"/>
                          <a:ea typeface="Meiryo UI"/>
                        </a:rPr>
                        <a:t>シーティングにより体幹が安定することにより、上肢動作能力が向上する</a:t>
                      </a:r>
                      <a:endParaRPr b="0" lang="en-US" sz="1400" strike="noStrike" u="none">
                        <a:solidFill>
                          <a:srgbClr val="000000"/>
                        </a:solidFill>
                        <a:effectLst/>
                        <a:uFillTx/>
                        <a:latin typeface="Arial"/>
                      </a:endParaRPr>
                    </a:p>
                  </a:txBody>
                  <a:tcPr anchor="ctr" marL="10800" marR="10800">
                    <a:lnL w="12240">
                      <a:solidFill>
                        <a:srgbClr val="808080"/>
                      </a:solidFill>
                      <a:prstDash val="dot"/>
                    </a:lnL>
                    <a:lnR w="18720">
                      <a:solidFill>
                        <a:srgbClr val="a6a6a6"/>
                      </a:solidFill>
                      <a:prstDash val="solid"/>
                    </a:lnR>
                    <a:lnT w="18720">
                      <a:solidFill>
                        <a:srgbClr val="a6a6a6"/>
                      </a:solidFill>
                      <a:prstDash val="solid"/>
                    </a:lnT>
                    <a:lnB w="18720">
                      <a:solidFill>
                        <a:srgbClr val="a6a6a6"/>
                      </a:solidFill>
                      <a:prstDash val="solid"/>
                    </a:lnB>
                    <a:noFill/>
                  </a:tcPr>
                </a:tc>
              </a:tr>
            </a:tbl>
          </a:graphicData>
        </a:graphic>
      </p:graphicFrame>
      <p:pic>
        <p:nvPicPr>
          <p:cNvPr id="1543" name="グラフィックス 13" descr="心臓 単色塗りつぶし"/>
          <p:cNvPicPr/>
          <p:nvPr/>
        </p:nvPicPr>
        <p:blipFill>
          <a:blip r:embed="rId1">
            <a:extLst>
              <a:ext uri="{96DAC541-7B7A-43D3-8B79-37D633B846F1}">
                <asvg:svgBlip xmlns:asvg="http://schemas.microsoft.com/office/drawing/2016/SVG/main" r:embed="rId2"/>
              </a:ext>
            </a:extLst>
          </a:blip>
          <a:stretch/>
        </p:blipFill>
        <p:spPr>
          <a:xfrm>
            <a:off x="200160" y="4053240"/>
            <a:ext cx="642600" cy="642600"/>
          </a:xfrm>
          <a:prstGeom prst="rect">
            <a:avLst/>
          </a:prstGeom>
          <a:noFill/>
          <a:ln w="0">
            <a:noFill/>
          </a:ln>
        </p:spPr>
      </p:pic>
      <p:pic>
        <p:nvPicPr>
          <p:cNvPr id="1544" name="グラフィックス 16" descr="肺 単色塗りつぶし"/>
          <p:cNvPicPr/>
          <p:nvPr/>
        </p:nvPicPr>
        <p:blipFill>
          <a:blip r:embed="rId3">
            <a:extLst>
              <a:ext uri="{96DAC541-7B7A-43D3-8B79-37D633B846F1}">
                <asvg:svgBlip xmlns:asvg="http://schemas.microsoft.com/office/drawing/2016/SVG/main" r:embed="rId4"/>
              </a:ext>
            </a:extLst>
          </a:blip>
          <a:stretch/>
        </p:blipFill>
        <p:spPr>
          <a:xfrm>
            <a:off x="521640" y="4620960"/>
            <a:ext cx="642600" cy="64260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5" name="PlaceHolder 1"/>
          <p:cNvSpPr>
            <a:spLocks noGrp="1"/>
          </p:cNvSpPr>
          <p:nvPr>
            <p:ph type="title"/>
          </p:nvPr>
        </p:nvSpPr>
        <p:spPr>
          <a:xfrm>
            <a:off x="199440" y="136800"/>
            <a:ext cx="9505440" cy="369000"/>
          </a:xfrm>
          <a:prstGeom prst="rect">
            <a:avLst/>
          </a:prstGeom>
          <a:noFill/>
          <a:ln w="0">
            <a:noFill/>
          </a:ln>
        </p:spPr>
        <p:txBody>
          <a:bodyPr lIns="36000" rIns="0" tIns="45720" bIns="45720" anchor="ctr">
            <a:noAutofit/>
          </a:bodyPr>
          <a:p>
            <a:pPr indent="0" defTabSz="914400">
              <a:lnSpc>
                <a:spcPct val="90000"/>
              </a:lnSpc>
              <a:buNone/>
            </a:pPr>
            <a:r>
              <a:rPr b="1" lang="en-US" sz="2000" strike="noStrike" u="none">
                <a:solidFill>
                  <a:schemeClr val="dk1"/>
                </a:solidFill>
                <a:effectLst/>
                <a:uFillTx/>
                <a:latin typeface="Meiryo UI"/>
                <a:ea typeface="Meiryo UI"/>
              </a:rPr>
              <a:t>2.3</a:t>
            </a:r>
            <a:r>
              <a:rPr b="1" lang="ja-JP" sz="2000" strike="noStrike" u="none">
                <a:solidFill>
                  <a:schemeClr val="dk1"/>
                </a:solidFill>
                <a:effectLst/>
                <a:uFillTx/>
                <a:latin typeface="Meiryo UI"/>
                <a:ea typeface="Meiryo UI"/>
              </a:rPr>
              <a:t>　高齢者ケアにおけるシーティングの目的</a:t>
            </a:r>
            <a:endParaRPr b="0" lang="en-US" sz="2000" strike="noStrike" u="none">
              <a:solidFill>
                <a:schemeClr val="dk1"/>
              </a:solidFill>
              <a:effectLst/>
              <a:uFillTx/>
              <a:latin typeface="Meiryo UI"/>
            </a:endParaRPr>
          </a:p>
        </p:txBody>
      </p:sp>
      <p:sp>
        <p:nvSpPr>
          <p:cNvPr id="1546" name="正方形/長方形 2"/>
          <p:cNvSpPr/>
          <p:nvPr/>
        </p:nvSpPr>
        <p:spPr>
          <a:xfrm>
            <a:off x="199440" y="547200"/>
            <a:ext cx="9505440" cy="369000"/>
          </a:xfrm>
          <a:prstGeom prst="rect">
            <a:avLst/>
          </a:prstGeom>
          <a:noFill/>
          <a:ln w="0">
            <a:noFill/>
          </a:ln>
        </p:spPr>
        <p:style>
          <a:lnRef idx="0"/>
          <a:fillRef idx="0"/>
          <a:effectRef idx="0"/>
          <a:fontRef idx="minor"/>
        </p:style>
        <p:txBody>
          <a:bodyPr anchor="t">
            <a:noAutofit/>
          </a:bodyPr>
          <a:p>
            <a:pPr marL="180000" indent="-180000" defTabSz="914400">
              <a:lnSpc>
                <a:spcPct val="90000"/>
              </a:lnSpc>
              <a:spcAft>
                <a:spcPts val="601"/>
              </a:spcAft>
              <a:buClr>
                <a:srgbClr val="222f28"/>
              </a:buClr>
              <a:buFont typeface="Arial"/>
              <a:buChar char="•"/>
            </a:pPr>
            <a:r>
              <a:rPr b="1" lang="ja-JP" sz="2000" strike="noStrike" u="none">
                <a:solidFill>
                  <a:schemeClr val="dk2">
                    <a:lumMod val="50000"/>
                  </a:schemeClr>
                </a:solidFill>
                <a:effectLst/>
                <a:uFillTx/>
                <a:latin typeface="Meiryo UI"/>
                <a:ea typeface="Meiryo UI"/>
              </a:rPr>
              <a:t>シーティングの目的は、活動・参加の促進や環境因子・個人因子の改善が挙げられます。</a:t>
            </a:r>
            <a:endParaRPr b="0" lang="en-US" sz="2000" strike="noStrike" u="none">
              <a:solidFill>
                <a:srgbClr val="000000"/>
              </a:solidFill>
              <a:effectLst/>
              <a:uFillTx/>
              <a:latin typeface="Arial"/>
            </a:endParaRPr>
          </a:p>
        </p:txBody>
      </p:sp>
      <p:graphicFrame>
        <p:nvGraphicFramePr>
          <p:cNvPr id="1547" name="Group 65"/>
          <p:cNvGraphicFramePr/>
          <p:nvPr/>
        </p:nvGraphicFramePr>
        <p:xfrm>
          <a:off x="199440" y="1238400"/>
          <a:ext cx="9505440" cy="5046480"/>
        </p:xfrm>
        <a:graphic>
          <a:graphicData uri="http://schemas.openxmlformats.org/drawingml/2006/table">
            <a:tbl>
              <a:tblPr/>
              <a:tblGrid>
                <a:gridCol w="1080720"/>
                <a:gridCol w="2662560"/>
                <a:gridCol w="5761800"/>
              </a:tblGrid>
              <a:tr h="321840">
                <a:tc>
                  <a:txBody>
                    <a:bodyPr lIns="53640" rIns="35640" tIns="18000" bIns="18000" anchor="ctr">
                      <a:noAutofit/>
                    </a:bodyPr>
                    <a:p>
                      <a:endParaRPr b="1" lang="en-US" sz="1500" strike="noStrike" u="none">
                        <a:solidFill>
                          <a:schemeClr val="dk1"/>
                        </a:solidFill>
                        <a:effectLst/>
                        <a:uFillTx/>
                        <a:latin typeface="Meiryo UI"/>
                        <a:ea typeface="Meiryo UI"/>
                      </a:endParaRPr>
                    </a:p>
                  </a:txBody>
                  <a:tcPr anchor="ctr" marL="53640" marR="35640">
                    <a:lnL w="9360">
                      <a:noFill/>
                      <a:prstDash val="solid"/>
                    </a:lnL>
                    <a:lnR w="9360">
                      <a:solidFill>
                        <a:srgbClr val="455f51"/>
                      </a:solidFill>
                      <a:prstDash val="solid"/>
                    </a:lnR>
                    <a:lnT w="9360">
                      <a:noFill/>
                      <a:prstDash val="solid"/>
                    </a:lnT>
                    <a:lnB w="9360">
                      <a:solidFill>
                        <a:srgbClr val="455f51"/>
                      </a:solidFill>
                      <a:prstDash val="solid"/>
                    </a:lnB>
                    <a:noFill/>
                  </a:tcPr>
                </a:tc>
                <a:tc>
                  <a:txBody>
                    <a:bodyPr lIns="53640" rIns="35640" tIns="18000" bIns="18000" anchor="ctr">
                      <a:noAutofit/>
                    </a:bodyPr>
                    <a:p>
                      <a:pPr algn="ctr" defTabSz="914400">
                        <a:lnSpc>
                          <a:spcPct val="100000"/>
                        </a:lnSpc>
                        <a:spcBef>
                          <a:spcPts val="281"/>
                        </a:spcBef>
                        <a:tabLst>
                          <a:tab algn="l" pos="0"/>
                        </a:tabLst>
                      </a:pPr>
                      <a:r>
                        <a:rPr b="1" lang="ja-JP" sz="1400" strike="noStrike" u="none">
                          <a:solidFill>
                            <a:schemeClr val="lt1"/>
                          </a:solidFill>
                          <a:effectLst/>
                          <a:uFillTx/>
                          <a:latin typeface="Meiryo UI"/>
                          <a:ea typeface="Meiryo UI"/>
                        </a:rPr>
                        <a:t>目的</a:t>
                      </a:r>
                      <a:endParaRPr b="0" lang="en-US" sz="1400" strike="noStrike" u="none">
                        <a:solidFill>
                          <a:srgbClr val="000000"/>
                        </a:solidFill>
                        <a:effectLst/>
                        <a:uFillTx/>
                        <a:latin typeface="Arial"/>
                      </a:endParaRPr>
                    </a:p>
                  </a:txBody>
                  <a:tcPr anchor="ctr" marL="53640" marR="35640">
                    <a:lnL w="9360">
                      <a:solidFill>
                        <a:srgbClr val="455f51"/>
                      </a:solidFill>
                      <a:prstDash val="solid"/>
                    </a:lnL>
                    <a:lnR w="12240">
                      <a:solidFill>
                        <a:srgbClr val="ffffff"/>
                      </a:solidFill>
                      <a:prstDash val="dot"/>
                    </a:lnR>
                    <a:lnT w="9360">
                      <a:solidFill>
                        <a:srgbClr val="455f51"/>
                      </a:solidFill>
                      <a:prstDash val="solid"/>
                    </a:lnT>
                    <a:lnB w="9360">
                      <a:solidFill>
                        <a:srgbClr val="455f51"/>
                      </a:solidFill>
                      <a:prstDash val="solid"/>
                    </a:lnB>
                    <a:solidFill>
                      <a:schemeClr val="lt1">
                        <a:lumMod val="65000"/>
                      </a:schemeClr>
                    </a:solidFill>
                  </a:tcPr>
                </a:tc>
                <a:tc>
                  <a:txBody>
                    <a:bodyPr lIns="53640" rIns="35640" tIns="18000" bIns="18000" anchor="ctr">
                      <a:noAutofit/>
                    </a:bodyPr>
                    <a:p>
                      <a:pPr algn="ctr" defTabSz="914400">
                        <a:lnSpc>
                          <a:spcPct val="100000"/>
                        </a:lnSpc>
                        <a:spcBef>
                          <a:spcPts val="281"/>
                        </a:spcBef>
                        <a:tabLst>
                          <a:tab algn="l" pos="0"/>
                        </a:tabLst>
                      </a:pPr>
                      <a:r>
                        <a:rPr b="1" lang="ja-JP" sz="1400" strike="noStrike" u="none">
                          <a:solidFill>
                            <a:schemeClr val="lt1"/>
                          </a:solidFill>
                          <a:effectLst/>
                          <a:uFillTx/>
                          <a:latin typeface="Meiryo UI"/>
                          <a:ea typeface="Meiryo UI"/>
                        </a:rPr>
                        <a:t>高齢者における具体例</a:t>
                      </a:r>
                      <a:endParaRPr b="0" lang="en-US" sz="1400" strike="noStrike" u="none">
                        <a:solidFill>
                          <a:srgbClr val="000000"/>
                        </a:solidFill>
                        <a:effectLst/>
                        <a:uFillTx/>
                        <a:latin typeface="Arial"/>
                      </a:endParaRPr>
                    </a:p>
                  </a:txBody>
                  <a:tcPr anchor="ctr" marL="53640" marR="35640">
                    <a:lnL w="12240">
                      <a:solidFill>
                        <a:srgbClr val="ffffff"/>
                      </a:solidFill>
                      <a:prstDash val="dot"/>
                    </a:lnL>
                    <a:lnR w="9360">
                      <a:solidFill>
                        <a:srgbClr val="455f51"/>
                      </a:solidFill>
                      <a:prstDash val="solid"/>
                    </a:lnR>
                    <a:lnT w="9360">
                      <a:solidFill>
                        <a:srgbClr val="455f51"/>
                      </a:solidFill>
                      <a:prstDash val="solid"/>
                    </a:lnT>
                    <a:lnB w="9360">
                      <a:solidFill>
                        <a:srgbClr val="455f51"/>
                      </a:solidFill>
                      <a:prstDash val="solid"/>
                    </a:lnB>
                    <a:solidFill>
                      <a:schemeClr val="lt1">
                        <a:lumMod val="65000"/>
                      </a:schemeClr>
                    </a:solidFill>
                  </a:tcPr>
                </a:tc>
              </a:tr>
              <a:tr h="712800">
                <a:tc rowSpan="2">
                  <a:txBody>
                    <a:bodyPr lIns="53640" rIns="35640" tIns="18000" bIns="18000" anchor="ctr">
                      <a:noAutofit/>
                    </a:bodyPr>
                    <a:p>
                      <a:pPr algn="ctr" defTabSz="914400">
                        <a:lnSpc>
                          <a:spcPct val="100000"/>
                        </a:lnSpc>
                        <a:spcBef>
                          <a:spcPts val="281"/>
                        </a:spcBef>
                        <a:tabLst>
                          <a:tab algn="l" pos="0"/>
                        </a:tabLst>
                      </a:pPr>
                      <a:r>
                        <a:rPr b="1" lang="ja-JP" sz="1400" strike="noStrike" u="none">
                          <a:solidFill>
                            <a:schemeClr val="lt1"/>
                          </a:solidFill>
                          <a:effectLst/>
                          <a:uFillTx/>
                          <a:latin typeface="Meiryo UI"/>
                          <a:ea typeface="Meiryo UI"/>
                        </a:rPr>
                        <a:t>活動</a:t>
                      </a:r>
                      <a:endParaRPr b="0" lang="en-US" sz="1400" strike="noStrike" u="none">
                        <a:solidFill>
                          <a:srgbClr val="ffffff"/>
                        </a:solidFill>
                        <a:effectLst/>
                        <a:uFillTx/>
                        <a:latin typeface="Arial"/>
                      </a:endParaRPr>
                    </a:p>
                    <a:p>
                      <a:pPr algn="ctr" defTabSz="914400">
                        <a:lnSpc>
                          <a:spcPct val="100000"/>
                        </a:lnSpc>
                        <a:spcBef>
                          <a:spcPts val="281"/>
                        </a:spcBef>
                        <a:tabLst>
                          <a:tab algn="l" pos="0"/>
                        </a:tabLst>
                      </a:pPr>
                      <a:endParaRPr b="0" lang="en-US" sz="1400" strike="noStrike" u="none">
                        <a:solidFill>
                          <a:srgbClr val="ffffff"/>
                        </a:solidFill>
                        <a:effectLst/>
                        <a:uFillTx/>
                        <a:latin typeface="Arial"/>
                      </a:endParaRPr>
                    </a:p>
                  </a:txBody>
                  <a:tcPr anchor="ctr" marL="53640" marR="35640">
                    <a:lnL w="9360">
                      <a:solidFill>
                        <a:srgbClr val="455f51"/>
                      </a:solidFill>
                      <a:prstDash val="solid"/>
                    </a:lnL>
                    <a:lnR w="9360">
                      <a:solidFill>
                        <a:srgbClr val="455f51"/>
                      </a:solidFill>
                      <a:prstDash val="solid"/>
                    </a:lnR>
                    <a:lnT w="9360">
                      <a:solidFill>
                        <a:srgbClr val="455f51"/>
                      </a:solidFill>
                      <a:prstDash val="solid"/>
                    </a:lnT>
                    <a:lnB w="12240">
                      <a:solidFill>
                        <a:srgbClr val="ffffff"/>
                      </a:solidFill>
                      <a:prstDash val="solid"/>
                    </a:lnB>
                    <a:solidFill>
                      <a:schemeClr val="accent4"/>
                    </a:solidFill>
                  </a:tcPr>
                </a:tc>
                <a:tc>
                  <a:txBody>
                    <a:bodyPr lIns="10800" rIns="10800" tIns="0" bIns="0" anchor="ctr">
                      <a:noAutofit/>
                    </a:bodyPr>
                    <a:p>
                      <a:pPr algn="ctr" defTabSz="914400">
                        <a:lnSpc>
                          <a:spcPct val="100000"/>
                        </a:lnSpc>
                      </a:pPr>
                      <a:r>
                        <a:rPr b="1" lang="ja-JP" sz="1400" strike="noStrike" u="none">
                          <a:solidFill>
                            <a:schemeClr val="dk1"/>
                          </a:solidFill>
                          <a:effectLst/>
                          <a:uFillTx/>
                          <a:latin typeface="Meiryo UI"/>
                          <a:ea typeface="Meiryo UI"/>
                        </a:rPr>
                        <a:t>日常生活活動の</a:t>
                      </a:r>
                      <a:endParaRPr b="0" lang="en-US" sz="1400" strike="noStrike" u="none">
                        <a:solidFill>
                          <a:srgbClr val="000000"/>
                        </a:solidFill>
                        <a:effectLst/>
                        <a:uFillTx/>
                        <a:latin typeface="Arial"/>
                      </a:endParaRPr>
                    </a:p>
                    <a:p>
                      <a:pPr algn="ctr" defTabSz="914400">
                        <a:lnSpc>
                          <a:spcPct val="100000"/>
                        </a:lnSpc>
                      </a:pPr>
                      <a:r>
                        <a:rPr b="1" lang="ja-JP" sz="1400" strike="noStrike" u="none">
                          <a:solidFill>
                            <a:schemeClr val="dk1"/>
                          </a:solidFill>
                          <a:effectLst/>
                          <a:uFillTx/>
                          <a:latin typeface="Meiryo UI"/>
                          <a:ea typeface="Meiryo UI"/>
                        </a:rPr>
                        <a:t>実用性向上</a:t>
                      </a:r>
                      <a:endParaRPr b="0" lang="en-US" sz="1400" strike="noStrike" u="none">
                        <a:solidFill>
                          <a:srgbClr val="000000"/>
                        </a:solidFill>
                        <a:effectLst/>
                        <a:uFillTx/>
                        <a:latin typeface="Arial"/>
                      </a:endParaRPr>
                    </a:p>
                  </a:txBody>
                  <a:tcPr anchor="ctr" marL="10800" marR="10800">
                    <a:lnL w="9360">
                      <a:solidFill>
                        <a:srgbClr val="455f51"/>
                      </a:solidFill>
                      <a:prstDash val="solid"/>
                    </a:lnL>
                    <a:lnR w="12240">
                      <a:solidFill>
                        <a:srgbClr val="808080"/>
                      </a:solidFill>
                      <a:prstDash val="dot"/>
                    </a:lnR>
                    <a:lnT w="9360">
                      <a:solidFill>
                        <a:srgbClr val="455f51"/>
                      </a:solidFill>
                      <a:prstDash val="solid"/>
                    </a:lnT>
                    <a:lnB w="18720">
                      <a:solidFill>
                        <a:srgbClr val="a6a6a6"/>
                      </a:solidFill>
                      <a:prstDash val="solid"/>
                    </a:lnB>
                    <a:solidFill>
                      <a:schemeClr val="accent4">
                        <a:lumMod val="20000"/>
                        <a:lumOff val="80000"/>
                      </a:schemeClr>
                    </a:solidFill>
                  </a:tcPr>
                </a:tc>
                <a:tc>
                  <a:txBody>
                    <a:bodyPr lIns="10800" rIns="10800" tIns="0" bIns="0" anchor="ctr">
                      <a:noAutofit/>
                    </a:bodyPr>
                    <a:p>
                      <a:pPr marL="88920" defTabSz="914400">
                        <a:lnSpc>
                          <a:spcPct val="100000"/>
                        </a:lnSpc>
                        <a:spcAft>
                          <a:spcPts val="601"/>
                        </a:spcAft>
                        <a:tabLst>
                          <a:tab algn="l" pos="0"/>
                        </a:tabLst>
                      </a:pPr>
                      <a:r>
                        <a:rPr b="0" lang="ja-JP" sz="1400" strike="noStrike" u="none">
                          <a:solidFill>
                            <a:schemeClr val="dk1"/>
                          </a:solidFill>
                          <a:effectLst/>
                          <a:uFillTx/>
                          <a:latin typeface="Meiryo UI"/>
                          <a:ea typeface="Meiryo UI"/>
                        </a:rPr>
                        <a:t>シーティングにより体幹が安定することにより、食事・更衣・整容といった上肢を用いた動作の自立度が向上する</a:t>
                      </a:r>
                      <a:endParaRPr b="0" lang="en-US" sz="1400" strike="noStrike" u="none">
                        <a:solidFill>
                          <a:srgbClr val="000000"/>
                        </a:solidFill>
                        <a:effectLst/>
                        <a:uFillTx/>
                        <a:latin typeface="Arial"/>
                      </a:endParaRPr>
                    </a:p>
                  </a:txBody>
                  <a:tcPr anchor="ctr" marL="10800" marR="10800">
                    <a:lnL w="12240">
                      <a:solidFill>
                        <a:srgbClr val="808080"/>
                      </a:solidFill>
                      <a:prstDash val="dot"/>
                    </a:lnL>
                    <a:lnR w="18720">
                      <a:solidFill>
                        <a:srgbClr val="a6a6a6"/>
                      </a:solidFill>
                      <a:prstDash val="solid"/>
                    </a:lnR>
                    <a:lnT w="9360">
                      <a:solidFill>
                        <a:srgbClr val="455f51"/>
                      </a:solidFill>
                      <a:prstDash val="solid"/>
                    </a:lnT>
                    <a:lnB w="18720">
                      <a:solidFill>
                        <a:srgbClr val="a6a6a6"/>
                      </a:solidFill>
                      <a:prstDash val="solid"/>
                    </a:lnB>
                    <a:noFill/>
                  </a:tcPr>
                </a:tc>
              </a:tr>
              <a:tr h="712800">
                <a:tc v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a:lnL>
                      <a:noFill/>
                    </a:lnL>
                    <a:lnR>
                      <a:noFill/>
                    </a:lnR>
                    <a:lnT>
                      <a:noFill/>
                    </a:lnT>
                    <a:lnB>
                      <a:noFill/>
                    </a:lnB>
                    <a:solidFill>
                      <a:srgbClr val="729fcf"/>
                    </a:solidFill>
                  </a:tcPr>
                </a:tc>
                <a:tc>
                  <a:txBody>
                    <a:bodyPr lIns="10800" rIns="10800" tIns="0" bIns="0" anchor="ctr">
                      <a:noAutofit/>
                    </a:bodyPr>
                    <a:p>
                      <a:pPr algn="ctr" defTabSz="914400">
                        <a:lnSpc>
                          <a:spcPct val="100000"/>
                        </a:lnSpc>
                      </a:pPr>
                      <a:r>
                        <a:rPr b="1" lang="ja-JP" sz="1400" strike="noStrike" u="none">
                          <a:solidFill>
                            <a:schemeClr val="dk1"/>
                          </a:solidFill>
                          <a:effectLst/>
                          <a:uFillTx/>
                          <a:latin typeface="Meiryo UI"/>
                          <a:ea typeface="Meiryo UI"/>
                        </a:rPr>
                        <a:t>移動能力の向上</a:t>
                      </a:r>
                      <a:endParaRPr b="0" lang="en-US" sz="1400" strike="noStrike" u="none">
                        <a:solidFill>
                          <a:srgbClr val="000000"/>
                        </a:solidFill>
                        <a:effectLst/>
                        <a:uFillTx/>
                        <a:latin typeface="Arial"/>
                      </a:endParaRPr>
                    </a:p>
                  </a:txBody>
                  <a:tcPr anchor="ctr" marL="10800" marR="10800">
                    <a:lnL w="9360">
                      <a:solidFill>
                        <a:srgbClr val="455f51"/>
                      </a:solidFill>
                      <a:prstDash val="solid"/>
                    </a:lnL>
                    <a:lnR w="12240">
                      <a:solidFill>
                        <a:srgbClr val="808080"/>
                      </a:solidFill>
                      <a:prstDash val="dot"/>
                    </a:lnR>
                    <a:lnT w="18720">
                      <a:solidFill>
                        <a:srgbClr val="a6a6a6"/>
                      </a:solidFill>
                      <a:prstDash val="solid"/>
                    </a:lnT>
                    <a:lnB w="18720">
                      <a:solidFill>
                        <a:srgbClr val="a6a6a6"/>
                      </a:solidFill>
                      <a:prstDash val="solid"/>
                    </a:lnB>
                    <a:solidFill>
                      <a:schemeClr val="accent4">
                        <a:lumMod val="20000"/>
                        <a:lumOff val="80000"/>
                      </a:schemeClr>
                    </a:solidFill>
                  </a:tcPr>
                </a:tc>
                <a:tc>
                  <a:txBody>
                    <a:bodyPr lIns="10800" rIns="10800" tIns="0" bIns="0" anchor="ctr">
                      <a:noAutofit/>
                    </a:bodyPr>
                    <a:p>
                      <a:pPr marL="88920" defTabSz="914400">
                        <a:lnSpc>
                          <a:spcPct val="100000"/>
                        </a:lnSpc>
                        <a:spcAft>
                          <a:spcPts val="601"/>
                        </a:spcAft>
                        <a:tabLst>
                          <a:tab algn="l" pos="0"/>
                        </a:tabLst>
                      </a:pPr>
                      <a:r>
                        <a:rPr b="0" lang="ja-JP" sz="1400" strike="noStrike" u="none">
                          <a:solidFill>
                            <a:schemeClr val="dk1"/>
                          </a:solidFill>
                          <a:effectLst/>
                          <a:uFillTx/>
                          <a:latin typeface="Meiryo UI"/>
                          <a:ea typeface="Meiryo UI"/>
                        </a:rPr>
                        <a:t>シーティングにより体幹安定、上肢動作が向上し、車椅子自走、介助での移動、電動車椅子の操作等が容易になり、移動能力が拡大する</a:t>
                      </a:r>
                      <a:endParaRPr b="0" lang="en-US" sz="1400" strike="noStrike" u="none">
                        <a:solidFill>
                          <a:srgbClr val="000000"/>
                        </a:solidFill>
                        <a:effectLst/>
                        <a:uFillTx/>
                        <a:latin typeface="Arial"/>
                      </a:endParaRPr>
                    </a:p>
                  </a:txBody>
                  <a:tcPr anchor="ctr" marL="10800" marR="10800">
                    <a:lnL w="12240">
                      <a:solidFill>
                        <a:srgbClr val="808080"/>
                      </a:solidFill>
                      <a:prstDash val="dot"/>
                    </a:lnL>
                    <a:lnR w="18720">
                      <a:solidFill>
                        <a:srgbClr val="a6a6a6"/>
                      </a:solidFill>
                      <a:prstDash val="solid"/>
                    </a:lnR>
                    <a:lnT w="18720">
                      <a:solidFill>
                        <a:srgbClr val="a6a6a6"/>
                      </a:solidFill>
                      <a:prstDash val="solid"/>
                    </a:lnT>
                    <a:lnB w="18720">
                      <a:solidFill>
                        <a:srgbClr val="a6a6a6"/>
                      </a:solidFill>
                      <a:prstDash val="solid"/>
                    </a:lnB>
                    <a:noFill/>
                  </a:tcPr>
                </a:tc>
              </a:tr>
              <a:tr h="712800">
                <a:tc rowSpan="2">
                  <a:txBody>
                    <a:bodyPr lIns="53640" rIns="35640" tIns="18000" bIns="18000" anchor="ctr">
                      <a:noAutofit/>
                    </a:bodyPr>
                    <a:p>
                      <a:pPr algn="ctr" defTabSz="914400">
                        <a:lnSpc>
                          <a:spcPct val="100000"/>
                        </a:lnSpc>
                        <a:spcBef>
                          <a:spcPts val="281"/>
                        </a:spcBef>
                        <a:tabLst>
                          <a:tab algn="l" pos="0"/>
                        </a:tabLst>
                      </a:pPr>
                      <a:r>
                        <a:rPr b="1" lang="ja-JP" sz="1400" strike="noStrike" u="none">
                          <a:solidFill>
                            <a:schemeClr val="lt1"/>
                          </a:solidFill>
                          <a:effectLst/>
                          <a:uFillTx/>
                          <a:latin typeface="Meiryo UI"/>
                          <a:ea typeface="Meiryo UI"/>
                        </a:rPr>
                        <a:t>参加</a:t>
                      </a:r>
                      <a:endParaRPr b="0" lang="en-US" sz="1400" strike="noStrike" u="none">
                        <a:solidFill>
                          <a:srgbClr val="ffffff"/>
                        </a:solidFill>
                        <a:effectLst/>
                        <a:uFillTx/>
                        <a:latin typeface="Arial"/>
                      </a:endParaRPr>
                    </a:p>
                    <a:p>
                      <a:pPr algn="ctr" defTabSz="914400">
                        <a:lnSpc>
                          <a:spcPct val="100000"/>
                        </a:lnSpc>
                        <a:spcBef>
                          <a:spcPts val="281"/>
                        </a:spcBef>
                        <a:tabLst>
                          <a:tab algn="l" pos="0"/>
                        </a:tabLst>
                      </a:pPr>
                      <a:endParaRPr b="0" lang="en-US" sz="1400" strike="noStrike" u="none">
                        <a:solidFill>
                          <a:srgbClr val="ffffff"/>
                        </a:solidFill>
                        <a:effectLst/>
                        <a:uFillTx/>
                        <a:latin typeface="Arial"/>
                      </a:endParaRPr>
                    </a:p>
                  </a:txBody>
                  <a:tcPr anchor="ctr" marL="53640" marR="35640">
                    <a:lnL w="9360">
                      <a:solidFill>
                        <a:srgbClr val="455f51"/>
                      </a:solidFill>
                      <a:prstDash val="solid"/>
                    </a:lnL>
                    <a:lnR w="9360">
                      <a:solidFill>
                        <a:srgbClr val="455f51"/>
                      </a:solidFill>
                      <a:prstDash val="solid"/>
                    </a:lnR>
                    <a:lnT w="12240">
                      <a:solidFill>
                        <a:srgbClr val="ffffff"/>
                      </a:solidFill>
                      <a:prstDash val="solid"/>
                    </a:lnT>
                    <a:lnB w="12240">
                      <a:solidFill>
                        <a:srgbClr val="ffffff"/>
                      </a:solidFill>
                      <a:prstDash val="solid"/>
                    </a:lnB>
                    <a:solidFill>
                      <a:schemeClr val="accent4"/>
                    </a:solidFill>
                  </a:tcPr>
                </a:tc>
                <a:tc>
                  <a:txBody>
                    <a:bodyPr lIns="10800" rIns="10800" tIns="0" bIns="0" anchor="ctr">
                      <a:noAutofit/>
                    </a:bodyPr>
                    <a:p>
                      <a:pPr algn="ctr" defTabSz="914400">
                        <a:lnSpc>
                          <a:spcPct val="100000"/>
                        </a:lnSpc>
                      </a:pPr>
                      <a:r>
                        <a:rPr b="1" lang="ja-JP" sz="1400" strike="noStrike" u="none">
                          <a:solidFill>
                            <a:schemeClr val="dk1"/>
                          </a:solidFill>
                          <a:effectLst/>
                          <a:uFillTx/>
                          <a:latin typeface="Meiryo UI"/>
                          <a:ea typeface="Meiryo UI"/>
                        </a:rPr>
                        <a:t>コミュニケーションの拡大</a:t>
                      </a:r>
                      <a:endParaRPr b="0" lang="en-US" sz="1400" strike="noStrike" u="none">
                        <a:solidFill>
                          <a:srgbClr val="000000"/>
                        </a:solidFill>
                        <a:effectLst/>
                        <a:uFillTx/>
                        <a:latin typeface="Arial"/>
                      </a:endParaRPr>
                    </a:p>
                  </a:txBody>
                  <a:tcPr anchor="ctr" marL="10800" marR="10800">
                    <a:lnL w="9360">
                      <a:solidFill>
                        <a:srgbClr val="455f51"/>
                      </a:solidFill>
                      <a:prstDash val="solid"/>
                    </a:lnL>
                    <a:lnR w="12240">
                      <a:solidFill>
                        <a:srgbClr val="808080"/>
                      </a:solidFill>
                      <a:prstDash val="dot"/>
                    </a:lnR>
                    <a:lnT w="18720">
                      <a:solidFill>
                        <a:srgbClr val="a6a6a6"/>
                      </a:solidFill>
                      <a:prstDash val="solid"/>
                    </a:lnT>
                    <a:lnB w="18720">
                      <a:solidFill>
                        <a:srgbClr val="a6a6a6"/>
                      </a:solidFill>
                      <a:prstDash val="solid"/>
                    </a:lnB>
                    <a:solidFill>
                      <a:schemeClr val="accent4">
                        <a:lumMod val="20000"/>
                        <a:lumOff val="80000"/>
                      </a:schemeClr>
                    </a:solidFill>
                  </a:tcPr>
                </a:tc>
                <a:tc>
                  <a:txBody>
                    <a:bodyPr lIns="10800" rIns="10800" tIns="0" bIns="0" anchor="ctr">
                      <a:noAutofit/>
                    </a:bodyPr>
                    <a:p>
                      <a:pPr marL="88920" defTabSz="914400">
                        <a:lnSpc>
                          <a:spcPct val="100000"/>
                        </a:lnSpc>
                        <a:spcAft>
                          <a:spcPts val="601"/>
                        </a:spcAft>
                        <a:tabLst>
                          <a:tab algn="l" pos="0"/>
                        </a:tabLst>
                      </a:pPr>
                      <a:r>
                        <a:rPr b="0" lang="ja-JP" sz="1400" strike="noStrike" u="none">
                          <a:solidFill>
                            <a:schemeClr val="dk1"/>
                          </a:solidFill>
                          <a:effectLst/>
                          <a:uFillTx/>
                          <a:latin typeface="Meiryo UI"/>
                          <a:ea typeface="Meiryo UI"/>
                        </a:rPr>
                        <a:t>視界や活動範囲が拡大することにより、介護スタッフや他の入居者等とのコミュニケーションの機会が増える</a:t>
                      </a:r>
                      <a:endParaRPr b="0" lang="en-US" sz="1400" strike="noStrike" u="none">
                        <a:solidFill>
                          <a:srgbClr val="000000"/>
                        </a:solidFill>
                        <a:effectLst/>
                        <a:uFillTx/>
                        <a:latin typeface="Arial"/>
                      </a:endParaRPr>
                    </a:p>
                  </a:txBody>
                  <a:tcPr anchor="ctr" marL="10800" marR="10800">
                    <a:lnL w="12240">
                      <a:solidFill>
                        <a:srgbClr val="808080"/>
                      </a:solidFill>
                      <a:prstDash val="dot"/>
                    </a:lnL>
                    <a:lnR w="18720">
                      <a:solidFill>
                        <a:srgbClr val="a6a6a6"/>
                      </a:solidFill>
                      <a:prstDash val="solid"/>
                    </a:lnR>
                    <a:lnT w="18720">
                      <a:solidFill>
                        <a:srgbClr val="a6a6a6"/>
                      </a:solidFill>
                      <a:prstDash val="solid"/>
                    </a:lnT>
                    <a:lnB w="18720">
                      <a:solidFill>
                        <a:srgbClr val="a6a6a6"/>
                      </a:solidFill>
                      <a:prstDash val="solid"/>
                    </a:lnB>
                    <a:noFill/>
                  </a:tcPr>
                </a:tc>
              </a:tr>
              <a:tr h="712800">
                <a:tc v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a:lnL>
                      <a:noFill/>
                    </a:lnL>
                    <a:lnR>
                      <a:noFill/>
                    </a:lnR>
                    <a:lnT>
                      <a:noFill/>
                    </a:lnT>
                    <a:lnB>
                      <a:noFill/>
                    </a:lnB>
                    <a:solidFill>
                      <a:srgbClr val="729fcf"/>
                    </a:solidFill>
                  </a:tcPr>
                </a:tc>
                <a:tc>
                  <a:txBody>
                    <a:bodyPr lIns="10800" rIns="10800" tIns="0" bIns="0" anchor="ctr">
                      <a:noAutofit/>
                    </a:bodyPr>
                    <a:p>
                      <a:pPr algn="ctr" defTabSz="914400">
                        <a:lnSpc>
                          <a:spcPct val="100000"/>
                        </a:lnSpc>
                      </a:pPr>
                      <a:r>
                        <a:rPr b="1" lang="ja-JP" sz="1400" strike="noStrike" u="none">
                          <a:solidFill>
                            <a:schemeClr val="dk1"/>
                          </a:solidFill>
                          <a:effectLst/>
                          <a:uFillTx/>
                          <a:latin typeface="Meiryo UI"/>
                          <a:ea typeface="Meiryo UI"/>
                        </a:rPr>
                        <a:t>社会活動の促進</a:t>
                      </a:r>
                      <a:endParaRPr b="0" lang="en-US" sz="1400" strike="noStrike" u="none">
                        <a:solidFill>
                          <a:srgbClr val="000000"/>
                        </a:solidFill>
                        <a:effectLst/>
                        <a:uFillTx/>
                        <a:latin typeface="Arial"/>
                      </a:endParaRPr>
                    </a:p>
                  </a:txBody>
                  <a:tcPr anchor="ctr" marL="10800" marR="10800">
                    <a:lnL w="9360">
                      <a:solidFill>
                        <a:srgbClr val="455f51"/>
                      </a:solidFill>
                      <a:prstDash val="solid"/>
                    </a:lnL>
                    <a:lnR w="12240">
                      <a:solidFill>
                        <a:srgbClr val="808080"/>
                      </a:solidFill>
                      <a:prstDash val="dot"/>
                    </a:lnR>
                    <a:lnT w="18720">
                      <a:solidFill>
                        <a:srgbClr val="a6a6a6"/>
                      </a:solidFill>
                      <a:prstDash val="solid"/>
                    </a:lnT>
                    <a:lnB w="18720">
                      <a:solidFill>
                        <a:srgbClr val="a6a6a6"/>
                      </a:solidFill>
                      <a:prstDash val="solid"/>
                    </a:lnB>
                    <a:solidFill>
                      <a:schemeClr val="accent4">
                        <a:lumMod val="20000"/>
                        <a:lumOff val="80000"/>
                      </a:schemeClr>
                    </a:solidFill>
                  </a:tcPr>
                </a:tc>
                <a:tc>
                  <a:txBody>
                    <a:bodyPr lIns="10800" rIns="10800" tIns="0" bIns="0" anchor="ctr">
                      <a:noAutofit/>
                    </a:bodyPr>
                    <a:p>
                      <a:pPr marL="88920" defTabSz="914400">
                        <a:lnSpc>
                          <a:spcPct val="100000"/>
                        </a:lnSpc>
                        <a:spcAft>
                          <a:spcPts val="601"/>
                        </a:spcAft>
                        <a:tabLst>
                          <a:tab algn="l" pos="0"/>
                        </a:tabLst>
                      </a:pPr>
                      <a:r>
                        <a:rPr b="0" lang="ja-JP" sz="1400" strike="noStrike" u="none">
                          <a:solidFill>
                            <a:schemeClr val="dk1"/>
                          </a:solidFill>
                          <a:effectLst/>
                          <a:uFillTx/>
                          <a:latin typeface="Meiryo UI"/>
                          <a:ea typeface="Meiryo UI"/>
                        </a:rPr>
                        <a:t>活動範囲の拡大・コミュニケーションの拡大により、社会活動への参加の機会が増える</a:t>
                      </a:r>
                      <a:endParaRPr b="0" lang="en-US" sz="1400" strike="noStrike" u="none">
                        <a:solidFill>
                          <a:srgbClr val="000000"/>
                        </a:solidFill>
                        <a:effectLst/>
                        <a:uFillTx/>
                        <a:latin typeface="Arial"/>
                      </a:endParaRPr>
                    </a:p>
                  </a:txBody>
                  <a:tcPr anchor="ctr" marL="10800" marR="10800">
                    <a:lnL w="12240">
                      <a:solidFill>
                        <a:srgbClr val="808080"/>
                      </a:solidFill>
                      <a:prstDash val="dot"/>
                    </a:lnL>
                    <a:lnR w="18720">
                      <a:solidFill>
                        <a:srgbClr val="a6a6a6"/>
                      </a:solidFill>
                      <a:prstDash val="solid"/>
                    </a:lnR>
                    <a:lnT w="18720">
                      <a:solidFill>
                        <a:srgbClr val="a6a6a6"/>
                      </a:solidFill>
                      <a:prstDash val="solid"/>
                    </a:lnT>
                    <a:lnB w="18720">
                      <a:solidFill>
                        <a:srgbClr val="a6a6a6"/>
                      </a:solidFill>
                      <a:prstDash val="solid"/>
                    </a:lnB>
                    <a:noFill/>
                  </a:tcPr>
                </a:tc>
              </a:tr>
              <a:tr h="825480">
                <a:tc>
                  <a:txBody>
                    <a:bodyPr lIns="53640" rIns="35640" tIns="18000" bIns="18000" anchor="ctr">
                      <a:noAutofit/>
                    </a:bodyPr>
                    <a:p>
                      <a:pPr algn="ctr" defTabSz="914400">
                        <a:lnSpc>
                          <a:spcPct val="100000"/>
                        </a:lnSpc>
                        <a:spcBef>
                          <a:spcPts val="281"/>
                        </a:spcBef>
                        <a:tabLst>
                          <a:tab algn="l" pos="0"/>
                        </a:tabLst>
                      </a:pPr>
                      <a:r>
                        <a:rPr b="1" lang="ja-JP" sz="1400" strike="noStrike" u="none">
                          <a:solidFill>
                            <a:schemeClr val="lt1"/>
                          </a:solidFill>
                          <a:effectLst/>
                          <a:uFillTx/>
                          <a:latin typeface="Meiryo UI"/>
                          <a:ea typeface="Meiryo UI"/>
                        </a:rPr>
                        <a:t>環境因子</a:t>
                      </a:r>
                      <a:endParaRPr b="0" lang="en-US" sz="1400" strike="noStrike" u="none">
                        <a:solidFill>
                          <a:srgbClr val="ffffff"/>
                        </a:solidFill>
                        <a:effectLst/>
                        <a:uFillTx/>
                        <a:latin typeface="Arial"/>
                      </a:endParaRPr>
                    </a:p>
                  </a:txBody>
                  <a:tcPr anchor="ctr" marL="53640" marR="35640">
                    <a:lnL w="9360">
                      <a:solidFill>
                        <a:srgbClr val="455f51"/>
                      </a:solidFill>
                      <a:prstDash val="solid"/>
                    </a:lnL>
                    <a:lnR w="9360">
                      <a:solidFill>
                        <a:srgbClr val="455f51"/>
                      </a:solidFill>
                      <a:prstDash val="solid"/>
                    </a:lnR>
                    <a:lnT w="12240">
                      <a:solidFill>
                        <a:srgbClr val="ffffff"/>
                      </a:solidFill>
                      <a:prstDash val="solid"/>
                    </a:lnT>
                    <a:lnB w="12240">
                      <a:solidFill>
                        <a:srgbClr val="ffffff"/>
                      </a:solidFill>
                      <a:prstDash val="solid"/>
                    </a:lnB>
                    <a:solidFill>
                      <a:schemeClr val="accent4"/>
                    </a:solidFill>
                  </a:tcPr>
                </a:tc>
                <a:tc>
                  <a:txBody>
                    <a:bodyPr lIns="10800" rIns="10800" tIns="0" bIns="0" anchor="ctr">
                      <a:noAutofit/>
                    </a:bodyPr>
                    <a:p>
                      <a:pPr algn="ctr" defTabSz="914400">
                        <a:lnSpc>
                          <a:spcPct val="100000"/>
                        </a:lnSpc>
                      </a:pPr>
                      <a:r>
                        <a:rPr b="1" lang="ja-JP" sz="1400" strike="noStrike" u="none">
                          <a:solidFill>
                            <a:schemeClr val="dk1"/>
                          </a:solidFill>
                          <a:effectLst/>
                          <a:uFillTx/>
                          <a:latin typeface="Meiryo UI"/>
                          <a:ea typeface="Meiryo UI"/>
                        </a:rPr>
                        <a:t>介護支援の容易化</a:t>
                      </a:r>
                      <a:endParaRPr b="0" lang="en-US" sz="1400" strike="noStrike" u="none">
                        <a:solidFill>
                          <a:srgbClr val="000000"/>
                        </a:solidFill>
                        <a:effectLst/>
                        <a:uFillTx/>
                        <a:latin typeface="Arial"/>
                      </a:endParaRPr>
                    </a:p>
                  </a:txBody>
                  <a:tcPr anchor="ctr" marL="10800" marR="10800">
                    <a:lnL w="9360">
                      <a:solidFill>
                        <a:srgbClr val="455f51"/>
                      </a:solidFill>
                      <a:prstDash val="solid"/>
                    </a:lnL>
                    <a:lnR w="12240">
                      <a:solidFill>
                        <a:srgbClr val="808080"/>
                      </a:solidFill>
                      <a:prstDash val="dot"/>
                    </a:lnR>
                    <a:lnT w="18720">
                      <a:solidFill>
                        <a:srgbClr val="a6a6a6"/>
                      </a:solidFill>
                      <a:prstDash val="solid"/>
                    </a:lnT>
                    <a:lnB w="18720">
                      <a:solidFill>
                        <a:srgbClr val="a6a6a6"/>
                      </a:solidFill>
                      <a:prstDash val="solid"/>
                    </a:lnB>
                    <a:solidFill>
                      <a:schemeClr val="accent4">
                        <a:lumMod val="20000"/>
                        <a:lumOff val="80000"/>
                      </a:schemeClr>
                    </a:solidFill>
                  </a:tcPr>
                </a:tc>
                <a:tc>
                  <a:txBody>
                    <a:bodyPr lIns="10800" rIns="10800" tIns="0" bIns="0" anchor="ctr">
                      <a:noAutofit/>
                    </a:bodyPr>
                    <a:p>
                      <a:pPr marL="88920" defTabSz="914400">
                        <a:lnSpc>
                          <a:spcPct val="100000"/>
                        </a:lnSpc>
                        <a:spcAft>
                          <a:spcPts val="601"/>
                        </a:spcAft>
                        <a:tabLst>
                          <a:tab algn="l" pos="0"/>
                        </a:tabLst>
                      </a:pPr>
                      <a:r>
                        <a:rPr b="0" lang="ja-JP" sz="1400" strike="noStrike" u="none">
                          <a:solidFill>
                            <a:schemeClr val="dk1"/>
                          </a:solidFill>
                          <a:effectLst/>
                          <a:uFillTx/>
                          <a:latin typeface="Meiryo UI"/>
                          <a:ea typeface="Meiryo UI"/>
                        </a:rPr>
                        <a:t>適切な座位姿勢は介護を容易にする。例えば、仙骨座りが原因で、移乗介護時に前方及び後方から支える必要がある高齢者に対してシーティングを実施することにより、前方からの介護者</a:t>
                      </a:r>
                      <a:r>
                        <a:rPr b="0" lang="en-US" sz="1400" strike="noStrike" u="none">
                          <a:solidFill>
                            <a:schemeClr val="dk1"/>
                          </a:solidFill>
                          <a:effectLst/>
                          <a:uFillTx/>
                          <a:latin typeface="Meiryo UI"/>
                          <a:ea typeface="Meiryo UI"/>
                        </a:rPr>
                        <a:t>1</a:t>
                      </a:r>
                      <a:r>
                        <a:rPr b="0" lang="ja-JP" sz="1400" strike="noStrike" u="none">
                          <a:solidFill>
                            <a:schemeClr val="dk1"/>
                          </a:solidFill>
                          <a:effectLst/>
                          <a:uFillTx/>
                          <a:latin typeface="Meiryo UI"/>
                          <a:ea typeface="Meiryo UI"/>
                        </a:rPr>
                        <a:t>人だけで移乗介護ができるようになる場合がある</a:t>
                      </a:r>
                      <a:endParaRPr b="0" lang="en-US" sz="1400" strike="noStrike" u="none">
                        <a:solidFill>
                          <a:srgbClr val="000000"/>
                        </a:solidFill>
                        <a:effectLst/>
                        <a:uFillTx/>
                        <a:latin typeface="Arial"/>
                      </a:endParaRPr>
                    </a:p>
                  </a:txBody>
                  <a:tcPr anchor="ctr" marL="10800" marR="10800">
                    <a:lnL w="12240">
                      <a:solidFill>
                        <a:srgbClr val="808080"/>
                      </a:solidFill>
                      <a:prstDash val="dot"/>
                    </a:lnL>
                    <a:lnR w="18720">
                      <a:solidFill>
                        <a:srgbClr val="a6a6a6"/>
                      </a:solidFill>
                      <a:prstDash val="solid"/>
                    </a:lnR>
                    <a:lnT w="18720">
                      <a:solidFill>
                        <a:srgbClr val="a6a6a6"/>
                      </a:solidFill>
                      <a:prstDash val="solid"/>
                    </a:lnT>
                    <a:lnB w="18720">
                      <a:solidFill>
                        <a:srgbClr val="a6a6a6"/>
                      </a:solidFill>
                      <a:prstDash val="solid"/>
                    </a:lnB>
                    <a:noFill/>
                  </a:tcPr>
                </a:tc>
              </a:tr>
              <a:tr h="1046880">
                <a:tc>
                  <a:txBody>
                    <a:bodyPr lIns="53640" rIns="35640" tIns="18000" bIns="18000" anchor="ctr">
                      <a:noAutofit/>
                    </a:bodyPr>
                    <a:p>
                      <a:pPr algn="ctr" defTabSz="914400">
                        <a:lnSpc>
                          <a:spcPct val="100000"/>
                        </a:lnSpc>
                        <a:spcBef>
                          <a:spcPts val="281"/>
                        </a:spcBef>
                        <a:tabLst>
                          <a:tab algn="l" pos="0"/>
                        </a:tabLst>
                      </a:pPr>
                      <a:r>
                        <a:rPr b="1" lang="ja-JP" sz="1400" strike="noStrike" u="none">
                          <a:solidFill>
                            <a:schemeClr val="lt1"/>
                          </a:solidFill>
                          <a:effectLst/>
                          <a:uFillTx/>
                          <a:latin typeface="Meiryo UI"/>
                          <a:ea typeface="Meiryo UI"/>
                        </a:rPr>
                        <a:t>個人因子</a:t>
                      </a:r>
                      <a:endParaRPr b="0" lang="en-US" sz="1400" strike="noStrike" u="none">
                        <a:solidFill>
                          <a:srgbClr val="ffffff"/>
                        </a:solidFill>
                        <a:effectLst/>
                        <a:uFillTx/>
                        <a:latin typeface="Arial"/>
                      </a:endParaRPr>
                    </a:p>
                  </a:txBody>
                  <a:tcPr anchor="ctr" marL="53640" marR="35640">
                    <a:lnL w="9360">
                      <a:solidFill>
                        <a:srgbClr val="455f51"/>
                      </a:solidFill>
                      <a:prstDash val="solid"/>
                    </a:lnL>
                    <a:lnR w="9360">
                      <a:solidFill>
                        <a:srgbClr val="455f51"/>
                      </a:solidFill>
                      <a:prstDash val="solid"/>
                    </a:lnR>
                    <a:lnT w="12240">
                      <a:solidFill>
                        <a:srgbClr val="ffffff"/>
                      </a:solidFill>
                      <a:prstDash val="solid"/>
                    </a:lnT>
                    <a:lnB w="9360">
                      <a:solidFill>
                        <a:srgbClr val="455f51"/>
                      </a:solidFill>
                      <a:prstDash val="solid"/>
                    </a:lnB>
                    <a:solidFill>
                      <a:schemeClr val="accent4"/>
                    </a:solidFill>
                  </a:tcPr>
                </a:tc>
                <a:tc>
                  <a:txBody>
                    <a:bodyPr lIns="10800" rIns="10800" tIns="0" bIns="0" anchor="ctr">
                      <a:noAutofit/>
                    </a:bodyPr>
                    <a:p>
                      <a:pPr algn="ctr" defTabSz="914400">
                        <a:lnSpc>
                          <a:spcPct val="100000"/>
                        </a:lnSpc>
                      </a:pPr>
                      <a:r>
                        <a:rPr b="1" lang="ja-JP" sz="1400" strike="noStrike" u="none">
                          <a:solidFill>
                            <a:schemeClr val="dk1"/>
                          </a:solidFill>
                          <a:effectLst/>
                          <a:uFillTx/>
                          <a:latin typeface="Meiryo UI"/>
                          <a:ea typeface="Meiryo UI"/>
                        </a:rPr>
                        <a:t>活動・参加・意欲の向上</a:t>
                      </a:r>
                      <a:endParaRPr b="0" lang="en-US" sz="1400" strike="noStrike" u="none">
                        <a:solidFill>
                          <a:srgbClr val="000000"/>
                        </a:solidFill>
                        <a:effectLst/>
                        <a:uFillTx/>
                        <a:latin typeface="Arial"/>
                      </a:endParaRPr>
                    </a:p>
                  </a:txBody>
                  <a:tcPr anchor="ctr" marL="10800" marR="10800">
                    <a:lnL w="9360">
                      <a:solidFill>
                        <a:srgbClr val="455f51"/>
                      </a:solidFill>
                      <a:prstDash val="solid"/>
                    </a:lnL>
                    <a:lnR w="12240">
                      <a:solidFill>
                        <a:srgbClr val="808080"/>
                      </a:solidFill>
                      <a:prstDash val="dot"/>
                    </a:lnR>
                    <a:lnT w="18720">
                      <a:solidFill>
                        <a:srgbClr val="a6a6a6"/>
                      </a:solidFill>
                      <a:prstDash val="solid"/>
                    </a:lnT>
                    <a:lnB w="18720">
                      <a:solidFill>
                        <a:srgbClr val="a6a6a6"/>
                      </a:solidFill>
                      <a:prstDash val="solid"/>
                    </a:lnB>
                    <a:solidFill>
                      <a:schemeClr val="accent4">
                        <a:lumMod val="20000"/>
                        <a:lumOff val="80000"/>
                      </a:schemeClr>
                    </a:solidFill>
                  </a:tcPr>
                </a:tc>
                <a:tc>
                  <a:txBody>
                    <a:bodyPr lIns="10800" rIns="10800" tIns="0" bIns="0" anchor="ctr">
                      <a:noAutofit/>
                    </a:bodyPr>
                    <a:p>
                      <a:pPr marL="88920" defTabSz="914400">
                        <a:lnSpc>
                          <a:spcPct val="100000"/>
                        </a:lnSpc>
                        <a:spcAft>
                          <a:spcPts val="601"/>
                        </a:spcAft>
                        <a:tabLst>
                          <a:tab algn="l" pos="0"/>
                        </a:tabLst>
                      </a:pPr>
                      <a:r>
                        <a:rPr b="0" lang="ja-JP" sz="1400" strike="noStrike" u="none">
                          <a:solidFill>
                            <a:schemeClr val="dk1"/>
                          </a:solidFill>
                          <a:effectLst/>
                          <a:uFillTx/>
                          <a:latin typeface="Meiryo UI"/>
                          <a:ea typeface="Meiryo UI"/>
                        </a:rPr>
                        <a:t>シーティングを実施することで、利用者の希望に応じた時間、無理がなく、痛みがなく、安楽に座ることができ、また、視界や活動範囲の拡大により活動・参加の意欲が高まる</a:t>
                      </a:r>
                      <a:endParaRPr b="0" lang="en-US" sz="1400" strike="noStrike" u="none">
                        <a:solidFill>
                          <a:srgbClr val="000000"/>
                        </a:solidFill>
                        <a:effectLst/>
                        <a:uFillTx/>
                        <a:latin typeface="Arial"/>
                      </a:endParaRPr>
                    </a:p>
                  </a:txBody>
                  <a:tcPr anchor="ctr" marL="10800" marR="10800">
                    <a:lnL w="12240">
                      <a:solidFill>
                        <a:srgbClr val="808080"/>
                      </a:solidFill>
                      <a:prstDash val="dot"/>
                    </a:lnL>
                    <a:lnR w="18720">
                      <a:solidFill>
                        <a:srgbClr val="a6a6a6"/>
                      </a:solidFill>
                      <a:prstDash val="solid"/>
                    </a:lnR>
                    <a:lnT w="18720">
                      <a:solidFill>
                        <a:srgbClr val="a6a6a6"/>
                      </a:solidFill>
                      <a:prstDash val="solid"/>
                    </a:lnT>
                    <a:lnB w="18720">
                      <a:solidFill>
                        <a:srgbClr val="a6a6a6"/>
                      </a:solidFill>
                      <a:prstDash val="solid"/>
                    </a:lnB>
                    <a:noFill/>
                  </a:tcPr>
                </a:tc>
              </a:tr>
            </a:tbl>
          </a:graphicData>
        </a:graphic>
      </p:graphicFrame>
      <p:pic>
        <p:nvPicPr>
          <p:cNvPr id="1548" name="グラフィックス 13" descr="グループの成功 単色塗りつぶし"/>
          <p:cNvPicPr/>
          <p:nvPr/>
        </p:nvPicPr>
        <p:blipFill>
          <a:blip r:embed="rId1">
            <a:extLst>
              <a:ext uri="{96DAC541-7B7A-43D3-8B79-37D633B846F1}">
                <asvg:svgBlip xmlns:asvg="http://schemas.microsoft.com/office/drawing/2016/SVG/main" r:embed="rId2"/>
              </a:ext>
            </a:extLst>
          </a:blip>
          <a:stretch/>
        </p:blipFill>
        <p:spPr>
          <a:xfrm>
            <a:off x="422640" y="3617280"/>
            <a:ext cx="629640" cy="629640"/>
          </a:xfrm>
          <a:prstGeom prst="rect">
            <a:avLst/>
          </a:prstGeom>
          <a:noFill/>
          <a:ln w="0">
            <a:noFill/>
          </a:ln>
        </p:spPr>
      </p:pic>
      <p:pic>
        <p:nvPicPr>
          <p:cNvPr id="1549" name="グラフィックス 19" descr="車いすに乗った人 単色塗りつぶし"/>
          <p:cNvPicPr/>
          <p:nvPr/>
        </p:nvPicPr>
        <p:blipFill>
          <a:blip r:embed="rId3">
            <a:extLst>
              <a:ext uri="{96DAC541-7B7A-43D3-8B79-37D633B846F1}">
                <asvg:svgBlip xmlns:asvg="http://schemas.microsoft.com/office/drawing/2016/SVG/main" r:embed="rId4"/>
              </a:ext>
            </a:extLst>
          </a:blip>
          <a:stretch/>
        </p:blipFill>
        <p:spPr>
          <a:xfrm>
            <a:off x="645480" y="2341080"/>
            <a:ext cx="489960" cy="489960"/>
          </a:xfrm>
          <a:prstGeom prst="rect">
            <a:avLst/>
          </a:prstGeom>
          <a:noFill/>
          <a:ln w="0">
            <a:noFill/>
          </a:ln>
        </p:spPr>
      </p:pic>
      <p:pic>
        <p:nvPicPr>
          <p:cNvPr id="1550" name="グラフィックス 21" descr="歩く 単色塗りつぶし"/>
          <p:cNvPicPr/>
          <p:nvPr/>
        </p:nvPicPr>
        <p:blipFill>
          <a:blip r:embed="rId5">
            <a:extLst>
              <a:ext uri="{96DAC541-7B7A-43D3-8B79-37D633B846F1}">
                <asvg:svgBlip xmlns:asvg="http://schemas.microsoft.com/office/drawing/2016/SVG/main" r:embed="rId6"/>
              </a:ext>
            </a:extLst>
          </a:blip>
          <a:stretch/>
        </p:blipFill>
        <p:spPr>
          <a:xfrm>
            <a:off x="279360" y="2208960"/>
            <a:ext cx="489960" cy="489960"/>
          </a:xfrm>
          <a:prstGeom prst="rect">
            <a:avLst/>
          </a:prstGeom>
          <a:noFill/>
          <a:ln w="0">
            <a:noFill/>
          </a:ln>
        </p:spPr>
      </p:pic>
      <p:pic>
        <p:nvPicPr>
          <p:cNvPr id="1551" name="グラフィックス 9" descr="手当て 単色塗りつぶし"/>
          <p:cNvPicPr/>
          <p:nvPr/>
        </p:nvPicPr>
        <p:blipFill>
          <a:blip r:embed="rId7">
            <a:extLst>
              <a:ext uri="{96DAC541-7B7A-43D3-8B79-37D633B846F1}">
                <asvg:svgBlip xmlns:asvg="http://schemas.microsoft.com/office/drawing/2016/SVG/main" r:embed="rId8"/>
              </a:ext>
            </a:extLst>
          </a:blip>
          <a:stretch/>
        </p:blipFill>
        <p:spPr>
          <a:xfrm>
            <a:off x="496440" y="4870800"/>
            <a:ext cx="407520" cy="407520"/>
          </a:xfrm>
          <a:prstGeom prst="rect">
            <a:avLst/>
          </a:prstGeom>
          <a:noFill/>
          <a:ln w="0">
            <a:noFill/>
          </a:ln>
        </p:spPr>
      </p:pic>
      <p:pic>
        <p:nvPicPr>
          <p:cNvPr id="1552" name="グラフィックス 10" descr="ライト: オン 単色塗りつぶし"/>
          <p:cNvPicPr/>
          <p:nvPr/>
        </p:nvPicPr>
        <p:blipFill>
          <a:blip r:embed="rId9">
            <a:extLst>
              <a:ext uri="{96DAC541-7B7A-43D3-8B79-37D633B846F1}">
                <asvg:svgBlip xmlns:asvg="http://schemas.microsoft.com/office/drawing/2016/SVG/main" r:embed="rId10"/>
              </a:ext>
            </a:extLst>
          </a:blip>
          <a:stretch/>
        </p:blipFill>
        <p:spPr>
          <a:xfrm>
            <a:off x="527400" y="5835240"/>
            <a:ext cx="407520" cy="407520"/>
          </a:xfrm>
          <a:prstGeom prst="rect">
            <a:avLst/>
          </a:prstGeom>
          <a:noFill/>
          <a:ln w="0">
            <a:noFill/>
          </a:ln>
        </p:spPr>
      </p:pic>
      <p:sp>
        <p:nvSpPr>
          <p:cNvPr id="1553" name="テキスト ボックス 11"/>
          <p:cNvSpPr/>
          <p:nvPr/>
        </p:nvSpPr>
        <p:spPr>
          <a:xfrm>
            <a:off x="457200" y="6310800"/>
            <a:ext cx="9262080" cy="23040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0" lang="ja-JP" sz="900" strike="noStrike" u="none">
                <a:solidFill>
                  <a:srgbClr val="000000"/>
                </a:solidFill>
                <a:effectLst/>
                <a:uFillTx/>
                <a:latin typeface="Meiryo UI"/>
                <a:ea typeface="Meiryo UI"/>
              </a:rPr>
              <a:t>出所：木之瀬隆</a:t>
            </a:r>
            <a:r>
              <a:rPr b="0" lang="en-US" sz="900" strike="noStrike" u="none">
                <a:solidFill>
                  <a:srgbClr val="000000"/>
                </a:solidFill>
                <a:effectLst/>
                <a:uFillTx/>
                <a:latin typeface="Meiryo UI"/>
                <a:ea typeface="Meiryo UI"/>
              </a:rPr>
              <a:t>.</a:t>
            </a:r>
            <a:r>
              <a:rPr b="0" lang="ja-JP" sz="900" strike="noStrike" u="none">
                <a:solidFill>
                  <a:srgbClr val="000000"/>
                </a:solidFill>
                <a:effectLst/>
                <a:uFillTx/>
                <a:latin typeface="Meiryo UI"/>
                <a:ea typeface="Meiryo UI"/>
              </a:rPr>
              <a:t>これからのシーティング技術の展開</a:t>
            </a:r>
            <a:r>
              <a:rPr b="0" lang="en-US" sz="900" strike="noStrike" u="none">
                <a:solidFill>
                  <a:srgbClr val="000000"/>
                </a:solidFill>
                <a:effectLst/>
                <a:uFillTx/>
                <a:latin typeface="Meiryo UI"/>
                <a:ea typeface="Meiryo UI"/>
              </a:rPr>
              <a:t>.</a:t>
            </a:r>
            <a:r>
              <a:rPr b="0" lang="ja-JP" sz="900" strike="noStrike" u="none">
                <a:solidFill>
                  <a:srgbClr val="000000"/>
                </a:solidFill>
                <a:effectLst/>
                <a:uFillTx/>
                <a:latin typeface="Meiryo UI"/>
                <a:ea typeface="Meiryo UI"/>
              </a:rPr>
              <a:t>日本義肢装具学会誌</a:t>
            </a:r>
            <a:r>
              <a:rPr b="0" lang="en-US" sz="900" strike="noStrike" u="none">
                <a:solidFill>
                  <a:srgbClr val="000000"/>
                </a:solidFill>
                <a:effectLst/>
                <a:uFillTx/>
                <a:latin typeface="Meiryo UI"/>
                <a:ea typeface="Meiryo UI"/>
              </a:rPr>
              <a:t>2019</a:t>
            </a:r>
            <a:r>
              <a:rPr b="0" lang="ja-JP" sz="900" strike="noStrike" u="none">
                <a:solidFill>
                  <a:srgbClr val="000000"/>
                </a:solidFill>
                <a:effectLst/>
                <a:uFillTx/>
                <a:latin typeface="Meiryo UI"/>
                <a:ea typeface="Meiryo UI"/>
              </a:rPr>
              <a:t>及び廣瀬秀行</a:t>
            </a:r>
            <a:r>
              <a:rPr b="0" lang="en-US" sz="900" strike="noStrike" u="none">
                <a:solidFill>
                  <a:srgbClr val="000000"/>
                </a:solidFill>
                <a:effectLst/>
                <a:uFillTx/>
                <a:latin typeface="Meiryo UI"/>
                <a:ea typeface="Meiryo UI"/>
              </a:rPr>
              <a:t>,</a:t>
            </a:r>
            <a:r>
              <a:rPr b="0" lang="ja-JP" sz="900" strike="noStrike" u="none">
                <a:solidFill>
                  <a:srgbClr val="000000"/>
                </a:solidFill>
                <a:effectLst/>
                <a:uFillTx/>
                <a:latin typeface="Meiryo UI"/>
                <a:ea typeface="Meiryo UI"/>
              </a:rPr>
              <a:t>木之瀬隆</a:t>
            </a:r>
            <a:r>
              <a:rPr b="0" lang="en-US" sz="900" strike="noStrike" u="none">
                <a:solidFill>
                  <a:srgbClr val="000000"/>
                </a:solidFill>
                <a:effectLst/>
                <a:uFillTx/>
                <a:latin typeface="Meiryo UI"/>
                <a:ea typeface="Meiryo UI"/>
              </a:rPr>
              <a:t>.</a:t>
            </a:r>
            <a:r>
              <a:rPr b="0" lang="ja-JP" sz="900" strike="noStrike" u="none">
                <a:solidFill>
                  <a:srgbClr val="000000"/>
                </a:solidFill>
                <a:effectLst/>
                <a:uFillTx/>
                <a:latin typeface="Meiryo UI"/>
                <a:ea typeface="Meiryo UI"/>
              </a:rPr>
              <a:t>『高齢者のシーティング第二版』（三輪書店）</a:t>
            </a:r>
            <a:r>
              <a:rPr b="0" lang="en-US" sz="900" strike="noStrike" u="none">
                <a:solidFill>
                  <a:srgbClr val="000000"/>
                </a:solidFill>
                <a:effectLst/>
                <a:uFillTx/>
                <a:latin typeface="Meiryo UI"/>
                <a:ea typeface="Meiryo UI"/>
              </a:rPr>
              <a:t>P63-65</a:t>
            </a:r>
            <a:r>
              <a:rPr b="0" lang="ja-JP" sz="900" strike="noStrike" u="none">
                <a:solidFill>
                  <a:srgbClr val="000000"/>
                </a:solidFill>
                <a:effectLst/>
                <a:uFillTx/>
                <a:latin typeface="Meiryo UI"/>
                <a:ea typeface="Meiryo UI"/>
              </a:rPr>
              <a:t>を基に、</a:t>
            </a:r>
            <a:r>
              <a:rPr b="0" lang="en-US" sz="900" strike="noStrike" u="none">
                <a:solidFill>
                  <a:srgbClr val="000000"/>
                </a:solidFill>
                <a:effectLst/>
                <a:uFillTx/>
                <a:latin typeface="Meiryo UI"/>
                <a:ea typeface="Meiryo UI"/>
              </a:rPr>
              <a:t>ICF</a:t>
            </a:r>
            <a:r>
              <a:rPr b="0" lang="ja-JP" sz="900" strike="noStrike" u="none">
                <a:solidFill>
                  <a:srgbClr val="000000"/>
                </a:solidFill>
                <a:effectLst/>
                <a:uFillTx/>
                <a:latin typeface="Meiryo UI"/>
                <a:ea typeface="Meiryo UI"/>
              </a:rPr>
              <a:t>に準拠する形で整理</a:t>
            </a:r>
            <a:endParaRPr b="0" lang="en-US" sz="9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4" name="PlaceHolder 1"/>
          <p:cNvSpPr>
            <a:spLocks noGrp="1"/>
          </p:cNvSpPr>
          <p:nvPr>
            <p:ph type="title"/>
          </p:nvPr>
        </p:nvSpPr>
        <p:spPr>
          <a:xfrm>
            <a:off x="1964520" y="86760"/>
            <a:ext cx="6842520" cy="369000"/>
          </a:xfrm>
          <a:prstGeom prst="rect">
            <a:avLst/>
          </a:prstGeom>
          <a:noFill/>
          <a:ln w="0">
            <a:noFill/>
          </a:ln>
        </p:spPr>
        <p:txBody>
          <a:bodyPr lIns="36000" rIns="0" tIns="45720" bIns="45720" anchor="ctr">
            <a:noAutofit/>
          </a:bodyPr>
          <a:p>
            <a:pPr indent="0" defTabSz="914400">
              <a:lnSpc>
                <a:spcPct val="90000"/>
              </a:lnSpc>
              <a:buNone/>
            </a:pPr>
            <a:r>
              <a:rPr b="1" lang="ja-JP" sz="2000" strike="noStrike" u="none">
                <a:solidFill>
                  <a:schemeClr val="dk1"/>
                </a:solidFill>
                <a:effectLst/>
                <a:uFillTx/>
                <a:latin typeface="Meiryo UI"/>
                <a:ea typeface="Meiryo UI"/>
              </a:rPr>
              <a:t>　体格に応じた椅子やダイニングテーブルを使用した事例</a:t>
            </a:r>
            <a:endParaRPr b="0" lang="en-US" sz="2000" strike="noStrike" u="none">
              <a:solidFill>
                <a:schemeClr val="dk1"/>
              </a:solidFill>
              <a:effectLst/>
              <a:uFillTx/>
              <a:latin typeface="Meiryo UI"/>
            </a:endParaRPr>
          </a:p>
        </p:txBody>
      </p:sp>
      <p:sp>
        <p:nvSpPr>
          <p:cNvPr id="1555" name="テキスト プレースホルダー 2"/>
          <p:cNvSpPr/>
          <p:nvPr/>
        </p:nvSpPr>
        <p:spPr>
          <a:xfrm>
            <a:off x="230400" y="558000"/>
            <a:ext cx="9505440" cy="849600"/>
          </a:xfrm>
          <a:prstGeom prst="rect">
            <a:avLst/>
          </a:prstGeom>
          <a:noFill/>
          <a:ln w="0">
            <a:noFill/>
          </a:ln>
        </p:spPr>
        <p:style>
          <a:lnRef idx="0"/>
          <a:fillRef idx="0"/>
          <a:effectRef idx="0"/>
          <a:fontRef idx="minor"/>
        </p:style>
        <p:txBody>
          <a:bodyPr lIns="36000" rIns="0" anchor="t">
            <a:noAutofit/>
          </a:bodyPr>
          <a:p>
            <a:pPr defTabSz="914400">
              <a:lnSpc>
                <a:spcPct val="90000"/>
              </a:lnSpc>
            </a:pPr>
            <a:endParaRPr b="0" lang="en-US" sz="1800" strike="noStrike" u="none">
              <a:solidFill>
                <a:schemeClr val="dk1"/>
              </a:solidFill>
              <a:effectLst/>
              <a:uFillTx/>
              <a:latin typeface="Meiryo UI"/>
              <a:ea typeface="Meiryo UI"/>
            </a:endParaRPr>
          </a:p>
        </p:txBody>
      </p:sp>
      <p:sp>
        <p:nvSpPr>
          <p:cNvPr id="1556" name="テキスト ボックス 15"/>
          <p:cNvSpPr/>
          <p:nvPr/>
        </p:nvSpPr>
        <p:spPr>
          <a:xfrm>
            <a:off x="410760" y="6245280"/>
            <a:ext cx="9324720" cy="25344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0" lang="ja-JP" sz="1050" strike="noStrike" u="none">
                <a:solidFill>
                  <a:srgbClr val="000000"/>
                </a:solidFill>
                <a:effectLst/>
                <a:uFillTx/>
                <a:latin typeface="Meiryo UI"/>
                <a:ea typeface="Meiryo UI"/>
              </a:rPr>
              <a:t>出所：令和</a:t>
            </a:r>
            <a:r>
              <a:rPr b="0" lang="en-US" sz="1050" strike="noStrike" u="none">
                <a:solidFill>
                  <a:srgbClr val="000000"/>
                </a:solidFill>
                <a:effectLst/>
                <a:uFillTx/>
                <a:latin typeface="Meiryo UI"/>
                <a:ea typeface="Meiryo UI"/>
              </a:rPr>
              <a:t>3</a:t>
            </a:r>
            <a:r>
              <a:rPr b="0" lang="ja-JP" sz="1050" strike="noStrike" u="none">
                <a:solidFill>
                  <a:srgbClr val="000000"/>
                </a:solidFill>
                <a:effectLst/>
                <a:uFillTx/>
                <a:latin typeface="Meiryo UI"/>
                <a:ea typeface="Meiryo UI"/>
              </a:rPr>
              <a:t>年度厚生労働省老健事業「介護現場における適切なシーティングの実施に係る事例及び研修に関する調査研究事業」ヒアリング結果に基づき作成</a:t>
            </a:r>
            <a:endParaRPr b="0" lang="en-US" sz="1050" strike="noStrike" u="none">
              <a:solidFill>
                <a:srgbClr val="000000"/>
              </a:solidFill>
              <a:effectLst/>
              <a:uFillTx/>
              <a:latin typeface="Arial"/>
            </a:endParaRPr>
          </a:p>
        </p:txBody>
      </p:sp>
      <p:sp>
        <p:nvSpPr>
          <p:cNvPr id="1557" name="正方形/長方形 27"/>
          <p:cNvSpPr/>
          <p:nvPr/>
        </p:nvSpPr>
        <p:spPr>
          <a:xfrm>
            <a:off x="2207160" y="609840"/>
            <a:ext cx="7527960" cy="1054800"/>
          </a:xfrm>
          <a:prstGeom prst="rect">
            <a:avLst/>
          </a:prstGeom>
          <a:noFill/>
          <a:ln w="0">
            <a:solidFill>
              <a:srgbClr val="029676"/>
            </a:solidFill>
          </a:ln>
        </p:spPr>
        <p:style>
          <a:lnRef idx="0"/>
          <a:fillRef idx="0"/>
          <a:effectRef idx="0"/>
          <a:fontRef idx="minor"/>
        </p:style>
        <p:txBody>
          <a:bodyPr numCol="1" spcCol="0" horzOverflow="overflow" anchor="ctr">
            <a:noAutofit/>
          </a:bodyPr>
          <a:p>
            <a:pPr marL="179280" indent="-179280" defTabSz="457200">
              <a:lnSpc>
                <a:spcPct val="100000"/>
              </a:lnSpc>
              <a:buClr>
                <a:srgbClr val="000000"/>
              </a:buClr>
              <a:buFont typeface="Arial"/>
              <a:buChar char="•"/>
            </a:pPr>
            <a:r>
              <a:rPr b="0" lang="ja-JP" sz="1800" strike="noStrike" u="none">
                <a:solidFill>
                  <a:schemeClr val="dk1"/>
                </a:solidFill>
                <a:effectLst/>
                <a:uFillTx/>
                <a:latin typeface="Meiryo UI"/>
                <a:ea typeface="Meiryo UI"/>
              </a:rPr>
              <a:t>円背が強く、身長が</a:t>
            </a:r>
            <a:r>
              <a:rPr b="0" lang="en-US" sz="1800" strike="noStrike" u="none">
                <a:solidFill>
                  <a:schemeClr val="dk1"/>
                </a:solidFill>
                <a:effectLst/>
                <a:uFillTx/>
                <a:latin typeface="Meiryo UI"/>
                <a:ea typeface="Meiryo UI"/>
              </a:rPr>
              <a:t>130cm</a:t>
            </a:r>
            <a:r>
              <a:rPr b="0" lang="ja-JP" sz="1800" strike="noStrike" u="none">
                <a:solidFill>
                  <a:schemeClr val="dk1"/>
                </a:solidFill>
                <a:effectLst/>
                <a:uFillTx/>
                <a:latin typeface="Meiryo UI"/>
                <a:ea typeface="Meiryo UI"/>
              </a:rPr>
              <a:t>ほどであり、他の入居者と共通して使用している</a:t>
            </a:r>
            <a:br>
              <a:rPr sz="1800"/>
            </a:br>
            <a:r>
              <a:rPr b="0" lang="ja-JP" sz="1800" strike="noStrike" u="none">
                <a:solidFill>
                  <a:schemeClr val="dk1"/>
                </a:solidFill>
                <a:effectLst/>
                <a:uFillTx/>
                <a:latin typeface="Meiryo UI"/>
                <a:ea typeface="Meiryo UI"/>
              </a:rPr>
              <a:t>ダイニングテーブルでは高さが合っておらず、うまく食事をとることができない。</a:t>
            </a:r>
            <a:endParaRPr b="0" lang="en-US" sz="1800" strike="noStrike" u="none">
              <a:solidFill>
                <a:srgbClr val="000000"/>
              </a:solidFill>
              <a:effectLst/>
              <a:uFillTx/>
              <a:latin typeface="Arial"/>
            </a:endParaRPr>
          </a:p>
          <a:p>
            <a:pPr marL="179280" indent="-179280" defTabSz="457200">
              <a:lnSpc>
                <a:spcPct val="100000"/>
              </a:lnSpc>
              <a:buClr>
                <a:srgbClr val="000000"/>
              </a:buClr>
              <a:buFont typeface="Arial"/>
              <a:buChar char="•"/>
            </a:pPr>
            <a:r>
              <a:rPr b="0" lang="ja-JP" sz="1800" strike="noStrike" u="none">
                <a:solidFill>
                  <a:schemeClr val="dk1"/>
                </a:solidFill>
                <a:effectLst/>
                <a:uFillTx/>
                <a:latin typeface="Meiryo UI"/>
                <a:ea typeface="Meiryo UI"/>
              </a:rPr>
              <a:t>時折、座っているときに左側に傾いていってしまう様子もみられる。</a:t>
            </a:r>
            <a:endParaRPr b="0" lang="en-US" sz="1800" strike="noStrike" u="none">
              <a:solidFill>
                <a:srgbClr val="000000"/>
              </a:solidFill>
              <a:effectLst/>
              <a:uFillTx/>
              <a:latin typeface="Arial"/>
            </a:endParaRPr>
          </a:p>
        </p:txBody>
      </p:sp>
      <p:sp>
        <p:nvSpPr>
          <p:cNvPr id="1558" name="フローチャート: 他ページ結合子 30"/>
          <p:cNvSpPr/>
          <p:nvPr/>
        </p:nvSpPr>
        <p:spPr>
          <a:xfrm>
            <a:off x="201240" y="1763280"/>
            <a:ext cx="1404720" cy="813960"/>
          </a:xfrm>
          <a:prstGeom prst="flowChartOffpageConnector">
            <a:avLst/>
          </a:prstGeom>
          <a:solidFill>
            <a:schemeClr val="accent4">
              <a:lumMod val="40000"/>
              <a:lumOff val="60000"/>
            </a:schemeClr>
          </a:solidFill>
          <a:ln w="0">
            <a:noFill/>
          </a:ln>
        </p:spPr>
        <p:style>
          <a:lnRef idx="0"/>
          <a:fillRef idx="0"/>
          <a:effectRef idx="0"/>
          <a:fontRef idx="minor"/>
        </p:style>
        <p:txBody>
          <a:bodyPr lIns="90000" rIns="90000" tIns="45000" bIns="45000" anchor="ctr">
            <a:noAutofit/>
          </a:bodyPr>
          <a:p>
            <a:pPr algn="ctr" defTabSz="457200">
              <a:lnSpc>
                <a:spcPts val="2001"/>
              </a:lnSpc>
            </a:pPr>
            <a:r>
              <a:rPr b="1" lang="ja-JP" sz="1600" strike="noStrike" u="none">
                <a:solidFill>
                  <a:schemeClr val="dk1"/>
                </a:solidFill>
                <a:effectLst/>
                <a:uFillTx/>
                <a:latin typeface="Meiryo UI"/>
                <a:ea typeface="Meiryo UI"/>
              </a:rPr>
              <a:t>シーティングの</a:t>
            </a:r>
            <a:endParaRPr b="0" lang="en-US" sz="1600" strike="noStrike" u="none">
              <a:solidFill>
                <a:srgbClr val="000000"/>
              </a:solidFill>
              <a:effectLst/>
              <a:uFillTx/>
              <a:latin typeface="Arial"/>
            </a:endParaRPr>
          </a:p>
          <a:p>
            <a:pPr algn="ctr" defTabSz="457200">
              <a:lnSpc>
                <a:spcPts val="2001"/>
              </a:lnSpc>
            </a:pPr>
            <a:r>
              <a:rPr b="1" lang="ja-JP" sz="1600" strike="noStrike" u="none">
                <a:solidFill>
                  <a:schemeClr val="dk1"/>
                </a:solidFill>
                <a:effectLst/>
                <a:uFillTx/>
                <a:latin typeface="Meiryo UI"/>
                <a:ea typeface="Meiryo UI"/>
              </a:rPr>
              <a:t>必要性検討</a:t>
            </a:r>
            <a:endParaRPr b="0" lang="en-US" sz="1600" strike="noStrike" u="none">
              <a:solidFill>
                <a:srgbClr val="000000"/>
              </a:solidFill>
              <a:effectLst/>
              <a:uFillTx/>
              <a:latin typeface="Arial"/>
            </a:endParaRPr>
          </a:p>
        </p:txBody>
      </p:sp>
      <p:sp>
        <p:nvSpPr>
          <p:cNvPr id="1559" name="正方形/長方形 31"/>
          <p:cNvSpPr/>
          <p:nvPr/>
        </p:nvSpPr>
        <p:spPr>
          <a:xfrm>
            <a:off x="1661040" y="1763280"/>
            <a:ext cx="8066520" cy="813960"/>
          </a:xfrm>
          <a:prstGeom prst="rect">
            <a:avLst/>
          </a:prstGeom>
          <a:noFill/>
          <a:ln w="0">
            <a:solidFill>
              <a:srgbClr val="4ab5c4">
                <a:lumMod val="60000"/>
                <a:lumOff val="40000"/>
              </a:srgbClr>
            </a:solidFill>
          </a:ln>
        </p:spPr>
        <p:style>
          <a:lnRef idx="0"/>
          <a:fillRef idx="0"/>
          <a:effectRef idx="0"/>
          <a:fontRef idx="minor"/>
        </p:style>
        <p:txBody>
          <a:bodyPr lIns="90000" rIns="90000" tIns="45000" bIns="45000" anchor="ctr">
            <a:noAutofit/>
          </a:bodyPr>
          <a:p>
            <a:pPr marL="177840" indent="-177840" defTabSz="914400">
              <a:lnSpc>
                <a:spcPct val="100000"/>
              </a:lnSpc>
              <a:buClr>
                <a:srgbClr val="000000"/>
              </a:buClr>
              <a:buFont typeface="Arial"/>
              <a:buChar char="•"/>
            </a:pPr>
            <a:r>
              <a:rPr b="0" lang="ja-JP" sz="1500" strike="noStrike" u="none">
                <a:solidFill>
                  <a:schemeClr val="dk1"/>
                </a:solidFill>
                <a:effectLst/>
                <a:uFillTx/>
                <a:latin typeface="Meiryo UI"/>
                <a:ea typeface="Meiryo UI"/>
              </a:rPr>
              <a:t>標準的な高さのダイニングテーブルでは高さが合っておらず、食事の際に肩があがっており、食べにくそう</a:t>
            </a:r>
            <a:br>
              <a:rPr sz="1500"/>
            </a:br>
            <a:r>
              <a:rPr b="0" lang="ja-JP" sz="1500" strike="noStrike" u="none">
                <a:solidFill>
                  <a:schemeClr val="dk1"/>
                </a:solidFill>
                <a:effectLst/>
                <a:uFillTx/>
                <a:latin typeface="Meiryo UI"/>
                <a:ea typeface="Meiryo UI"/>
              </a:rPr>
              <a:t>だった。</a:t>
            </a:r>
            <a:endParaRPr b="0" lang="en-US" sz="1500" strike="noStrike" u="none">
              <a:solidFill>
                <a:srgbClr val="000000"/>
              </a:solidFill>
              <a:effectLst/>
              <a:uFillTx/>
              <a:latin typeface="Arial"/>
            </a:endParaRPr>
          </a:p>
          <a:p>
            <a:pPr marL="177840" indent="-177840" defTabSz="914400">
              <a:lnSpc>
                <a:spcPct val="100000"/>
              </a:lnSpc>
              <a:buClr>
                <a:srgbClr val="000000"/>
              </a:buClr>
              <a:buFont typeface="Arial"/>
              <a:buChar char="•"/>
            </a:pPr>
            <a:r>
              <a:rPr b="0" lang="ja-JP" sz="1500" strike="noStrike" u="none">
                <a:solidFill>
                  <a:schemeClr val="dk1"/>
                </a:solidFill>
                <a:effectLst/>
                <a:uFillTx/>
                <a:latin typeface="Meiryo UI"/>
                <a:ea typeface="Meiryo UI"/>
              </a:rPr>
              <a:t>麻痺のある左側に姿勢が崩れ、自力で食事を食べることが難しい状況。</a:t>
            </a:r>
            <a:endParaRPr b="0" lang="en-US" sz="1500" strike="noStrike" u="none">
              <a:solidFill>
                <a:srgbClr val="000000"/>
              </a:solidFill>
              <a:effectLst/>
              <a:uFillTx/>
              <a:latin typeface="Arial"/>
            </a:endParaRPr>
          </a:p>
        </p:txBody>
      </p:sp>
      <p:sp>
        <p:nvSpPr>
          <p:cNvPr id="1560" name="フローチャート: 他ページ結合子 32"/>
          <p:cNvSpPr/>
          <p:nvPr/>
        </p:nvSpPr>
        <p:spPr>
          <a:xfrm>
            <a:off x="201240" y="2669040"/>
            <a:ext cx="1404720" cy="1087920"/>
          </a:xfrm>
          <a:prstGeom prst="flowChartOffpageConnector">
            <a:avLst/>
          </a:prstGeom>
          <a:solidFill>
            <a:schemeClr val="accent4">
              <a:lumMod val="40000"/>
              <a:lumOff val="60000"/>
            </a:schemeClr>
          </a:solidFill>
          <a:ln w="0">
            <a:noFill/>
          </a:ln>
        </p:spPr>
        <p:style>
          <a:lnRef idx="0"/>
          <a:fillRef idx="0"/>
          <a:effectRef idx="0"/>
          <a:fontRef idx="minor"/>
        </p:style>
        <p:txBody>
          <a:bodyPr lIns="90000" rIns="90000" tIns="45000" bIns="45000" anchor="ctr">
            <a:noAutofit/>
          </a:bodyPr>
          <a:p>
            <a:pPr algn="ctr" defTabSz="457200">
              <a:lnSpc>
                <a:spcPts val="2001"/>
              </a:lnSpc>
            </a:pPr>
            <a:r>
              <a:rPr b="1" lang="ja-JP" sz="1600" strike="noStrike" u="none">
                <a:solidFill>
                  <a:schemeClr val="dk1"/>
                </a:solidFill>
                <a:effectLst/>
                <a:uFillTx/>
                <a:latin typeface="Meiryo UI"/>
                <a:ea typeface="Meiryo UI"/>
              </a:rPr>
              <a:t>シーティング</a:t>
            </a:r>
            <a:endParaRPr b="0" lang="en-US" sz="1600" strike="noStrike" u="none">
              <a:solidFill>
                <a:srgbClr val="000000"/>
              </a:solidFill>
              <a:effectLst/>
              <a:uFillTx/>
              <a:latin typeface="Arial"/>
            </a:endParaRPr>
          </a:p>
          <a:p>
            <a:pPr algn="ctr" defTabSz="457200">
              <a:lnSpc>
                <a:spcPts val="2001"/>
              </a:lnSpc>
            </a:pPr>
            <a:r>
              <a:rPr b="1" lang="ja-JP" sz="1600" strike="noStrike" u="none">
                <a:solidFill>
                  <a:schemeClr val="dk1"/>
                </a:solidFill>
                <a:effectLst/>
                <a:uFillTx/>
                <a:latin typeface="Meiryo UI"/>
                <a:ea typeface="Meiryo UI"/>
              </a:rPr>
              <a:t>実施に向けた</a:t>
            </a:r>
            <a:endParaRPr b="0" lang="en-US" sz="1600" strike="noStrike" u="none">
              <a:solidFill>
                <a:srgbClr val="000000"/>
              </a:solidFill>
              <a:effectLst/>
              <a:uFillTx/>
              <a:latin typeface="Arial"/>
            </a:endParaRPr>
          </a:p>
          <a:p>
            <a:pPr algn="ctr" defTabSz="457200">
              <a:lnSpc>
                <a:spcPts val="2001"/>
              </a:lnSpc>
            </a:pPr>
            <a:r>
              <a:rPr b="1" lang="ja-JP" sz="1600" strike="noStrike" u="none">
                <a:solidFill>
                  <a:schemeClr val="dk1"/>
                </a:solidFill>
                <a:effectLst/>
                <a:uFillTx/>
                <a:latin typeface="Meiryo UI"/>
                <a:ea typeface="Meiryo UI"/>
              </a:rPr>
              <a:t>アセスメント</a:t>
            </a:r>
            <a:endParaRPr b="0" lang="en-US" sz="1600" strike="noStrike" u="none">
              <a:solidFill>
                <a:srgbClr val="000000"/>
              </a:solidFill>
              <a:effectLst/>
              <a:uFillTx/>
              <a:latin typeface="Arial"/>
            </a:endParaRPr>
          </a:p>
        </p:txBody>
      </p:sp>
      <p:sp>
        <p:nvSpPr>
          <p:cNvPr id="1561" name="正方形/長方形 33"/>
          <p:cNvSpPr/>
          <p:nvPr/>
        </p:nvSpPr>
        <p:spPr>
          <a:xfrm>
            <a:off x="1661040" y="2670480"/>
            <a:ext cx="8066520" cy="1087920"/>
          </a:xfrm>
          <a:prstGeom prst="rect">
            <a:avLst/>
          </a:prstGeom>
          <a:noFill/>
          <a:ln w="0">
            <a:solidFill>
              <a:srgbClr val="4ab5c4">
                <a:lumMod val="60000"/>
                <a:lumOff val="40000"/>
              </a:srgbClr>
            </a:solidFill>
          </a:ln>
        </p:spPr>
        <p:style>
          <a:lnRef idx="0"/>
          <a:fillRef idx="0"/>
          <a:effectRef idx="0"/>
          <a:fontRef idx="minor"/>
        </p:style>
        <p:txBody>
          <a:bodyPr lIns="90000" rIns="90000" tIns="45000" bIns="45000" anchor="ctr">
            <a:noAutofit/>
          </a:bodyPr>
          <a:p>
            <a:pPr marL="177840" indent="-177840" defTabSz="914400">
              <a:lnSpc>
                <a:spcPct val="100000"/>
              </a:lnSpc>
              <a:buClr>
                <a:srgbClr val="000000"/>
              </a:buClr>
              <a:buFont typeface="Arial"/>
              <a:buChar char="•"/>
            </a:pPr>
            <a:r>
              <a:rPr b="0" lang="ja-JP" sz="1500" strike="noStrike" u="none">
                <a:solidFill>
                  <a:schemeClr val="dk1"/>
                </a:solidFill>
                <a:effectLst/>
                <a:uFillTx/>
                <a:latin typeface="Meiryo UI"/>
                <a:ea typeface="Meiryo UI"/>
              </a:rPr>
              <a:t>介護職員</a:t>
            </a:r>
            <a:r>
              <a:rPr b="0" lang="en-US" sz="1500" strike="noStrike" u="none">
                <a:solidFill>
                  <a:schemeClr val="dk1"/>
                </a:solidFill>
                <a:effectLst/>
                <a:uFillTx/>
                <a:latin typeface="Meiryo UI"/>
                <a:ea typeface="Meiryo UI"/>
              </a:rPr>
              <a:t>A</a:t>
            </a:r>
            <a:r>
              <a:rPr b="0" lang="ja-JP" sz="1500" strike="noStrike" u="none">
                <a:solidFill>
                  <a:schemeClr val="dk1"/>
                </a:solidFill>
                <a:effectLst/>
                <a:uFillTx/>
                <a:latin typeface="Meiryo UI"/>
                <a:ea typeface="Meiryo UI"/>
              </a:rPr>
              <a:t>さんは、機能訓練指導員と連携し、本人にとって最も食べやすいテーブルの高さについて</a:t>
            </a:r>
            <a:br>
              <a:rPr sz="1500"/>
            </a:br>
            <a:r>
              <a:rPr b="0" lang="ja-JP" sz="1500" strike="noStrike" u="none">
                <a:solidFill>
                  <a:schemeClr val="dk1"/>
                </a:solidFill>
                <a:effectLst/>
                <a:uFillTx/>
                <a:latin typeface="Meiryo UI"/>
                <a:ea typeface="Meiryo UI"/>
              </a:rPr>
              <a:t>検討。</a:t>
            </a:r>
            <a:endParaRPr b="0" lang="en-US" sz="1500" strike="noStrike" u="none">
              <a:solidFill>
                <a:srgbClr val="000000"/>
              </a:solidFill>
              <a:effectLst/>
              <a:uFillTx/>
              <a:latin typeface="Arial"/>
            </a:endParaRPr>
          </a:p>
          <a:p>
            <a:pPr marL="177840" indent="-177840" defTabSz="914400">
              <a:lnSpc>
                <a:spcPct val="100000"/>
              </a:lnSpc>
              <a:buClr>
                <a:srgbClr val="000000"/>
              </a:buClr>
              <a:buFont typeface="Arial"/>
              <a:buChar char="•"/>
            </a:pPr>
            <a:r>
              <a:rPr b="0" lang="ja-JP" sz="1500" strike="noStrike" u="none">
                <a:solidFill>
                  <a:schemeClr val="dk1"/>
                </a:solidFill>
                <a:effectLst/>
                <a:uFillTx/>
                <a:latin typeface="Meiryo UI"/>
                <a:ea typeface="Meiryo UI"/>
              </a:rPr>
              <a:t>座っているときに左側に傾いてしまうことを防ぐため、</a:t>
            </a:r>
            <a:r>
              <a:rPr b="0" lang="ja-JP" sz="1500" strike="noStrike" u="none">
                <a:solidFill>
                  <a:schemeClr val="dk1"/>
                </a:solidFill>
                <a:effectLst/>
                <a:uFillTx/>
                <a:latin typeface="Meiryo UI"/>
                <a:ea typeface="Meiryo UI"/>
              </a:rPr>
              <a:t>パッドを肘の下に置くことを試した。</a:t>
            </a:r>
            <a:endParaRPr b="0" lang="en-US" sz="1500" strike="noStrike" u="none">
              <a:solidFill>
                <a:srgbClr val="000000"/>
              </a:solidFill>
              <a:effectLst/>
              <a:uFillTx/>
              <a:latin typeface="Arial"/>
            </a:endParaRPr>
          </a:p>
        </p:txBody>
      </p:sp>
      <p:sp>
        <p:nvSpPr>
          <p:cNvPr id="1562" name="フローチャート: 他ページ結合子 34"/>
          <p:cNvSpPr/>
          <p:nvPr/>
        </p:nvSpPr>
        <p:spPr>
          <a:xfrm>
            <a:off x="201240" y="3846240"/>
            <a:ext cx="1404720" cy="1309320"/>
          </a:xfrm>
          <a:prstGeom prst="flowChartOffpageConnector">
            <a:avLst/>
          </a:prstGeom>
          <a:solidFill>
            <a:schemeClr val="accent4">
              <a:lumMod val="40000"/>
              <a:lumOff val="60000"/>
            </a:schemeClr>
          </a:solidFill>
          <a:ln w="0">
            <a:noFill/>
          </a:ln>
        </p:spPr>
        <p:style>
          <a:lnRef idx="0"/>
          <a:fillRef idx="0"/>
          <a:effectRef idx="0"/>
          <a:fontRef idx="minor"/>
        </p:style>
        <p:txBody>
          <a:bodyPr lIns="90000" rIns="90000" tIns="45000" bIns="45000" anchor="ctr">
            <a:noAutofit/>
          </a:bodyPr>
          <a:p>
            <a:pPr algn="ctr" defTabSz="457200">
              <a:lnSpc>
                <a:spcPts val="2001"/>
              </a:lnSpc>
            </a:pPr>
            <a:r>
              <a:rPr b="1" lang="ja-JP" sz="1600" strike="noStrike" u="none">
                <a:solidFill>
                  <a:schemeClr val="dk1"/>
                </a:solidFill>
                <a:effectLst/>
                <a:uFillTx/>
                <a:latin typeface="Meiryo UI"/>
                <a:ea typeface="Meiryo UI"/>
              </a:rPr>
              <a:t>シーティング</a:t>
            </a:r>
            <a:endParaRPr b="0" lang="en-US" sz="1600" strike="noStrike" u="none">
              <a:solidFill>
                <a:srgbClr val="000000"/>
              </a:solidFill>
              <a:effectLst/>
              <a:uFillTx/>
              <a:latin typeface="Arial"/>
            </a:endParaRPr>
          </a:p>
          <a:p>
            <a:pPr algn="ctr" defTabSz="457200">
              <a:lnSpc>
                <a:spcPts val="2001"/>
              </a:lnSpc>
            </a:pPr>
            <a:r>
              <a:rPr b="1" lang="ja-JP" sz="1600" strike="noStrike" u="none">
                <a:solidFill>
                  <a:schemeClr val="dk1"/>
                </a:solidFill>
                <a:effectLst/>
                <a:uFillTx/>
                <a:latin typeface="Meiryo UI"/>
                <a:ea typeface="Meiryo UI"/>
              </a:rPr>
              <a:t>実施</a:t>
            </a:r>
            <a:endParaRPr b="0" lang="en-US" sz="1600" strike="noStrike" u="none">
              <a:solidFill>
                <a:srgbClr val="000000"/>
              </a:solidFill>
              <a:effectLst/>
              <a:uFillTx/>
              <a:latin typeface="Arial"/>
            </a:endParaRPr>
          </a:p>
        </p:txBody>
      </p:sp>
      <p:sp>
        <p:nvSpPr>
          <p:cNvPr id="1563" name="正方形/長方形 35"/>
          <p:cNvSpPr/>
          <p:nvPr/>
        </p:nvSpPr>
        <p:spPr>
          <a:xfrm>
            <a:off x="1661040" y="3852360"/>
            <a:ext cx="8066520" cy="1297440"/>
          </a:xfrm>
          <a:prstGeom prst="rect">
            <a:avLst/>
          </a:prstGeom>
          <a:noFill/>
          <a:ln w="0">
            <a:solidFill>
              <a:srgbClr val="4ab5c4">
                <a:lumMod val="60000"/>
                <a:lumOff val="40000"/>
              </a:srgbClr>
            </a:solidFill>
          </a:ln>
        </p:spPr>
        <p:style>
          <a:lnRef idx="0"/>
          <a:fillRef idx="0"/>
          <a:effectRef idx="0"/>
          <a:fontRef idx="minor"/>
        </p:style>
        <p:txBody>
          <a:bodyPr lIns="90000" rIns="90000" tIns="45000" bIns="45000" anchor="ctr">
            <a:noAutofit/>
          </a:bodyPr>
          <a:p>
            <a:pPr marL="177840" indent="-177840" defTabSz="914400">
              <a:lnSpc>
                <a:spcPct val="100000"/>
              </a:lnSpc>
              <a:buClr>
                <a:srgbClr val="000000"/>
              </a:buClr>
              <a:buFont typeface="Arial"/>
              <a:buChar char="•"/>
            </a:pPr>
            <a:r>
              <a:rPr b="0" lang="ja-JP" sz="1500" strike="noStrike" u="none">
                <a:solidFill>
                  <a:schemeClr val="dk1"/>
                </a:solidFill>
                <a:effectLst/>
                <a:uFillTx/>
                <a:latin typeface="Meiryo UI"/>
                <a:ea typeface="Meiryo UI"/>
              </a:rPr>
              <a:t>高さ調節が可能なサイドテーブルを導入し、本人にとって最も食べやすい高さに合わせ、食事時に使用</a:t>
            </a:r>
            <a:br>
              <a:rPr sz="1500"/>
            </a:br>
            <a:r>
              <a:rPr b="0" lang="ja-JP" sz="1500" strike="noStrike" u="none">
                <a:solidFill>
                  <a:schemeClr val="dk1"/>
                </a:solidFill>
                <a:effectLst/>
                <a:uFillTx/>
                <a:latin typeface="Meiryo UI"/>
                <a:ea typeface="Meiryo UI"/>
              </a:rPr>
              <a:t>してもらうことにした。</a:t>
            </a:r>
            <a:endParaRPr b="0" lang="en-US" sz="1500" strike="noStrike" u="none">
              <a:solidFill>
                <a:srgbClr val="000000"/>
              </a:solidFill>
              <a:effectLst/>
              <a:uFillTx/>
              <a:latin typeface="Arial"/>
            </a:endParaRPr>
          </a:p>
          <a:p>
            <a:pPr marL="177840" indent="-177840" defTabSz="914400">
              <a:lnSpc>
                <a:spcPct val="100000"/>
              </a:lnSpc>
              <a:buClr>
                <a:srgbClr val="000000"/>
              </a:buClr>
              <a:buFont typeface="Arial"/>
              <a:buChar char="•"/>
            </a:pPr>
            <a:r>
              <a:rPr b="0" lang="ja-JP" sz="1500" strike="noStrike" u="none">
                <a:solidFill>
                  <a:schemeClr val="dk1"/>
                </a:solidFill>
                <a:effectLst/>
                <a:uFillTx/>
                <a:latin typeface="Meiryo UI"/>
                <a:ea typeface="Meiryo UI"/>
              </a:rPr>
              <a:t>肘の下にパッドを使用することで左への傾きが少なくなったため、継続して使用することにした。機能訓練指導員が中心となり、介護職員とともにシーティング前後の姿勢変化を写真を基に都度状態をチェック</a:t>
            </a:r>
            <a:br>
              <a:rPr sz="1500"/>
            </a:br>
            <a:r>
              <a:rPr b="0" lang="ja-JP" sz="1500" strike="noStrike" u="none">
                <a:solidFill>
                  <a:schemeClr val="dk1"/>
                </a:solidFill>
                <a:effectLst/>
                <a:uFillTx/>
                <a:latin typeface="Meiryo UI"/>
                <a:ea typeface="Meiryo UI"/>
              </a:rPr>
              <a:t>した。</a:t>
            </a:r>
            <a:endParaRPr b="0" lang="en-US" sz="1500" strike="noStrike" u="none">
              <a:solidFill>
                <a:srgbClr val="000000"/>
              </a:solidFill>
              <a:effectLst/>
              <a:uFillTx/>
              <a:latin typeface="Arial"/>
            </a:endParaRPr>
          </a:p>
        </p:txBody>
      </p:sp>
      <p:sp>
        <p:nvSpPr>
          <p:cNvPr id="1564" name="フローチャート: 他ページ結合子 36"/>
          <p:cNvSpPr/>
          <p:nvPr/>
        </p:nvSpPr>
        <p:spPr>
          <a:xfrm>
            <a:off x="201240" y="5243400"/>
            <a:ext cx="1404720" cy="991800"/>
          </a:xfrm>
          <a:prstGeom prst="flowChartOffpageConnector">
            <a:avLst/>
          </a:prstGeom>
          <a:solidFill>
            <a:schemeClr val="accent4">
              <a:lumMod val="40000"/>
              <a:lumOff val="60000"/>
            </a:schemeClr>
          </a:solidFill>
          <a:ln w="0">
            <a:noFill/>
          </a:ln>
        </p:spPr>
        <p:style>
          <a:lnRef idx="0"/>
          <a:fillRef idx="0"/>
          <a:effectRef idx="0"/>
          <a:fontRef idx="minor"/>
        </p:style>
        <p:txBody>
          <a:bodyPr lIns="90000" rIns="90000" tIns="45000" bIns="45000" anchor="ctr">
            <a:noAutofit/>
          </a:bodyPr>
          <a:p>
            <a:pPr algn="ctr" defTabSz="457200">
              <a:lnSpc>
                <a:spcPts val="2001"/>
              </a:lnSpc>
            </a:pPr>
            <a:r>
              <a:rPr b="1" lang="ja-JP" sz="1600" strike="noStrike" u="none">
                <a:solidFill>
                  <a:schemeClr val="dk1"/>
                </a:solidFill>
                <a:effectLst/>
                <a:uFillTx/>
                <a:latin typeface="Meiryo UI"/>
                <a:ea typeface="Meiryo UI"/>
              </a:rPr>
              <a:t>効果検証</a:t>
            </a:r>
            <a:endParaRPr b="0" lang="en-US" sz="1600" strike="noStrike" u="none">
              <a:solidFill>
                <a:srgbClr val="000000"/>
              </a:solidFill>
              <a:effectLst/>
              <a:uFillTx/>
              <a:latin typeface="Arial"/>
            </a:endParaRPr>
          </a:p>
          <a:p>
            <a:pPr algn="ctr" defTabSz="457200">
              <a:lnSpc>
                <a:spcPts val="2001"/>
              </a:lnSpc>
            </a:pPr>
            <a:r>
              <a:rPr b="1" lang="ja-JP" sz="1600" strike="noStrike" u="none">
                <a:solidFill>
                  <a:schemeClr val="dk1"/>
                </a:solidFill>
                <a:effectLst/>
                <a:uFillTx/>
                <a:latin typeface="Meiryo UI"/>
                <a:ea typeface="Meiryo UI"/>
              </a:rPr>
              <a:t>継続的な観察</a:t>
            </a:r>
            <a:endParaRPr b="0" lang="en-US" sz="1600" strike="noStrike" u="none">
              <a:solidFill>
                <a:srgbClr val="000000"/>
              </a:solidFill>
              <a:effectLst/>
              <a:uFillTx/>
              <a:latin typeface="Arial"/>
            </a:endParaRPr>
          </a:p>
        </p:txBody>
      </p:sp>
      <p:sp>
        <p:nvSpPr>
          <p:cNvPr id="1565" name="正方形/長方形 37"/>
          <p:cNvSpPr/>
          <p:nvPr/>
        </p:nvSpPr>
        <p:spPr>
          <a:xfrm>
            <a:off x="1661040" y="5243400"/>
            <a:ext cx="8066520" cy="991800"/>
          </a:xfrm>
          <a:prstGeom prst="rect">
            <a:avLst/>
          </a:prstGeom>
          <a:noFill/>
          <a:ln w="0">
            <a:solidFill>
              <a:srgbClr val="4ab5c4">
                <a:lumMod val="60000"/>
                <a:lumOff val="40000"/>
              </a:srgbClr>
            </a:solidFill>
          </a:ln>
        </p:spPr>
        <p:style>
          <a:lnRef idx="0"/>
          <a:fillRef idx="0"/>
          <a:effectRef idx="0"/>
          <a:fontRef idx="minor"/>
        </p:style>
        <p:txBody>
          <a:bodyPr lIns="90000" rIns="90000" tIns="45000" bIns="45000" anchor="ctr">
            <a:noAutofit/>
          </a:bodyPr>
          <a:p>
            <a:pPr marL="177840" indent="-177840" defTabSz="914400">
              <a:lnSpc>
                <a:spcPct val="100000"/>
              </a:lnSpc>
              <a:buClr>
                <a:srgbClr val="000000"/>
              </a:buClr>
              <a:buFont typeface="Arial"/>
              <a:buChar char="•"/>
            </a:pPr>
            <a:r>
              <a:rPr b="0" lang="ja-JP" sz="1500" strike="noStrike" u="none">
                <a:solidFill>
                  <a:schemeClr val="dk1"/>
                </a:solidFill>
                <a:effectLst/>
                <a:uFillTx/>
                <a:latin typeface="Meiryo UI"/>
                <a:ea typeface="Meiryo UI"/>
              </a:rPr>
              <a:t>テーブルの高さを合わせることで、食事の際に肩があがらなくなり、右上肢で自力でスムーズに食事をとることができるようになった。</a:t>
            </a:r>
            <a:endParaRPr b="0" lang="en-US" sz="1500" strike="noStrike" u="none">
              <a:solidFill>
                <a:srgbClr val="000000"/>
              </a:solidFill>
              <a:effectLst/>
              <a:uFillTx/>
              <a:latin typeface="Arial"/>
            </a:endParaRPr>
          </a:p>
          <a:p>
            <a:pPr marL="177840" indent="-177840" defTabSz="914400">
              <a:lnSpc>
                <a:spcPct val="100000"/>
              </a:lnSpc>
              <a:buClr>
                <a:srgbClr val="000000"/>
              </a:buClr>
              <a:buFont typeface="Arial"/>
              <a:buChar char="•"/>
            </a:pPr>
            <a:r>
              <a:rPr b="0" lang="ja-JP" sz="1500" strike="noStrike" u="none">
                <a:solidFill>
                  <a:schemeClr val="dk1"/>
                </a:solidFill>
                <a:effectLst/>
                <a:uFillTx/>
                <a:latin typeface="Meiryo UI"/>
                <a:ea typeface="Meiryo UI"/>
              </a:rPr>
              <a:t>肘の下にパッドを使用することで傾きは少なくなり、食事に集中することができるようになった。</a:t>
            </a:r>
            <a:endParaRPr b="0" lang="en-US" sz="1500" strike="noStrike" u="none">
              <a:solidFill>
                <a:srgbClr val="000000"/>
              </a:solidFill>
              <a:effectLst/>
              <a:uFillTx/>
              <a:latin typeface="Arial"/>
            </a:endParaRPr>
          </a:p>
        </p:txBody>
      </p:sp>
      <p:sp>
        <p:nvSpPr>
          <p:cNvPr id="1566" name="正方形/長方形 2"/>
          <p:cNvSpPr/>
          <p:nvPr/>
        </p:nvSpPr>
        <p:spPr>
          <a:xfrm>
            <a:off x="230040" y="85680"/>
            <a:ext cx="1734480" cy="369000"/>
          </a:xfrm>
          <a:prstGeom prst="rect">
            <a:avLst/>
          </a:prstGeom>
          <a:solidFill>
            <a:srgbClr val="ffff99"/>
          </a:solidFill>
          <a:ln w="0">
            <a:noFill/>
          </a:ln>
        </p:spPr>
        <p:style>
          <a:lnRef idx="0"/>
          <a:fillRef idx="0"/>
          <a:effectRef idx="0"/>
          <a:fontRef idx="minor"/>
        </p:style>
        <p:txBody>
          <a:bodyPr lIns="90000" rIns="90000" tIns="45000" bIns="45000" anchor="b">
            <a:noAutofit/>
          </a:bodyPr>
          <a:p>
            <a:pPr defTabSz="457200">
              <a:lnSpc>
                <a:spcPts val="2001"/>
              </a:lnSpc>
            </a:pPr>
            <a:r>
              <a:rPr b="1" lang="ja-JP" sz="2000" strike="noStrike" u="none">
                <a:solidFill>
                  <a:schemeClr val="dk1"/>
                </a:solidFill>
                <a:effectLst/>
                <a:uFillTx/>
                <a:latin typeface="Meiryo UI"/>
                <a:ea typeface="Meiryo UI"/>
              </a:rPr>
              <a:t>　 　事例紹介　</a:t>
            </a:r>
            <a:endParaRPr b="0" lang="en-US" sz="2000" strike="noStrike" u="none">
              <a:solidFill>
                <a:srgbClr val="000000"/>
              </a:solidFill>
              <a:effectLst/>
              <a:uFillTx/>
              <a:latin typeface="Arial"/>
            </a:endParaRPr>
          </a:p>
        </p:txBody>
      </p:sp>
      <p:sp>
        <p:nvSpPr>
          <p:cNvPr id="1567" name="正方形/長方形 17"/>
          <p:cNvSpPr/>
          <p:nvPr/>
        </p:nvSpPr>
        <p:spPr>
          <a:xfrm>
            <a:off x="211320" y="609840"/>
            <a:ext cx="1995480" cy="1054800"/>
          </a:xfrm>
          <a:prstGeom prst="rect">
            <a:avLst/>
          </a:prstGeom>
          <a:solidFill>
            <a:schemeClr val="accent4"/>
          </a:solidFill>
          <a:ln w="0">
            <a:solidFill>
              <a:srgbClr val="029676"/>
            </a:solidFill>
          </a:ln>
        </p:spPr>
        <p:style>
          <a:lnRef idx="0"/>
          <a:fillRef idx="0"/>
          <a:effectRef idx="0"/>
          <a:fontRef idx="minor"/>
        </p:style>
        <p:txBody>
          <a:bodyPr numCol="1" spcCol="0" horzOverflow="overflow" anchor="ctr">
            <a:noAutofit/>
          </a:bodyPr>
          <a:p>
            <a:pPr marL="285840" indent="-285840" defTabSz="457200">
              <a:lnSpc>
                <a:spcPct val="100000"/>
              </a:lnSpc>
              <a:buClr>
                <a:srgbClr val="ffffff"/>
              </a:buClr>
              <a:buFont typeface="Wingdings" charset="2"/>
              <a:buChar char=""/>
            </a:pPr>
            <a:r>
              <a:rPr b="1" lang="en-US" sz="1600" strike="noStrike" u="none">
                <a:solidFill>
                  <a:schemeClr val="lt1"/>
                </a:solidFill>
                <a:effectLst/>
                <a:uFillTx/>
                <a:latin typeface="Meiryo UI"/>
                <a:ea typeface="Meiryo UI"/>
              </a:rPr>
              <a:t>90</a:t>
            </a:r>
            <a:r>
              <a:rPr b="1" lang="ja-JP" sz="1600" strike="noStrike" u="none">
                <a:solidFill>
                  <a:schemeClr val="lt1"/>
                </a:solidFill>
                <a:effectLst/>
                <a:uFillTx/>
                <a:latin typeface="Meiryo UI"/>
                <a:ea typeface="Meiryo UI"/>
              </a:rPr>
              <a:t>代女性</a:t>
            </a:r>
            <a:endParaRPr b="0" lang="en-US" sz="1600" strike="noStrike" u="none">
              <a:solidFill>
                <a:srgbClr val="ffffff"/>
              </a:solidFill>
              <a:effectLst/>
              <a:uFillTx/>
              <a:latin typeface="Arial"/>
            </a:endParaRPr>
          </a:p>
          <a:p>
            <a:pPr marL="285840" indent="-285840" defTabSz="457200">
              <a:lnSpc>
                <a:spcPct val="100000"/>
              </a:lnSpc>
              <a:buClr>
                <a:srgbClr val="ffffff"/>
              </a:buClr>
              <a:buFont typeface="Wingdings" charset="2"/>
              <a:buChar char=""/>
            </a:pPr>
            <a:r>
              <a:rPr b="1" lang="ja-JP" sz="1600" strike="noStrike" u="none">
                <a:solidFill>
                  <a:schemeClr val="lt1"/>
                </a:solidFill>
                <a:effectLst/>
                <a:uFillTx/>
                <a:latin typeface="Meiryo UI"/>
                <a:ea typeface="Meiryo UI"/>
              </a:rPr>
              <a:t>要介護</a:t>
            </a:r>
            <a:r>
              <a:rPr b="1" lang="en-US" sz="1600" strike="noStrike" u="none">
                <a:solidFill>
                  <a:schemeClr val="lt1"/>
                </a:solidFill>
                <a:effectLst/>
                <a:uFillTx/>
                <a:latin typeface="Meiryo UI"/>
                <a:ea typeface="Meiryo UI"/>
              </a:rPr>
              <a:t>4</a:t>
            </a:r>
            <a:endParaRPr b="0" lang="en-US" sz="1600" strike="noStrike" u="none">
              <a:solidFill>
                <a:srgbClr val="ffffff"/>
              </a:solidFill>
              <a:effectLst/>
              <a:uFillTx/>
              <a:latin typeface="Arial"/>
            </a:endParaRPr>
          </a:p>
          <a:p>
            <a:pPr marL="285840" indent="-285840" defTabSz="457200">
              <a:lnSpc>
                <a:spcPct val="100000"/>
              </a:lnSpc>
              <a:buClr>
                <a:srgbClr val="ffffff"/>
              </a:buClr>
              <a:buFont typeface="Wingdings" charset="2"/>
              <a:buChar char=""/>
            </a:pPr>
            <a:r>
              <a:rPr b="1" lang="ja-JP" sz="1600" strike="noStrike" u="none">
                <a:solidFill>
                  <a:schemeClr val="lt1"/>
                </a:solidFill>
                <a:effectLst/>
                <a:uFillTx/>
                <a:latin typeface="Meiryo UI"/>
                <a:ea typeface="Meiryo UI"/>
              </a:rPr>
              <a:t>左片麻痺、円背</a:t>
            </a:r>
            <a:endParaRPr b="0" lang="en-US" sz="1600" strike="noStrike" u="none">
              <a:solidFill>
                <a:srgbClr val="ffffff"/>
              </a:solidFill>
              <a:effectLst/>
              <a:uFillTx/>
              <a:latin typeface="Arial"/>
            </a:endParaRPr>
          </a:p>
        </p:txBody>
      </p:sp>
      <p:pic>
        <p:nvPicPr>
          <p:cNvPr id="1568" name="グラフィックス 7" descr="電球と歯車"/>
          <p:cNvPicPr/>
          <p:nvPr/>
        </p:nvPicPr>
        <p:blipFill>
          <a:blip r:embed="rId1">
            <a:extLst>
              <a:ext uri="{96DAC541-7B7A-43D3-8B79-37D633B846F1}">
                <asvg:svgBlip xmlns:asvg="http://schemas.microsoft.com/office/drawing/2016/SVG/main" r:embed="rId2"/>
              </a:ext>
            </a:extLst>
          </a:blip>
          <a:stretch/>
        </p:blipFill>
        <p:spPr>
          <a:xfrm>
            <a:off x="272520" y="120960"/>
            <a:ext cx="298440" cy="29844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9" name="PlaceHolder 1"/>
          <p:cNvSpPr>
            <a:spLocks noGrp="1"/>
          </p:cNvSpPr>
          <p:nvPr>
            <p:ph type="title"/>
          </p:nvPr>
        </p:nvSpPr>
        <p:spPr>
          <a:xfrm>
            <a:off x="199440" y="136800"/>
            <a:ext cx="9505440" cy="369000"/>
          </a:xfrm>
          <a:prstGeom prst="rect">
            <a:avLst/>
          </a:prstGeom>
          <a:noFill/>
          <a:ln w="0">
            <a:noFill/>
          </a:ln>
        </p:spPr>
        <p:txBody>
          <a:bodyPr lIns="36000" rIns="0" tIns="45720" bIns="45720" anchor="ctr">
            <a:noAutofit/>
          </a:bodyPr>
          <a:p>
            <a:pPr indent="0" defTabSz="914400">
              <a:lnSpc>
                <a:spcPct val="90000"/>
              </a:lnSpc>
              <a:buNone/>
            </a:pPr>
            <a:r>
              <a:rPr b="1" lang="en-US" sz="2000" strike="noStrike" u="none">
                <a:solidFill>
                  <a:schemeClr val="dk1"/>
                </a:solidFill>
                <a:effectLst/>
                <a:uFillTx/>
                <a:latin typeface="Meiryo UI"/>
                <a:ea typeface="Meiryo UI"/>
              </a:rPr>
              <a:t>3.1</a:t>
            </a:r>
            <a:r>
              <a:rPr b="1" lang="ja-JP" sz="2000" strike="noStrike" u="none">
                <a:solidFill>
                  <a:schemeClr val="dk1"/>
                </a:solidFill>
                <a:effectLst/>
                <a:uFillTx/>
                <a:latin typeface="Meiryo UI"/>
                <a:ea typeface="Meiryo UI"/>
              </a:rPr>
              <a:t>　シーティングの対象となる高齢者像</a:t>
            </a:r>
            <a:endParaRPr b="0" lang="en-US" sz="2000" strike="noStrike" u="none">
              <a:solidFill>
                <a:schemeClr val="dk1"/>
              </a:solidFill>
              <a:effectLst/>
              <a:uFillTx/>
              <a:latin typeface="Meiryo UI"/>
            </a:endParaRPr>
          </a:p>
        </p:txBody>
      </p:sp>
      <p:sp>
        <p:nvSpPr>
          <p:cNvPr id="1570" name="テキスト プレースホルダー 2"/>
          <p:cNvSpPr/>
          <p:nvPr/>
        </p:nvSpPr>
        <p:spPr>
          <a:xfrm>
            <a:off x="207000" y="570600"/>
            <a:ext cx="9513360" cy="369000"/>
          </a:xfrm>
          <a:prstGeom prst="rect">
            <a:avLst/>
          </a:prstGeom>
          <a:noFill/>
          <a:ln w="0">
            <a:noFill/>
          </a:ln>
        </p:spPr>
        <p:style>
          <a:lnRef idx="0"/>
          <a:fillRef idx="0"/>
          <a:effectRef idx="0"/>
          <a:fontRef idx="minor"/>
        </p:style>
        <p:txBody>
          <a:bodyPr anchor="t">
            <a:noAutofit/>
          </a:bodyPr>
          <a:p>
            <a:pPr marL="180000" indent="-180000" defTabSz="914400">
              <a:lnSpc>
                <a:spcPct val="90000"/>
              </a:lnSpc>
              <a:spcAft>
                <a:spcPts val="601"/>
              </a:spcAft>
              <a:buClr>
                <a:srgbClr val="222f28"/>
              </a:buClr>
              <a:buFont typeface="Arial"/>
              <a:buChar char="•"/>
            </a:pPr>
            <a:r>
              <a:rPr b="1" lang="ja-JP" sz="2000" strike="noStrike" u="none">
                <a:solidFill>
                  <a:schemeClr val="dk2">
                    <a:lumMod val="50000"/>
                  </a:schemeClr>
                </a:solidFill>
                <a:effectLst/>
                <a:uFillTx/>
                <a:latin typeface="Meiryo UI"/>
                <a:ea typeface="Meiryo UI"/>
              </a:rPr>
              <a:t>高齢者の特徴や疾患によって、原因は個々によって異なります。</a:t>
            </a:r>
            <a:endParaRPr b="0" lang="en-US" sz="2000" strike="noStrike" u="none">
              <a:solidFill>
                <a:srgbClr val="000000"/>
              </a:solidFill>
              <a:effectLst/>
              <a:uFillTx/>
              <a:latin typeface="Arial"/>
            </a:endParaRPr>
          </a:p>
        </p:txBody>
      </p:sp>
      <p:sp>
        <p:nvSpPr>
          <p:cNvPr id="1571" name="正方形/長方形 10"/>
          <p:cNvSpPr/>
          <p:nvPr/>
        </p:nvSpPr>
        <p:spPr>
          <a:xfrm>
            <a:off x="207000" y="1644480"/>
            <a:ext cx="4341960" cy="4590720"/>
          </a:xfrm>
          <a:prstGeom prst="rect">
            <a:avLst/>
          </a:prstGeom>
          <a:noFill/>
          <a:ln w="0">
            <a:solidFill>
              <a:srgbClr val="029676"/>
            </a:solidFill>
          </a:ln>
        </p:spPr>
        <p:style>
          <a:lnRef idx="0"/>
          <a:fillRef idx="0"/>
          <a:effectRef idx="0"/>
          <a:fontRef idx="minor"/>
        </p:style>
        <p:txBody>
          <a:bodyPr lIns="90000" rIns="0" tIns="45000" bIns="45000" anchor="t">
            <a:noAutofit/>
          </a:bodyPr>
          <a:p>
            <a:pPr marL="285840" indent="-285840" defTabSz="457200">
              <a:lnSpc>
                <a:spcPts val="2599"/>
              </a:lnSpc>
              <a:spcAft>
                <a:spcPts val="601"/>
              </a:spcAft>
              <a:buClr>
                <a:srgbClr val="c00000"/>
              </a:buClr>
              <a:buFont typeface="Wingdings" charset="2"/>
              <a:buChar char=""/>
            </a:pPr>
            <a:r>
              <a:rPr b="1" lang="ja-JP" sz="2000" strike="noStrike" u="none">
                <a:solidFill>
                  <a:srgbClr val="c00000"/>
                </a:solidFill>
                <a:effectLst/>
                <a:uFillTx/>
                <a:latin typeface="Meiryo UI"/>
                <a:ea typeface="Meiryo UI"/>
              </a:rPr>
              <a:t>複数の疾患を有している場合</a:t>
            </a:r>
            <a:r>
              <a:rPr b="0" lang="ja-JP" sz="2000" strike="noStrike" u="none">
                <a:solidFill>
                  <a:schemeClr val="dk1"/>
                </a:solidFill>
                <a:effectLst/>
                <a:uFillTx/>
                <a:latin typeface="Meiryo UI"/>
                <a:ea typeface="Meiryo UI"/>
              </a:rPr>
              <a:t>が多く</a:t>
            </a:r>
            <a:r>
              <a:rPr b="0" lang="ja-JP" sz="2000" strike="noStrike" u="none">
                <a:solidFill>
                  <a:schemeClr val="dk1"/>
                </a:solidFill>
                <a:effectLst/>
                <a:uFillTx/>
                <a:latin typeface="Meiryo UI"/>
                <a:ea typeface="Meiryo UI"/>
              </a:rPr>
              <a:t>､</a:t>
            </a:r>
            <a:br>
              <a:rPr sz="2000"/>
            </a:br>
            <a:r>
              <a:rPr b="0" lang="ja-JP" sz="2000" strike="noStrike" u="none">
                <a:solidFill>
                  <a:schemeClr val="dk1"/>
                </a:solidFill>
                <a:effectLst/>
                <a:uFillTx/>
                <a:latin typeface="Meiryo UI"/>
                <a:ea typeface="Meiryo UI"/>
              </a:rPr>
              <a:t>その症状も多彩</a:t>
            </a:r>
            <a:endParaRPr b="0" lang="en-US" sz="2000" strike="noStrike" u="none">
              <a:solidFill>
                <a:srgbClr val="000000"/>
              </a:solidFill>
              <a:effectLst/>
              <a:uFillTx/>
              <a:latin typeface="Arial"/>
            </a:endParaRPr>
          </a:p>
          <a:p>
            <a:pPr marL="285840" indent="-285840" defTabSz="457200">
              <a:lnSpc>
                <a:spcPts val="2599"/>
              </a:lnSpc>
              <a:spcAft>
                <a:spcPts val="601"/>
              </a:spcAft>
              <a:buClr>
                <a:srgbClr val="000000"/>
              </a:buClr>
              <a:buFont typeface="Wingdings" charset="2"/>
              <a:buChar char=""/>
            </a:pPr>
            <a:r>
              <a:rPr b="0" lang="ja-JP" sz="2000" strike="noStrike" u="none">
                <a:solidFill>
                  <a:schemeClr val="dk1"/>
                </a:solidFill>
                <a:effectLst/>
                <a:uFillTx/>
                <a:latin typeface="Meiryo UI"/>
                <a:ea typeface="Meiryo UI"/>
              </a:rPr>
              <a:t>高齢者によくみられる座位姿勢の特徴として、「骨盤が後傾している」、「体幹が傾いている」、「頭部が傾いている」　ことが多い　　</a:t>
            </a:r>
            <a:endParaRPr b="0" lang="en-US" sz="2000" strike="noStrike" u="none">
              <a:solidFill>
                <a:srgbClr val="000000"/>
              </a:solidFill>
              <a:effectLst/>
              <a:uFillTx/>
              <a:latin typeface="Arial"/>
            </a:endParaRPr>
          </a:p>
        </p:txBody>
      </p:sp>
      <p:sp>
        <p:nvSpPr>
          <p:cNvPr id="1572" name="二等辺三角形 14"/>
          <p:cNvSpPr/>
          <p:nvPr/>
        </p:nvSpPr>
        <p:spPr>
          <a:xfrm rot="5400000">
            <a:off x="3596040" y="3614760"/>
            <a:ext cx="2743920" cy="421200"/>
          </a:xfrm>
          <a:prstGeom prst="triangle">
            <a:avLst>
              <a:gd name="adj" fmla="val 50000"/>
            </a:avLst>
          </a:prstGeom>
          <a:solidFill>
            <a:schemeClr val="bg1">
              <a:lumMod val="75000"/>
            </a:schemeClr>
          </a:solidFill>
          <a:ln w="0">
            <a:noFill/>
          </a:ln>
        </p:spPr>
        <p:style>
          <a:lnRef idx="0"/>
          <a:fillRef idx="0"/>
          <a:effectRef idx="0"/>
          <a:fontRef idx="minor"/>
        </p:style>
        <p:txBody>
          <a:bodyPr lIns="90000" rIns="90000" tIns="45000" bIns="45000" anchor="ctr">
            <a:noAutofit/>
          </a:bodyPr>
          <a:p>
            <a:pPr algn="ctr" defTabSz="457200">
              <a:lnSpc>
                <a:spcPct val="100000"/>
              </a:lnSpc>
              <a:spcAft>
                <a:spcPts val="601"/>
              </a:spcAft>
            </a:pPr>
            <a:endParaRPr b="0" lang="en-US" sz="1800" strike="noStrike" u="none">
              <a:solidFill>
                <a:schemeClr val="lt1"/>
              </a:solidFill>
              <a:effectLst/>
              <a:uFillTx/>
              <a:latin typeface="Meiryo UI"/>
              <a:ea typeface="Meiryo UI"/>
            </a:endParaRPr>
          </a:p>
        </p:txBody>
      </p:sp>
      <p:sp>
        <p:nvSpPr>
          <p:cNvPr id="1573" name="正方形/長方形 15"/>
          <p:cNvSpPr/>
          <p:nvPr/>
        </p:nvSpPr>
        <p:spPr>
          <a:xfrm>
            <a:off x="5348160" y="1644480"/>
            <a:ext cx="4357080" cy="4590720"/>
          </a:xfrm>
          <a:prstGeom prst="rect">
            <a:avLst/>
          </a:prstGeom>
          <a:noFill/>
          <a:ln w="0">
            <a:solidFill>
              <a:srgbClr val="029676"/>
            </a:solidFill>
          </a:ln>
        </p:spPr>
        <p:style>
          <a:lnRef idx="0"/>
          <a:fillRef idx="0"/>
          <a:effectRef idx="0"/>
          <a:fontRef idx="minor"/>
        </p:style>
        <p:txBody>
          <a:bodyPr lIns="90000" rIns="0" tIns="45000" bIns="45000" anchor="t">
            <a:noAutofit/>
          </a:bodyPr>
          <a:p>
            <a:pPr marL="285840" indent="-285840" defTabSz="457200">
              <a:lnSpc>
                <a:spcPts val="2599"/>
              </a:lnSpc>
              <a:spcAft>
                <a:spcPts val="601"/>
              </a:spcAft>
              <a:buClr>
                <a:srgbClr val="000000"/>
              </a:buClr>
              <a:buFont typeface="Wingdings" charset="2"/>
              <a:buChar char=""/>
            </a:pPr>
            <a:r>
              <a:rPr b="0" lang="ja-JP" sz="2000" strike="noStrike" u="none">
                <a:solidFill>
                  <a:schemeClr val="dk1"/>
                </a:solidFill>
                <a:effectLst/>
                <a:uFillTx/>
                <a:latin typeface="Meiryo UI"/>
                <a:ea typeface="Meiryo UI"/>
              </a:rPr>
              <a:t>疾患や障害像によってシーティングの実施内容や留意点が異なる</a:t>
            </a:r>
            <a:endParaRPr b="0" lang="en-US" sz="2000" strike="noStrike" u="none">
              <a:solidFill>
                <a:srgbClr val="000000"/>
              </a:solidFill>
              <a:effectLst/>
              <a:uFillTx/>
              <a:latin typeface="Arial"/>
            </a:endParaRPr>
          </a:p>
          <a:p>
            <a:pPr marL="285840" indent="-285840" defTabSz="457200">
              <a:lnSpc>
                <a:spcPts val="2599"/>
              </a:lnSpc>
              <a:spcAft>
                <a:spcPts val="601"/>
              </a:spcAft>
              <a:buClr>
                <a:srgbClr val="c00000"/>
              </a:buClr>
              <a:buFont typeface="Wingdings" charset="2"/>
              <a:buChar char=""/>
            </a:pPr>
            <a:r>
              <a:rPr b="1" lang="ja-JP" sz="2000" strike="noStrike" u="none">
                <a:solidFill>
                  <a:srgbClr val="c00000"/>
                </a:solidFill>
                <a:effectLst/>
                <a:uFillTx/>
                <a:latin typeface="Meiryo UI"/>
                <a:ea typeface="Meiryo UI"/>
              </a:rPr>
              <a:t>アセスメントを通して原因を探り、個別ケアとして快適なシーティングを実施する</a:t>
            </a:r>
            <a:r>
              <a:rPr b="0" lang="ja-JP" sz="2000" strike="noStrike" u="none">
                <a:solidFill>
                  <a:schemeClr val="dk1"/>
                </a:solidFill>
                <a:effectLst/>
                <a:uFillTx/>
                <a:latin typeface="Meiryo UI"/>
                <a:ea typeface="Meiryo UI"/>
              </a:rPr>
              <a:t>ことが重要</a:t>
            </a:r>
            <a:endParaRPr b="0" lang="en-US" sz="2000" strike="noStrike" u="none">
              <a:solidFill>
                <a:srgbClr val="000000"/>
              </a:solidFill>
              <a:effectLst/>
              <a:uFillTx/>
              <a:latin typeface="Arial"/>
            </a:endParaRPr>
          </a:p>
        </p:txBody>
      </p:sp>
      <p:sp>
        <p:nvSpPr>
          <p:cNvPr id="1574" name="正方形/長方形 16"/>
          <p:cNvSpPr/>
          <p:nvPr/>
        </p:nvSpPr>
        <p:spPr>
          <a:xfrm>
            <a:off x="200520" y="1105920"/>
            <a:ext cx="4357080" cy="538200"/>
          </a:xfrm>
          <a:prstGeom prst="rect">
            <a:avLst/>
          </a:prstGeom>
          <a:solidFill>
            <a:schemeClr val="accent4"/>
          </a:solidFill>
          <a:ln w="0">
            <a:noFill/>
          </a:ln>
        </p:spPr>
        <p:style>
          <a:lnRef idx="0"/>
          <a:fillRef idx="0"/>
          <a:effectRef idx="0"/>
          <a:fontRef idx="minor"/>
        </p:style>
        <p:txBody>
          <a:bodyPr lIns="90000" rIns="90000" tIns="45000" bIns="45000" anchor="ctr">
            <a:noAutofit/>
          </a:bodyPr>
          <a:p>
            <a:pPr algn="ctr" defTabSz="457200">
              <a:lnSpc>
                <a:spcPct val="100000"/>
              </a:lnSpc>
              <a:spcAft>
                <a:spcPts val="601"/>
              </a:spcAft>
            </a:pPr>
            <a:r>
              <a:rPr b="1" lang="ja-JP" sz="2000" strike="noStrike" u="none">
                <a:solidFill>
                  <a:schemeClr val="lt1"/>
                </a:solidFill>
                <a:effectLst/>
                <a:uFillTx/>
                <a:latin typeface="Meiryo UI"/>
                <a:ea typeface="Meiryo UI"/>
              </a:rPr>
              <a:t>高齢者の特徴</a:t>
            </a:r>
            <a:endParaRPr b="0" lang="en-US" sz="2000" strike="noStrike" u="none">
              <a:solidFill>
                <a:srgbClr val="ffffff"/>
              </a:solidFill>
              <a:effectLst/>
              <a:uFillTx/>
              <a:latin typeface="Arial"/>
            </a:endParaRPr>
          </a:p>
        </p:txBody>
      </p:sp>
      <p:sp>
        <p:nvSpPr>
          <p:cNvPr id="1575" name="正方形/長方形 17"/>
          <p:cNvSpPr/>
          <p:nvPr/>
        </p:nvSpPr>
        <p:spPr>
          <a:xfrm>
            <a:off x="5348160" y="1105920"/>
            <a:ext cx="4360680" cy="538200"/>
          </a:xfrm>
          <a:prstGeom prst="rect">
            <a:avLst/>
          </a:prstGeom>
          <a:solidFill>
            <a:schemeClr val="accent4"/>
          </a:solidFill>
          <a:ln w="0">
            <a:noFill/>
          </a:ln>
        </p:spPr>
        <p:style>
          <a:lnRef idx="0"/>
          <a:fillRef idx="0"/>
          <a:effectRef idx="0"/>
          <a:fontRef idx="minor"/>
        </p:style>
        <p:txBody>
          <a:bodyPr lIns="90000" rIns="90000" tIns="45000" bIns="45000" anchor="ctr">
            <a:noAutofit/>
          </a:bodyPr>
          <a:p>
            <a:pPr algn="ctr" defTabSz="457200">
              <a:lnSpc>
                <a:spcPct val="100000"/>
              </a:lnSpc>
              <a:spcAft>
                <a:spcPts val="601"/>
              </a:spcAft>
            </a:pPr>
            <a:r>
              <a:rPr b="1" lang="ja-JP" sz="2000" strike="noStrike" u="none">
                <a:solidFill>
                  <a:schemeClr val="lt1"/>
                </a:solidFill>
                <a:effectLst/>
                <a:uFillTx/>
                <a:latin typeface="Meiryo UI"/>
                <a:ea typeface="Meiryo UI"/>
              </a:rPr>
              <a:t>シーティングの必要性・留意点</a:t>
            </a:r>
            <a:endParaRPr b="0" lang="en-US" sz="2000" strike="noStrike" u="none">
              <a:solidFill>
                <a:srgbClr val="ffffff"/>
              </a:solidFill>
              <a:effectLst/>
              <a:uFillTx/>
              <a:latin typeface="Arial"/>
            </a:endParaRPr>
          </a:p>
        </p:txBody>
      </p:sp>
      <p:pic>
        <p:nvPicPr>
          <p:cNvPr id="1576" name="図 11" descr="窓, 屋内, 自転車, 小さい が含まれている画像&#10;&#10;自動的に生成された説明"/>
          <p:cNvPicPr/>
          <p:nvPr/>
        </p:nvPicPr>
        <p:blipFill>
          <a:blip r:embed="rId1"/>
          <a:stretch/>
        </p:blipFill>
        <p:spPr>
          <a:xfrm>
            <a:off x="1519920" y="4021920"/>
            <a:ext cx="1716480" cy="2085480"/>
          </a:xfrm>
          <a:prstGeom prst="rect">
            <a:avLst/>
          </a:prstGeom>
          <a:noFill/>
          <a:ln w="0">
            <a:noFill/>
          </a:ln>
        </p:spPr>
      </p:pic>
      <p:pic>
        <p:nvPicPr>
          <p:cNvPr id="1577" name="図 12" descr="窓, 屋内, 人, テーブル が含まれている画像&#10;&#10;自動的に生成された説明"/>
          <p:cNvPicPr/>
          <p:nvPr/>
        </p:nvPicPr>
        <p:blipFill>
          <a:blip r:embed="rId2"/>
          <a:stretch/>
        </p:blipFill>
        <p:spPr>
          <a:xfrm>
            <a:off x="6644880" y="3939840"/>
            <a:ext cx="1764000" cy="2143080"/>
          </a:xfrm>
          <a:prstGeom prst="rect">
            <a:avLst/>
          </a:prstGeom>
          <a:noFill/>
          <a:ln w="0">
            <a:noFill/>
          </a:ln>
        </p:spPr>
      </p:pic>
      <p:sp>
        <p:nvSpPr>
          <p:cNvPr id="1578" name="テキスト ボックス 18"/>
          <p:cNvSpPr/>
          <p:nvPr/>
        </p:nvSpPr>
        <p:spPr>
          <a:xfrm>
            <a:off x="1424520" y="6271920"/>
            <a:ext cx="8280360" cy="25344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0" lang="ja-JP" sz="1050" strike="noStrike" u="none">
                <a:solidFill>
                  <a:srgbClr val="000000"/>
                </a:solidFill>
                <a:effectLst/>
                <a:uFillTx/>
                <a:latin typeface="Meiryo UI"/>
                <a:ea typeface="Meiryo UI"/>
              </a:rPr>
              <a:t>出所：令和２年度厚生労働省老人保健健康増進等事業「高齢者の適切なケアとシーティングに関する手引き」を基に作成</a:t>
            </a:r>
            <a:endParaRPr b="0" lang="en-US" sz="105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9" name="PlaceHolder 1"/>
          <p:cNvSpPr>
            <a:spLocks noGrp="1"/>
          </p:cNvSpPr>
          <p:nvPr>
            <p:ph type="title"/>
          </p:nvPr>
        </p:nvSpPr>
        <p:spPr>
          <a:xfrm>
            <a:off x="199440" y="136800"/>
            <a:ext cx="9505440" cy="369000"/>
          </a:xfrm>
          <a:prstGeom prst="rect">
            <a:avLst/>
          </a:prstGeom>
          <a:noFill/>
          <a:ln w="0">
            <a:noFill/>
          </a:ln>
        </p:spPr>
        <p:txBody>
          <a:bodyPr lIns="36000" rIns="0" tIns="45720" bIns="45720" anchor="ctr">
            <a:noAutofit/>
          </a:bodyPr>
          <a:p>
            <a:pPr indent="0" defTabSz="914400">
              <a:lnSpc>
                <a:spcPct val="90000"/>
              </a:lnSpc>
              <a:buNone/>
            </a:pPr>
            <a:r>
              <a:rPr b="1" lang="en-US" sz="2000" strike="noStrike" u="none">
                <a:solidFill>
                  <a:schemeClr val="dk1"/>
                </a:solidFill>
                <a:effectLst/>
                <a:uFillTx/>
                <a:latin typeface="Meiryo UI"/>
                <a:ea typeface="Meiryo UI"/>
              </a:rPr>
              <a:t>3.2</a:t>
            </a:r>
            <a:r>
              <a:rPr b="1" lang="ja-JP" sz="2000" strike="noStrike" u="none">
                <a:solidFill>
                  <a:schemeClr val="dk1"/>
                </a:solidFill>
                <a:effectLst/>
                <a:uFillTx/>
                <a:latin typeface="Meiryo UI"/>
                <a:ea typeface="Meiryo UI"/>
              </a:rPr>
              <a:t>　高齢者にみられる疾患や症状に対するシーティングの意義と留意点②</a:t>
            </a:r>
            <a:endParaRPr b="0" lang="en-US" sz="2000" strike="noStrike" u="none">
              <a:solidFill>
                <a:schemeClr val="dk1"/>
              </a:solidFill>
              <a:effectLst/>
              <a:uFillTx/>
              <a:latin typeface="Meiryo UI"/>
            </a:endParaRPr>
          </a:p>
        </p:txBody>
      </p:sp>
      <p:sp>
        <p:nvSpPr>
          <p:cNvPr id="1580" name="正方形/長方形 7"/>
          <p:cNvSpPr/>
          <p:nvPr/>
        </p:nvSpPr>
        <p:spPr>
          <a:xfrm>
            <a:off x="275040" y="1160640"/>
            <a:ext cx="2517480" cy="575640"/>
          </a:xfrm>
          <a:prstGeom prst="rect">
            <a:avLst/>
          </a:prstGeom>
          <a:solidFill>
            <a:schemeClr val="accent4"/>
          </a:solidFill>
          <a:ln w="0">
            <a:noFill/>
          </a:ln>
        </p:spPr>
        <p:style>
          <a:lnRef idx="0"/>
          <a:fillRef idx="0"/>
          <a:effectRef idx="0"/>
          <a:fontRef idx="minor"/>
        </p:style>
        <p:txBody>
          <a:bodyPr numCol="1" spcCol="0" horzOverflow="overflow" anchor="ctr">
            <a:noAutofit/>
          </a:bodyPr>
          <a:p>
            <a:pPr algn="ctr" defTabSz="457200">
              <a:lnSpc>
                <a:spcPct val="100000"/>
              </a:lnSpc>
            </a:pPr>
            <a:r>
              <a:rPr b="1" lang="ja-JP" sz="1800" strike="noStrike" u="none">
                <a:solidFill>
                  <a:schemeClr val="lt1"/>
                </a:solidFill>
                <a:effectLst/>
                <a:uFillTx/>
                <a:latin typeface="Meiryo UI"/>
                <a:ea typeface="Meiryo UI"/>
              </a:rPr>
              <a:t>　廃用症候群</a:t>
            </a:r>
            <a:endParaRPr b="0" lang="en-US" sz="1800" strike="noStrike" u="none">
              <a:solidFill>
                <a:srgbClr val="ffffff"/>
              </a:solidFill>
              <a:effectLst/>
              <a:uFillTx/>
              <a:latin typeface="Arial"/>
            </a:endParaRPr>
          </a:p>
        </p:txBody>
      </p:sp>
      <p:sp>
        <p:nvSpPr>
          <p:cNvPr id="1581" name="正方形/長方形 11"/>
          <p:cNvSpPr/>
          <p:nvPr/>
        </p:nvSpPr>
        <p:spPr>
          <a:xfrm>
            <a:off x="632520" y="2546280"/>
            <a:ext cx="8866440" cy="745920"/>
          </a:xfrm>
          <a:prstGeom prst="rect">
            <a:avLst/>
          </a:prstGeom>
          <a:noFill/>
          <a:ln w="0">
            <a:noFill/>
          </a:ln>
        </p:spPr>
        <p:style>
          <a:lnRef idx="0"/>
          <a:fillRef idx="0"/>
          <a:effectRef idx="0"/>
          <a:fontRef idx="minor"/>
        </p:style>
        <p:txBody>
          <a:bodyPr lIns="90000" rIns="0" tIns="45000" bIns="45000" anchor="t">
            <a:noAutofit/>
          </a:bodyPr>
          <a:p>
            <a:pPr defTabSz="914400">
              <a:lnSpc>
                <a:spcPct val="100000"/>
              </a:lnSpc>
            </a:pPr>
            <a:r>
              <a:rPr b="0" lang="ja-JP" sz="2000" strike="noStrike" u="none">
                <a:solidFill>
                  <a:schemeClr val="dk1"/>
                </a:solidFill>
                <a:effectLst/>
                <a:uFillTx/>
                <a:latin typeface="Meiryo UI"/>
                <a:ea typeface="Meiryo UI"/>
              </a:rPr>
              <a:t>シーティングにより離床時間を増やすことで、</a:t>
            </a:r>
            <a:r>
              <a:rPr b="1" lang="ja-JP" sz="2000" strike="noStrike" u="none">
                <a:solidFill>
                  <a:schemeClr val="dk1"/>
                </a:solidFill>
                <a:effectLst/>
                <a:uFillTx/>
                <a:latin typeface="Meiryo UI"/>
                <a:ea typeface="Meiryo UI"/>
              </a:rPr>
              <a:t>心身に生じる様々な好ましくない状態を</a:t>
            </a:r>
            <a:br>
              <a:rPr sz="2000"/>
            </a:br>
            <a:r>
              <a:rPr b="1" lang="ja-JP" sz="2000" strike="noStrike" u="none">
                <a:solidFill>
                  <a:schemeClr val="dk1"/>
                </a:solidFill>
                <a:effectLst/>
                <a:uFillTx/>
                <a:latin typeface="Meiryo UI"/>
                <a:ea typeface="Meiryo UI"/>
              </a:rPr>
              <a:t>予防、改善する</a:t>
            </a:r>
            <a:r>
              <a:rPr b="0" lang="ja-JP" sz="2000" strike="noStrike" u="none">
                <a:solidFill>
                  <a:schemeClr val="dk1"/>
                </a:solidFill>
                <a:effectLst/>
                <a:uFillTx/>
                <a:latin typeface="Meiryo UI"/>
                <a:ea typeface="Meiryo UI"/>
              </a:rPr>
              <a:t>ことが期待できる</a:t>
            </a:r>
            <a:endParaRPr b="0" lang="en-US" sz="2000" strike="noStrike" u="none">
              <a:solidFill>
                <a:srgbClr val="000000"/>
              </a:solidFill>
              <a:effectLst/>
              <a:uFillTx/>
              <a:latin typeface="Arial"/>
            </a:endParaRPr>
          </a:p>
        </p:txBody>
      </p:sp>
      <p:sp>
        <p:nvSpPr>
          <p:cNvPr id="1582" name="正方形/長方形 12"/>
          <p:cNvSpPr/>
          <p:nvPr/>
        </p:nvSpPr>
        <p:spPr>
          <a:xfrm>
            <a:off x="555840" y="4329360"/>
            <a:ext cx="8866440" cy="1662480"/>
          </a:xfrm>
          <a:prstGeom prst="rect">
            <a:avLst/>
          </a:prstGeom>
          <a:noFill/>
          <a:ln w="0">
            <a:noFill/>
          </a:ln>
        </p:spPr>
        <p:style>
          <a:lnRef idx="0"/>
          <a:fillRef idx="0"/>
          <a:effectRef idx="0"/>
          <a:fontRef idx="minor"/>
        </p:style>
        <p:txBody>
          <a:bodyPr lIns="90000" rIns="0" tIns="45000" bIns="45000" anchor="t">
            <a:noAutofit/>
          </a:bodyPr>
          <a:p>
            <a:pPr marL="343080" indent="-343080" defTabSz="457200">
              <a:lnSpc>
                <a:spcPct val="100000"/>
              </a:lnSpc>
              <a:spcAft>
                <a:spcPts val="601"/>
              </a:spcAft>
              <a:buClr>
                <a:srgbClr val="000000"/>
              </a:buClr>
              <a:buFont typeface="Wingdings" charset="2"/>
              <a:buChar char=""/>
            </a:pPr>
            <a:r>
              <a:rPr b="0" lang="ja-JP" sz="1800" strike="noStrike" u="none">
                <a:solidFill>
                  <a:schemeClr val="dk1"/>
                </a:solidFill>
                <a:effectLst/>
                <a:uFillTx/>
                <a:latin typeface="Meiryo UI"/>
                <a:ea typeface="Meiryo UI"/>
              </a:rPr>
              <a:t>四肢に拘縮がある場合は、</a:t>
            </a:r>
            <a:r>
              <a:rPr b="1" lang="ja-JP" sz="1800" strike="noStrike" u="none">
                <a:solidFill>
                  <a:srgbClr val="c00000"/>
                </a:solidFill>
                <a:effectLst/>
                <a:uFillTx/>
                <a:latin typeface="Meiryo UI"/>
                <a:ea typeface="Meiryo UI"/>
              </a:rPr>
              <a:t>車椅子のフットプレート等が合っていないと体幹が左右非対称になり、</a:t>
            </a:r>
            <a:r>
              <a:rPr b="0" lang="ja-JP" sz="1800" strike="noStrike" u="none">
                <a:solidFill>
                  <a:schemeClr val="dk1"/>
                </a:solidFill>
                <a:effectLst/>
                <a:uFillTx/>
                <a:latin typeface="Meiryo UI"/>
                <a:ea typeface="Meiryo UI"/>
              </a:rPr>
              <a:t>体幹変形を引き起こす可能性があるため、車椅子やクッション等の選定に注意が必要</a:t>
            </a:r>
            <a:endParaRPr b="0" lang="en-US" sz="1800" strike="noStrike" u="none">
              <a:solidFill>
                <a:srgbClr val="000000"/>
              </a:solidFill>
              <a:effectLst/>
              <a:uFillTx/>
              <a:latin typeface="Arial"/>
            </a:endParaRPr>
          </a:p>
          <a:p>
            <a:pPr marL="343080" indent="-343080" defTabSz="457200">
              <a:lnSpc>
                <a:spcPct val="100000"/>
              </a:lnSpc>
              <a:spcAft>
                <a:spcPts val="601"/>
              </a:spcAft>
              <a:buClr>
                <a:srgbClr val="000000"/>
              </a:buClr>
              <a:buFont typeface="Wingdings" charset="2"/>
              <a:buChar char=""/>
            </a:pPr>
            <a:r>
              <a:rPr b="0" lang="ja-JP" sz="1800" strike="noStrike" u="none">
                <a:solidFill>
                  <a:schemeClr val="dk1"/>
                </a:solidFill>
                <a:effectLst/>
                <a:uFillTx/>
                <a:latin typeface="Meiryo UI"/>
                <a:ea typeface="Meiryo UI"/>
              </a:rPr>
              <a:t>呼吸不全がある場合や、摂食・嚥下状態が悪い場合には、ポジショニング評価を丁寧に行い機能的な改善の目的を明確にする</a:t>
            </a:r>
            <a:endParaRPr b="0" lang="en-US" sz="1800" strike="noStrike" u="none">
              <a:solidFill>
                <a:srgbClr val="000000"/>
              </a:solidFill>
              <a:effectLst/>
              <a:uFillTx/>
              <a:latin typeface="Arial"/>
            </a:endParaRPr>
          </a:p>
        </p:txBody>
      </p:sp>
      <p:graphicFrame>
        <p:nvGraphicFramePr>
          <p:cNvPr id="1583" name="表 13"/>
          <p:cNvGraphicFramePr/>
          <p:nvPr/>
        </p:nvGraphicFramePr>
        <p:xfrm>
          <a:off x="632520" y="3716640"/>
          <a:ext cx="2340000" cy="403200"/>
        </p:xfrm>
        <a:graphic>
          <a:graphicData uri="http://schemas.openxmlformats.org/drawingml/2006/table">
            <a:tbl>
              <a:tblPr/>
              <a:tblGrid>
                <a:gridCol w="2340000"/>
              </a:tblGrid>
              <a:tr h="403200">
                <a:tc>
                  <a:txBody>
                    <a:bodyPr lIns="180000" rIns="0" tIns="0" bIns="0" anchor="ctr">
                      <a:noAutofit/>
                    </a:bodyPr>
                    <a:p>
                      <a:pPr defTabSz="914400">
                        <a:lnSpc>
                          <a:spcPct val="100000"/>
                        </a:lnSpc>
                      </a:pPr>
                      <a:r>
                        <a:rPr b="1" lang="ja-JP" sz="1800" strike="noStrike" u="none">
                          <a:solidFill>
                            <a:schemeClr val="dk1"/>
                          </a:solidFill>
                          <a:effectLst/>
                          <a:uFillTx/>
                          <a:latin typeface="Meiryo UI"/>
                          <a:ea typeface="Meiryo UI"/>
                        </a:rPr>
                        <a:t>主な留意点</a:t>
                      </a:r>
                      <a:endParaRPr b="0" lang="en-US" sz="1800" strike="noStrike" u="none">
                        <a:solidFill>
                          <a:srgbClr val="000000"/>
                        </a:solidFill>
                        <a:effectLst/>
                        <a:uFillTx/>
                        <a:latin typeface="Arial"/>
                      </a:endParaRPr>
                    </a:p>
                  </a:txBody>
                  <a:tcPr anchor="ctr" marL="180000">
                    <a:lnL w="76320">
                      <a:solidFill>
                        <a:srgbClr val="455f51"/>
                      </a:solidFill>
                      <a:prstDash val="solid"/>
                    </a:lnL>
                    <a:lnR w="12240">
                      <a:noFill/>
                      <a:prstDash val="solid"/>
                    </a:lnR>
                    <a:lnT w="12240">
                      <a:noFill/>
                      <a:prstDash val="solid"/>
                    </a:lnT>
                    <a:lnB w="12240">
                      <a:solidFill>
                        <a:srgbClr val="455f51"/>
                      </a:solidFill>
                      <a:prstDash val="solid"/>
                    </a:lnB>
                    <a:noFill/>
                  </a:tcPr>
                </a:tc>
              </a:tr>
            </a:tbl>
          </a:graphicData>
        </a:graphic>
      </p:graphicFrame>
      <p:pic>
        <p:nvPicPr>
          <p:cNvPr id="1584" name="グラフィックス 14" descr="手当て 単色塗りつぶし"/>
          <p:cNvPicPr/>
          <p:nvPr/>
        </p:nvPicPr>
        <p:blipFill>
          <a:blip r:embed="rId1">
            <a:extLst>
              <a:ext uri="{96DAC541-7B7A-43D3-8B79-37D633B846F1}">
                <asvg:svgBlip xmlns:asvg="http://schemas.microsoft.com/office/drawing/2016/SVG/main" r:embed="rId2"/>
              </a:ext>
            </a:extLst>
          </a:blip>
          <a:stretch/>
        </p:blipFill>
        <p:spPr>
          <a:xfrm>
            <a:off x="434520" y="1234440"/>
            <a:ext cx="395640" cy="395640"/>
          </a:xfrm>
          <a:prstGeom prst="rect">
            <a:avLst/>
          </a:prstGeom>
          <a:noFill/>
          <a:ln w="0">
            <a:noFill/>
          </a:ln>
        </p:spPr>
      </p:pic>
      <p:graphicFrame>
        <p:nvGraphicFramePr>
          <p:cNvPr id="1585" name="表 10"/>
          <p:cNvGraphicFramePr/>
          <p:nvPr/>
        </p:nvGraphicFramePr>
        <p:xfrm>
          <a:off x="632520" y="2025000"/>
          <a:ext cx="3780000" cy="403200"/>
        </p:xfrm>
        <a:graphic>
          <a:graphicData uri="http://schemas.openxmlformats.org/drawingml/2006/table">
            <a:tbl>
              <a:tblPr/>
              <a:tblGrid>
                <a:gridCol w="3780360"/>
              </a:tblGrid>
              <a:tr h="403200">
                <a:tc>
                  <a:txBody>
                    <a:bodyPr lIns="180000" rIns="0" tIns="0" bIns="0" anchor="ctr">
                      <a:noAutofit/>
                    </a:bodyPr>
                    <a:p>
                      <a:pPr defTabSz="914400">
                        <a:lnSpc>
                          <a:spcPct val="100000"/>
                        </a:lnSpc>
                      </a:pPr>
                      <a:r>
                        <a:rPr b="1" lang="ja-JP" sz="1800" strike="noStrike" u="none">
                          <a:solidFill>
                            <a:schemeClr val="dk1"/>
                          </a:solidFill>
                          <a:effectLst/>
                          <a:uFillTx/>
                          <a:latin typeface="Meiryo UI"/>
                          <a:ea typeface="Meiryo UI"/>
                        </a:rPr>
                        <a:t>シーティングの効果が期待できる例</a:t>
                      </a:r>
                      <a:endParaRPr b="0" lang="en-US" sz="1800" strike="noStrike" u="none">
                        <a:solidFill>
                          <a:srgbClr val="000000"/>
                        </a:solidFill>
                        <a:effectLst/>
                        <a:uFillTx/>
                        <a:latin typeface="Arial"/>
                      </a:endParaRPr>
                    </a:p>
                  </a:txBody>
                  <a:tcPr anchor="ctr" marL="180000">
                    <a:lnL w="76320">
                      <a:solidFill>
                        <a:srgbClr val="455f51"/>
                      </a:solidFill>
                      <a:prstDash val="solid"/>
                    </a:lnL>
                    <a:lnR w="12240">
                      <a:noFill/>
                      <a:prstDash val="solid"/>
                    </a:lnR>
                    <a:lnT w="12240">
                      <a:noFill/>
                      <a:prstDash val="solid"/>
                    </a:lnT>
                    <a:lnB w="12240">
                      <a:solidFill>
                        <a:srgbClr val="455f51"/>
                      </a:solidFill>
                      <a:prstDash val="solid"/>
                    </a:lnB>
                    <a:noFill/>
                  </a:tcPr>
                </a:tc>
              </a:tr>
            </a:tbl>
          </a:graphicData>
        </a:graphic>
      </p:graphicFrame>
      <p:sp>
        <p:nvSpPr>
          <p:cNvPr id="1586" name="テキスト プレースホルダー 2"/>
          <p:cNvSpPr/>
          <p:nvPr/>
        </p:nvSpPr>
        <p:spPr>
          <a:xfrm>
            <a:off x="202680" y="595440"/>
            <a:ext cx="9505440" cy="640080"/>
          </a:xfrm>
          <a:prstGeom prst="rect">
            <a:avLst/>
          </a:prstGeom>
          <a:noFill/>
          <a:ln w="0">
            <a:noFill/>
          </a:ln>
        </p:spPr>
        <p:style>
          <a:lnRef idx="0"/>
          <a:fillRef idx="0"/>
          <a:effectRef idx="0"/>
          <a:fontRef idx="minor"/>
        </p:style>
        <p:txBody>
          <a:bodyPr anchor="t">
            <a:noAutofit/>
          </a:bodyPr>
          <a:p>
            <a:pPr marL="180000" indent="-180000" defTabSz="914400">
              <a:lnSpc>
                <a:spcPct val="90000"/>
              </a:lnSpc>
              <a:spcAft>
                <a:spcPts val="601"/>
              </a:spcAft>
              <a:buClr>
                <a:srgbClr val="222f28"/>
              </a:buClr>
              <a:buFont typeface="Arial"/>
              <a:buChar char="•"/>
            </a:pPr>
            <a:r>
              <a:rPr b="1" lang="ja-JP" sz="2000" strike="noStrike" u="none">
                <a:solidFill>
                  <a:schemeClr val="dk2">
                    <a:lumMod val="50000"/>
                  </a:schemeClr>
                </a:solidFill>
                <a:effectLst/>
                <a:uFillTx/>
                <a:latin typeface="Meiryo UI"/>
                <a:ea typeface="Meiryo UI"/>
              </a:rPr>
              <a:t>疾患・症状別に、シーティングの意義と留意点を考えてみましょう。</a:t>
            </a:r>
            <a:endParaRPr b="0" lang="en-US" sz="2000" strike="noStrike" u="none">
              <a:solidFill>
                <a:srgbClr val="000000"/>
              </a:solidFill>
              <a:effectLst/>
              <a:uFillTx/>
              <a:latin typeface="Arial"/>
            </a:endParaRPr>
          </a:p>
        </p:txBody>
      </p:sp>
      <p:sp>
        <p:nvSpPr>
          <p:cNvPr id="1587" name="テキスト ボックス 16"/>
          <p:cNvSpPr/>
          <p:nvPr/>
        </p:nvSpPr>
        <p:spPr>
          <a:xfrm>
            <a:off x="1424520" y="6271920"/>
            <a:ext cx="8280360" cy="25344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0" lang="ja-JP" sz="1050" strike="noStrike" u="none">
                <a:solidFill>
                  <a:srgbClr val="000000"/>
                </a:solidFill>
                <a:effectLst/>
                <a:uFillTx/>
                <a:latin typeface="Meiryo UI"/>
                <a:ea typeface="Meiryo UI"/>
              </a:rPr>
              <a:t>出所：令和２年度厚生労働省老人保健健康増進等事業「高齢者の適切なケアとシーティングに関する手引き」を基に作成</a:t>
            </a:r>
            <a:endParaRPr b="0" lang="en-US" sz="105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8" name="正方形/長方形 11"/>
          <p:cNvSpPr/>
          <p:nvPr/>
        </p:nvSpPr>
        <p:spPr>
          <a:xfrm>
            <a:off x="5365080" y="1052640"/>
            <a:ext cx="3419640" cy="532440"/>
          </a:xfrm>
          <a:prstGeom prst="rect">
            <a:avLst/>
          </a:prstGeom>
          <a:solidFill>
            <a:schemeClr val="accent4"/>
          </a:solidFill>
          <a:ln w="0">
            <a:noFill/>
          </a:ln>
        </p:spPr>
        <p:style>
          <a:lnRef idx="0"/>
          <a:fillRef idx="0"/>
          <a:effectRef idx="0"/>
          <a:fontRef idx="minor"/>
        </p:style>
        <p:txBody>
          <a:bodyPr numCol="1" spcCol="0" horzOverflow="overflow" anchor="ctr">
            <a:noAutofit/>
          </a:bodyPr>
          <a:p>
            <a:pPr algn="ctr" defTabSz="457200">
              <a:lnSpc>
                <a:spcPct val="100000"/>
              </a:lnSpc>
              <a:spcAft>
                <a:spcPts val="601"/>
              </a:spcAft>
            </a:pPr>
            <a:r>
              <a:rPr b="1" lang="ja-JP" sz="2400" strike="noStrike" u="none">
                <a:solidFill>
                  <a:schemeClr val="lt1"/>
                </a:solidFill>
                <a:effectLst/>
                <a:uFillTx/>
                <a:latin typeface="Meiryo UI"/>
                <a:ea typeface="Meiryo UI"/>
              </a:rPr>
              <a:t>車椅子の各部位名称</a:t>
            </a:r>
            <a:endParaRPr b="0" lang="en-US" sz="2400" strike="noStrike" u="none">
              <a:solidFill>
                <a:srgbClr val="ffffff"/>
              </a:solidFill>
              <a:effectLst/>
              <a:uFillTx/>
              <a:latin typeface="Arial"/>
            </a:endParaRPr>
          </a:p>
        </p:txBody>
      </p:sp>
      <p:sp>
        <p:nvSpPr>
          <p:cNvPr id="1589" name="正方形/長方形 44"/>
          <p:cNvSpPr/>
          <p:nvPr/>
        </p:nvSpPr>
        <p:spPr>
          <a:xfrm>
            <a:off x="657720" y="1063800"/>
            <a:ext cx="3419640" cy="532440"/>
          </a:xfrm>
          <a:prstGeom prst="rect">
            <a:avLst/>
          </a:prstGeom>
          <a:solidFill>
            <a:schemeClr val="accent4"/>
          </a:solidFill>
          <a:ln w="0">
            <a:noFill/>
          </a:ln>
        </p:spPr>
        <p:style>
          <a:lnRef idx="0"/>
          <a:fillRef idx="0"/>
          <a:effectRef idx="0"/>
          <a:fontRef idx="minor"/>
        </p:style>
        <p:txBody>
          <a:bodyPr numCol="1" spcCol="0" horzOverflow="overflow" anchor="ctr">
            <a:noAutofit/>
          </a:bodyPr>
          <a:p>
            <a:pPr algn="ctr" defTabSz="457200">
              <a:lnSpc>
                <a:spcPct val="100000"/>
              </a:lnSpc>
              <a:spcAft>
                <a:spcPts val="601"/>
              </a:spcAft>
            </a:pPr>
            <a:r>
              <a:rPr b="1" lang="ja-JP" sz="2400" strike="noStrike" u="none">
                <a:solidFill>
                  <a:schemeClr val="lt1"/>
                </a:solidFill>
                <a:effectLst/>
                <a:uFillTx/>
                <a:latin typeface="Meiryo UI"/>
                <a:ea typeface="Meiryo UI"/>
              </a:rPr>
              <a:t>椅子の各部位名称</a:t>
            </a:r>
            <a:endParaRPr b="0" lang="en-US" sz="2400" strike="noStrike" u="none">
              <a:solidFill>
                <a:srgbClr val="ffffff"/>
              </a:solidFill>
              <a:effectLst/>
              <a:uFillTx/>
              <a:latin typeface="Arial"/>
            </a:endParaRPr>
          </a:p>
        </p:txBody>
      </p:sp>
      <p:sp>
        <p:nvSpPr>
          <p:cNvPr id="1590" name="PlaceHolder 1"/>
          <p:cNvSpPr>
            <a:spLocks noGrp="1"/>
          </p:cNvSpPr>
          <p:nvPr>
            <p:ph type="title"/>
          </p:nvPr>
        </p:nvSpPr>
        <p:spPr>
          <a:xfrm>
            <a:off x="199440" y="116640"/>
            <a:ext cx="9505440" cy="369000"/>
          </a:xfrm>
          <a:prstGeom prst="rect">
            <a:avLst/>
          </a:prstGeom>
          <a:noFill/>
          <a:ln w="0">
            <a:noFill/>
          </a:ln>
        </p:spPr>
        <p:txBody>
          <a:bodyPr lIns="36000" rIns="0" tIns="45720" bIns="45720" anchor="ctr">
            <a:noAutofit/>
          </a:bodyPr>
          <a:p>
            <a:pPr indent="0" defTabSz="914400">
              <a:lnSpc>
                <a:spcPct val="90000"/>
              </a:lnSpc>
              <a:buNone/>
            </a:pPr>
            <a:r>
              <a:rPr b="1" lang="en-US" sz="2000" strike="noStrike" u="none">
                <a:solidFill>
                  <a:schemeClr val="dk1"/>
                </a:solidFill>
                <a:effectLst/>
                <a:uFillTx/>
                <a:latin typeface="Meiryo UI"/>
                <a:ea typeface="Meiryo UI"/>
              </a:rPr>
              <a:t>4.2</a:t>
            </a:r>
            <a:r>
              <a:rPr b="1" lang="ja-JP" sz="2000" strike="noStrike" u="none">
                <a:solidFill>
                  <a:schemeClr val="dk1"/>
                </a:solidFill>
                <a:effectLst/>
                <a:uFillTx/>
                <a:latin typeface="Meiryo UI"/>
                <a:ea typeface="Meiryo UI"/>
              </a:rPr>
              <a:t>　椅子や車椅子の各部名称の理解</a:t>
            </a:r>
            <a:endParaRPr b="0" lang="en-US" sz="2000" strike="noStrike" u="none">
              <a:solidFill>
                <a:schemeClr val="dk1"/>
              </a:solidFill>
              <a:effectLst/>
              <a:uFillTx/>
              <a:latin typeface="Meiryo UI"/>
            </a:endParaRPr>
          </a:p>
        </p:txBody>
      </p:sp>
      <p:sp>
        <p:nvSpPr>
          <p:cNvPr id="1591" name="テキスト プレースホルダー 2"/>
          <p:cNvSpPr/>
          <p:nvPr/>
        </p:nvSpPr>
        <p:spPr>
          <a:xfrm>
            <a:off x="202680" y="575280"/>
            <a:ext cx="9505440" cy="564840"/>
          </a:xfrm>
          <a:prstGeom prst="rect">
            <a:avLst/>
          </a:prstGeom>
          <a:noFill/>
          <a:ln w="0">
            <a:noFill/>
          </a:ln>
        </p:spPr>
        <p:style>
          <a:lnRef idx="0"/>
          <a:fillRef idx="0"/>
          <a:effectRef idx="0"/>
          <a:fontRef idx="minor"/>
        </p:style>
        <p:txBody>
          <a:bodyPr anchor="t">
            <a:noAutofit/>
          </a:bodyPr>
          <a:p>
            <a:pPr marL="180000" indent="-180000" defTabSz="914400">
              <a:lnSpc>
                <a:spcPct val="90000"/>
              </a:lnSpc>
              <a:spcAft>
                <a:spcPts val="601"/>
              </a:spcAft>
              <a:buClr>
                <a:srgbClr val="222f28"/>
              </a:buClr>
              <a:buFont typeface="Arial"/>
              <a:buChar char="•"/>
            </a:pPr>
            <a:r>
              <a:rPr b="1" lang="ja-JP" sz="2000" strike="noStrike" u="none">
                <a:solidFill>
                  <a:schemeClr val="dk2">
                    <a:lumMod val="50000"/>
                  </a:schemeClr>
                </a:solidFill>
                <a:effectLst/>
                <a:uFillTx/>
                <a:latin typeface="Meiryo UI"/>
                <a:ea typeface="Meiryo UI"/>
              </a:rPr>
              <a:t>椅子や車椅子等の各部の名称を理解しておくことも重要です。</a:t>
            </a:r>
            <a:endParaRPr b="0" lang="en-US" sz="2000" strike="noStrike" u="none">
              <a:solidFill>
                <a:srgbClr val="000000"/>
              </a:solidFill>
              <a:effectLst/>
              <a:uFillTx/>
              <a:latin typeface="Arial"/>
            </a:endParaRPr>
          </a:p>
        </p:txBody>
      </p:sp>
      <p:pic>
        <p:nvPicPr>
          <p:cNvPr id="1592" name="id-A1888D9D-E515-4692-90D2-772040110F7C" descr=""/>
          <p:cNvPicPr/>
          <p:nvPr/>
        </p:nvPicPr>
        <p:blipFill>
          <a:blip r:embed="rId1"/>
          <a:stretch/>
        </p:blipFill>
        <p:spPr>
          <a:xfrm>
            <a:off x="657720" y="1649880"/>
            <a:ext cx="3419640" cy="3421440"/>
          </a:xfrm>
          <a:prstGeom prst="rect">
            <a:avLst/>
          </a:prstGeom>
          <a:noFill/>
          <a:ln w="0">
            <a:noFill/>
          </a:ln>
        </p:spPr>
      </p:pic>
      <p:sp>
        <p:nvSpPr>
          <p:cNvPr id="1593" name="楕円 49"/>
          <p:cNvSpPr/>
          <p:nvPr/>
        </p:nvSpPr>
        <p:spPr>
          <a:xfrm>
            <a:off x="2735280" y="2186640"/>
            <a:ext cx="323640" cy="323640"/>
          </a:xfrm>
          <a:prstGeom prst="ellipse">
            <a:avLst/>
          </a:prstGeom>
          <a:solidFill>
            <a:schemeClr val="accent1"/>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1" lang="en-US" sz="1200" strike="noStrike" u="none">
                <a:solidFill>
                  <a:schemeClr val="lt1"/>
                </a:solidFill>
                <a:effectLst/>
                <a:uFillTx/>
                <a:latin typeface="Meiryo UI"/>
                <a:ea typeface="Meiryo UI"/>
              </a:rPr>
              <a:t>1</a:t>
            </a:r>
            <a:endParaRPr b="0" lang="en-US" sz="1200" strike="noStrike" u="none">
              <a:solidFill>
                <a:srgbClr val="ffffff"/>
              </a:solidFill>
              <a:effectLst/>
              <a:uFillTx/>
              <a:latin typeface="Arial"/>
            </a:endParaRPr>
          </a:p>
        </p:txBody>
      </p:sp>
      <p:sp>
        <p:nvSpPr>
          <p:cNvPr id="1594" name="楕円 50"/>
          <p:cNvSpPr/>
          <p:nvPr/>
        </p:nvSpPr>
        <p:spPr>
          <a:xfrm>
            <a:off x="1173960" y="2473560"/>
            <a:ext cx="323640" cy="323640"/>
          </a:xfrm>
          <a:prstGeom prst="ellipse">
            <a:avLst/>
          </a:prstGeom>
          <a:solidFill>
            <a:schemeClr val="accent1"/>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1" lang="en-US" sz="1200" strike="noStrike" u="none">
                <a:solidFill>
                  <a:schemeClr val="lt1"/>
                </a:solidFill>
                <a:effectLst/>
                <a:uFillTx/>
                <a:latin typeface="Meiryo UI"/>
                <a:ea typeface="Meiryo UI"/>
              </a:rPr>
              <a:t>2</a:t>
            </a:r>
            <a:endParaRPr b="0" lang="en-US" sz="1200" strike="noStrike" u="none">
              <a:solidFill>
                <a:srgbClr val="ffffff"/>
              </a:solidFill>
              <a:effectLst/>
              <a:uFillTx/>
              <a:latin typeface="Arial"/>
            </a:endParaRPr>
          </a:p>
        </p:txBody>
      </p:sp>
      <p:sp>
        <p:nvSpPr>
          <p:cNvPr id="1595" name="楕円 51"/>
          <p:cNvSpPr/>
          <p:nvPr/>
        </p:nvSpPr>
        <p:spPr>
          <a:xfrm>
            <a:off x="1088640" y="3447720"/>
            <a:ext cx="323640" cy="323640"/>
          </a:xfrm>
          <a:prstGeom prst="ellipse">
            <a:avLst/>
          </a:prstGeom>
          <a:solidFill>
            <a:schemeClr val="accent1"/>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1" lang="en-US" sz="1200" strike="noStrike" u="none">
                <a:solidFill>
                  <a:schemeClr val="lt1"/>
                </a:solidFill>
                <a:effectLst/>
                <a:uFillTx/>
                <a:latin typeface="Meiryo UI"/>
                <a:ea typeface="Meiryo UI"/>
              </a:rPr>
              <a:t>3</a:t>
            </a:r>
            <a:endParaRPr b="0" lang="en-US" sz="1200" strike="noStrike" u="none">
              <a:solidFill>
                <a:srgbClr val="ffffff"/>
              </a:solidFill>
              <a:effectLst/>
              <a:uFillTx/>
              <a:latin typeface="Arial"/>
            </a:endParaRPr>
          </a:p>
        </p:txBody>
      </p:sp>
      <p:sp>
        <p:nvSpPr>
          <p:cNvPr id="1596" name="楕円 52"/>
          <p:cNvSpPr/>
          <p:nvPr/>
        </p:nvSpPr>
        <p:spPr>
          <a:xfrm>
            <a:off x="2364480" y="4255200"/>
            <a:ext cx="323640" cy="323640"/>
          </a:xfrm>
          <a:prstGeom prst="ellipse">
            <a:avLst/>
          </a:prstGeom>
          <a:solidFill>
            <a:schemeClr val="accent1"/>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1" lang="en-US" sz="1200" strike="noStrike" u="none">
                <a:solidFill>
                  <a:schemeClr val="lt1"/>
                </a:solidFill>
                <a:effectLst/>
                <a:uFillTx/>
                <a:latin typeface="Meiryo UI"/>
                <a:ea typeface="Meiryo UI"/>
              </a:rPr>
              <a:t>5</a:t>
            </a:r>
            <a:endParaRPr b="0" lang="en-US" sz="1200" strike="noStrike" u="none">
              <a:solidFill>
                <a:srgbClr val="ffffff"/>
              </a:solidFill>
              <a:effectLst/>
              <a:uFillTx/>
              <a:latin typeface="Arial"/>
            </a:endParaRPr>
          </a:p>
        </p:txBody>
      </p:sp>
      <p:cxnSp>
        <p:nvCxnSpPr>
          <p:cNvPr id="1597" name="直線コネクタ 53"/>
          <p:cNvCxnSpPr>
            <a:endCxn id="1596" idx="7"/>
          </p:cNvCxnSpPr>
          <p:nvPr/>
        </p:nvCxnSpPr>
        <p:spPr>
          <a:xfrm flipH="1">
            <a:off x="2640960" y="3998520"/>
            <a:ext cx="47880" cy="304200"/>
          </a:xfrm>
          <a:prstGeom prst="straightConnector1">
            <a:avLst/>
          </a:prstGeom>
          <a:ln w="19050">
            <a:solidFill>
              <a:srgbClr val="ffffff"/>
            </a:solidFill>
          </a:ln>
        </p:spPr>
      </p:cxnSp>
      <p:cxnSp>
        <p:nvCxnSpPr>
          <p:cNvPr id="1598" name="直線コネクタ 54"/>
          <p:cNvCxnSpPr/>
          <p:nvPr/>
        </p:nvCxnSpPr>
        <p:spPr>
          <a:xfrm flipV="1">
            <a:off x="1412280" y="3533040"/>
            <a:ext cx="253800" cy="55800"/>
          </a:xfrm>
          <a:prstGeom prst="straightConnector1">
            <a:avLst/>
          </a:prstGeom>
          <a:ln w="19050">
            <a:solidFill>
              <a:srgbClr val="ffffff"/>
            </a:solidFill>
          </a:ln>
        </p:spPr>
      </p:cxnSp>
      <p:cxnSp>
        <p:nvCxnSpPr>
          <p:cNvPr id="1599" name="直線コネクタ 55"/>
          <p:cNvCxnSpPr/>
          <p:nvPr/>
        </p:nvCxnSpPr>
        <p:spPr>
          <a:xfrm>
            <a:off x="1497600" y="2638800"/>
            <a:ext cx="336600" cy="61200"/>
          </a:xfrm>
          <a:prstGeom prst="straightConnector1">
            <a:avLst/>
          </a:prstGeom>
          <a:ln w="19050">
            <a:solidFill>
              <a:srgbClr val="ffffff"/>
            </a:solidFill>
          </a:ln>
        </p:spPr>
      </p:cxnSp>
      <p:cxnSp>
        <p:nvCxnSpPr>
          <p:cNvPr id="1600" name="直線コネクタ 56"/>
          <p:cNvCxnSpPr>
            <a:endCxn id="1596" idx="7"/>
          </p:cNvCxnSpPr>
          <p:nvPr/>
        </p:nvCxnSpPr>
        <p:spPr>
          <a:xfrm flipH="1">
            <a:off x="2640960" y="4255200"/>
            <a:ext cx="345240" cy="47520"/>
          </a:xfrm>
          <a:prstGeom prst="straightConnector1">
            <a:avLst/>
          </a:prstGeom>
          <a:ln w="19050">
            <a:solidFill>
              <a:srgbClr val="ffffff"/>
            </a:solidFill>
          </a:ln>
        </p:spPr>
      </p:cxnSp>
      <p:cxnSp>
        <p:nvCxnSpPr>
          <p:cNvPr id="1601" name="直線コネクタ 57"/>
          <p:cNvCxnSpPr/>
          <p:nvPr/>
        </p:nvCxnSpPr>
        <p:spPr>
          <a:xfrm>
            <a:off x="1503720" y="2657160"/>
            <a:ext cx="330480" cy="299520"/>
          </a:xfrm>
          <a:prstGeom prst="straightConnector1">
            <a:avLst/>
          </a:prstGeom>
          <a:ln w="19050">
            <a:solidFill>
              <a:srgbClr val="ffffff"/>
            </a:solidFill>
          </a:ln>
        </p:spPr>
      </p:cxnSp>
      <p:sp>
        <p:nvSpPr>
          <p:cNvPr id="1602" name="楕円 58"/>
          <p:cNvSpPr/>
          <p:nvPr/>
        </p:nvSpPr>
        <p:spPr>
          <a:xfrm>
            <a:off x="1243440" y="4422240"/>
            <a:ext cx="323640" cy="323640"/>
          </a:xfrm>
          <a:prstGeom prst="ellipse">
            <a:avLst/>
          </a:prstGeom>
          <a:solidFill>
            <a:schemeClr val="accent1"/>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1" lang="en-US" sz="1200" strike="noStrike" u="none">
                <a:solidFill>
                  <a:schemeClr val="lt1"/>
                </a:solidFill>
                <a:effectLst/>
                <a:uFillTx/>
                <a:latin typeface="Meiryo UI"/>
                <a:ea typeface="Meiryo UI"/>
              </a:rPr>
              <a:t>4</a:t>
            </a:r>
            <a:endParaRPr b="0" lang="en-US" sz="1200" strike="noStrike" u="none">
              <a:solidFill>
                <a:srgbClr val="ffffff"/>
              </a:solidFill>
              <a:effectLst/>
              <a:uFillTx/>
              <a:latin typeface="Arial"/>
            </a:endParaRPr>
          </a:p>
        </p:txBody>
      </p:sp>
      <p:cxnSp>
        <p:nvCxnSpPr>
          <p:cNvPr id="1603" name="直線コネクタ 59"/>
          <p:cNvCxnSpPr>
            <a:endCxn id="1602" idx="7"/>
          </p:cNvCxnSpPr>
          <p:nvPr/>
        </p:nvCxnSpPr>
        <p:spPr>
          <a:xfrm flipH="1">
            <a:off x="1519920" y="4136400"/>
            <a:ext cx="146160" cy="333360"/>
          </a:xfrm>
          <a:prstGeom prst="straightConnector1">
            <a:avLst/>
          </a:prstGeom>
          <a:ln w="19050">
            <a:solidFill>
              <a:srgbClr val="ffffff"/>
            </a:solidFill>
          </a:ln>
        </p:spPr>
      </p:cxnSp>
      <p:cxnSp>
        <p:nvCxnSpPr>
          <p:cNvPr id="1604" name="直線コネクタ 60"/>
          <p:cNvCxnSpPr>
            <a:endCxn id="1602" idx="7"/>
          </p:cNvCxnSpPr>
          <p:nvPr/>
        </p:nvCxnSpPr>
        <p:spPr>
          <a:xfrm flipH="1" flipV="1">
            <a:off x="1519920" y="4469400"/>
            <a:ext cx="331920" cy="194760"/>
          </a:xfrm>
          <a:prstGeom prst="straightConnector1">
            <a:avLst/>
          </a:prstGeom>
          <a:ln w="19050">
            <a:solidFill>
              <a:srgbClr val="ffffff"/>
            </a:solidFill>
          </a:ln>
        </p:spPr>
      </p:cxnSp>
      <p:pic>
        <p:nvPicPr>
          <p:cNvPr id="1605" name="id-7823F70E-EDCD-42B8-8FBC-E8D393C0B2B1" descr=""/>
          <p:cNvPicPr/>
          <p:nvPr/>
        </p:nvPicPr>
        <p:blipFill>
          <a:blip r:embed="rId2"/>
          <a:srcRect l="-2065" t="0" r="0" b="0"/>
          <a:stretch/>
        </p:blipFill>
        <p:spPr>
          <a:xfrm>
            <a:off x="5291280" y="1649880"/>
            <a:ext cx="3486960" cy="3421440"/>
          </a:xfrm>
          <a:prstGeom prst="rect">
            <a:avLst/>
          </a:prstGeom>
          <a:noFill/>
          <a:ln w="0">
            <a:noFill/>
          </a:ln>
        </p:spPr>
      </p:pic>
      <p:sp>
        <p:nvSpPr>
          <p:cNvPr id="1606" name="楕円 63"/>
          <p:cNvSpPr/>
          <p:nvPr/>
        </p:nvSpPr>
        <p:spPr>
          <a:xfrm>
            <a:off x="5550480" y="2770560"/>
            <a:ext cx="323640" cy="323640"/>
          </a:xfrm>
          <a:prstGeom prst="ellipse">
            <a:avLst/>
          </a:prstGeom>
          <a:solidFill>
            <a:schemeClr val="accent1"/>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1" lang="en-US" sz="1200" strike="noStrike" u="none">
                <a:solidFill>
                  <a:schemeClr val="lt1"/>
                </a:solidFill>
                <a:effectLst/>
                <a:uFillTx/>
                <a:latin typeface="Meiryo UI"/>
                <a:ea typeface="Meiryo UI"/>
              </a:rPr>
              <a:t>1</a:t>
            </a:r>
            <a:endParaRPr b="0" lang="en-US" sz="1200" strike="noStrike" u="none">
              <a:solidFill>
                <a:srgbClr val="ffffff"/>
              </a:solidFill>
              <a:effectLst/>
              <a:uFillTx/>
              <a:latin typeface="Arial"/>
            </a:endParaRPr>
          </a:p>
        </p:txBody>
      </p:sp>
      <p:cxnSp>
        <p:nvCxnSpPr>
          <p:cNvPr id="1607" name="直線コネクタ 64"/>
          <p:cNvCxnSpPr>
            <a:stCxn id="1606" idx="6"/>
          </p:cNvCxnSpPr>
          <p:nvPr/>
        </p:nvCxnSpPr>
        <p:spPr>
          <a:xfrm>
            <a:off x="5874120" y="2932560"/>
            <a:ext cx="162720" cy="162360"/>
          </a:xfrm>
          <a:prstGeom prst="straightConnector1">
            <a:avLst/>
          </a:prstGeom>
          <a:ln w="19050">
            <a:solidFill>
              <a:srgbClr val="ffffff"/>
            </a:solidFill>
          </a:ln>
        </p:spPr>
      </p:cxnSp>
      <p:sp>
        <p:nvSpPr>
          <p:cNvPr id="1608" name="楕円 65"/>
          <p:cNvSpPr/>
          <p:nvPr/>
        </p:nvSpPr>
        <p:spPr>
          <a:xfrm>
            <a:off x="7771680" y="2385720"/>
            <a:ext cx="323640" cy="323640"/>
          </a:xfrm>
          <a:prstGeom prst="ellipse">
            <a:avLst/>
          </a:prstGeom>
          <a:solidFill>
            <a:schemeClr val="accent1"/>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1" lang="en-US" sz="1200" strike="noStrike" u="none">
                <a:solidFill>
                  <a:schemeClr val="lt1"/>
                </a:solidFill>
                <a:effectLst/>
                <a:uFillTx/>
                <a:latin typeface="Meiryo UI"/>
                <a:ea typeface="Meiryo UI"/>
              </a:rPr>
              <a:t>2</a:t>
            </a:r>
            <a:endParaRPr b="0" lang="en-US" sz="1200" strike="noStrike" u="none">
              <a:solidFill>
                <a:srgbClr val="ffffff"/>
              </a:solidFill>
              <a:effectLst/>
              <a:uFillTx/>
              <a:latin typeface="Arial"/>
            </a:endParaRPr>
          </a:p>
        </p:txBody>
      </p:sp>
      <p:cxnSp>
        <p:nvCxnSpPr>
          <p:cNvPr id="1609" name="直線コネクタ 66"/>
          <p:cNvCxnSpPr>
            <a:endCxn id="1608" idx="1"/>
          </p:cNvCxnSpPr>
          <p:nvPr/>
        </p:nvCxnSpPr>
        <p:spPr>
          <a:xfrm>
            <a:off x="7435800" y="2304360"/>
            <a:ext cx="383400" cy="128880"/>
          </a:xfrm>
          <a:prstGeom prst="straightConnector1">
            <a:avLst/>
          </a:prstGeom>
          <a:ln w="19050">
            <a:solidFill>
              <a:srgbClr val="ffffff"/>
            </a:solidFill>
          </a:ln>
        </p:spPr>
      </p:cxnSp>
      <p:sp>
        <p:nvSpPr>
          <p:cNvPr id="1610" name="楕円 67"/>
          <p:cNvSpPr/>
          <p:nvPr/>
        </p:nvSpPr>
        <p:spPr>
          <a:xfrm>
            <a:off x="5456520" y="4610160"/>
            <a:ext cx="323640" cy="323640"/>
          </a:xfrm>
          <a:prstGeom prst="ellipse">
            <a:avLst/>
          </a:prstGeom>
          <a:solidFill>
            <a:schemeClr val="accent1"/>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1" lang="en-US" sz="1200" strike="noStrike" u="none">
                <a:solidFill>
                  <a:schemeClr val="lt1"/>
                </a:solidFill>
                <a:effectLst/>
                <a:uFillTx/>
                <a:latin typeface="Meiryo UI"/>
                <a:ea typeface="Meiryo UI"/>
              </a:rPr>
              <a:t>3</a:t>
            </a:r>
            <a:endParaRPr b="0" lang="en-US" sz="1200" strike="noStrike" u="none">
              <a:solidFill>
                <a:srgbClr val="ffffff"/>
              </a:solidFill>
              <a:effectLst/>
              <a:uFillTx/>
              <a:latin typeface="Arial"/>
            </a:endParaRPr>
          </a:p>
        </p:txBody>
      </p:sp>
      <p:cxnSp>
        <p:nvCxnSpPr>
          <p:cNvPr id="1611" name="直線コネクタ 68"/>
          <p:cNvCxnSpPr/>
          <p:nvPr/>
        </p:nvCxnSpPr>
        <p:spPr>
          <a:xfrm>
            <a:off x="5712480" y="4333320"/>
            <a:ext cx="360" cy="305280"/>
          </a:xfrm>
          <a:prstGeom prst="straightConnector1">
            <a:avLst/>
          </a:prstGeom>
          <a:ln w="19050">
            <a:solidFill>
              <a:srgbClr val="ffffff"/>
            </a:solidFill>
          </a:ln>
        </p:spPr>
      </p:cxnSp>
      <p:sp>
        <p:nvSpPr>
          <p:cNvPr id="1612" name="楕円 69"/>
          <p:cNvSpPr/>
          <p:nvPr/>
        </p:nvSpPr>
        <p:spPr>
          <a:xfrm>
            <a:off x="5944320" y="2018520"/>
            <a:ext cx="323640" cy="323640"/>
          </a:xfrm>
          <a:prstGeom prst="ellipse">
            <a:avLst/>
          </a:prstGeom>
          <a:solidFill>
            <a:schemeClr val="accent1"/>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1" lang="en-US" sz="1200" strike="noStrike" u="none">
                <a:solidFill>
                  <a:schemeClr val="lt1"/>
                </a:solidFill>
                <a:effectLst/>
                <a:uFillTx/>
                <a:latin typeface="Meiryo UI"/>
                <a:ea typeface="Meiryo UI"/>
              </a:rPr>
              <a:t>5</a:t>
            </a:r>
            <a:endParaRPr b="0" lang="en-US" sz="1200" strike="noStrike" u="none">
              <a:solidFill>
                <a:srgbClr val="ffffff"/>
              </a:solidFill>
              <a:effectLst/>
              <a:uFillTx/>
              <a:latin typeface="Arial"/>
            </a:endParaRPr>
          </a:p>
        </p:txBody>
      </p:sp>
      <p:cxnSp>
        <p:nvCxnSpPr>
          <p:cNvPr id="1613" name="直線コネクタ 70"/>
          <p:cNvCxnSpPr>
            <a:endCxn id="1612" idx="5"/>
          </p:cNvCxnSpPr>
          <p:nvPr/>
        </p:nvCxnSpPr>
        <p:spPr>
          <a:xfrm flipH="1" flipV="1">
            <a:off x="6220800" y="2295000"/>
            <a:ext cx="231480" cy="149760"/>
          </a:xfrm>
          <a:prstGeom prst="straightConnector1">
            <a:avLst/>
          </a:prstGeom>
          <a:ln w="19050">
            <a:solidFill>
              <a:srgbClr val="ffffff"/>
            </a:solidFill>
          </a:ln>
        </p:spPr>
      </p:cxnSp>
      <p:sp>
        <p:nvSpPr>
          <p:cNvPr id="1614" name="楕円 71"/>
          <p:cNvSpPr/>
          <p:nvPr/>
        </p:nvSpPr>
        <p:spPr>
          <a:xfrm>
            <a:off x="6515640" y="4638240"/>
            <a:ext cx="323640" cy="323640"/>
          </a:xfrm>
          <a:prstGeom prst="ellipse">
            <a:avLst/>
          </a:prstGeom>
          <a:solidFill>
            <a:schemeClr val="accent1"/>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1" lang="en-US" sz="1200" strike="noStrike" u="none">
                <a:solidFill>
                  <a:schemeClr val="lt1"/>
                </a:solidFill>
                <a:effectLst/>
                <a:uFillTx/>
                <a:latin typeface="Meiryo UI"/>
                <a:ea typeface="Meiryo UI"/>
              </a:rPr>
              <a:t>4</a:t>
            </a:r>
            <a:endParaRPr b="0" lang="en-US" sz="1200" strike="noStrike" u="none">
              <a:solidFill>
                <a:srgbClr val="ffffff"/>
              </a:solidFill>
              <a:effectLst/>
              <a:uFillTx/>
              <a:latin typeface="Arial"/>
            </a:endParaRPr>
          </a:p>
        </p:txBody>
      </p:sp>
      <p:cxnSp>
        <p:nvCxnSpPr>
          <p:cNvPr id="1615" name="直線コネクタ 72"/>
          <p:cNvCxnSpPr>
            <a:endCxn id="1614" idx="1"/>
          </p:cNvCxnSpPr>
          <p:nvPr/>
        </p:nvCxnSpPr>
        <p:spPr>
          <a:xfrm>
            <a:off x="6345720" y="4466520"/>
            <a:ext cx="217440" cy="219240"/>
          </a:xfrm>
          <a:prstGeom prst="straightConnector1">
            <a:avLst/>
          </a:prstGeom>
          <a:ln w="19050">
            <a:solidFill>
              <a:srgbClr val="ffffff"/>
            </a:solidFill>
          </a:ln>
        </p:spPr>
      </p:cxnSp>
      <p:sp>
        <p:nvSpPr>
          <p:cNvPr id="1616" name="楕円 73"/>
          <p:cNvSpPr/>
          <p:nvPr/>
        </p:nvSpPr>
        <p:spPr>
          <a:xfrm>
            <a:off x="7945920" y="4124160"/>
            <a:ext cx="323640" cy="323640"/>
          </a:xfrm>
          <a:prstGeom prst="ellipse">
            <a:avLst/>
          </a:prstGeom>
          <a:solidFill>
            <a:schemeClr val="accent1"/>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1" lang="en-US" sz="1200" strike="noStrike" u="none">
                <a:solidFill>
                  <a:schemeClr val="lt1"/>
                </a:solidFill>
                <a:effectLst/>
                <a:uFillTx/>
                <a:latin typeface="Meiryo UI"/>
                <a:ea typeface="Meiryo UI"/>
              </a:rPr>
              <a:t>6</a:t>
            </a:r>
            <a:endParaRPr b="0" lang="en-US" sz="1200" strike="noStrike" u="none">
              <a:solidFill>
                <a:srgbClr val="ffffff"/>
              </a:solidFill>
              <a:effectLst/>
              <a:uFillTx/>
              <a:latin typeface="Arial"/>
            </a:endParaRPr>
          </a:p>
        </p:txBody>
      </p:sp>
      <p:cxnSp>
        <p:nvCxnSpPr>
          <p:cNvPr id="1617" name="直線コネクタ 74"/>
          <p:cNvCxnSpPr>
            <a:endCxn id="1616" idx="1"/>
          </p:cNvCxnSpPr>
          <p:nvPr/>
        </p:nvCxnSpPr>
        <p:spPr>
          <a:xfrm>
            <a:off x="7610040" y="4042800"/>
            <a:ext cx="383400" cy="128880"/>
          </a:xfrm>
          <a:prstGeom prst="straightConnector1">
            <a:avLst/>
          </a:prstGeom>
          <a:ln w="19050">
            <a:solidFill>
              <a:srgbClr val="ffffff"/>
            </a:solidFill>
          </a:ln>
        </p:spPr>
      </p:cxnSp>
      <p:sp>
        <p:nvSpPr>
          <p:cNvPr id="1618" name="楕円 75"/>
          <p:cNvSpPr/>
          <p:nvPr/>
        </p:nvSpPr>
        <p:spPr>
          <a:xfrm>
            <a:off x="8182080" y="3338280"/>
            <a:ext cx="323640" cy="323640"/>
          </a:xfrm>
          <a:prstGeom prst="ellipse">
            <a:avLst/>
          </a:prstGeom>
          <a:solidFill>
            <a:schemeClr val="accent1"/>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1" lang="en-US" sz="1200" strike="noStrike" u="none">
                <a:solidFill>
                  <a:schemeClr val="lt1"/>
                </a:solidFill>
                <a:effectLst/>
                <a:uFillTx/>
                <a:latin typeface="Meiryo UI"/>
                <a:ea typeface="Meiryo UI"/>
              </a:rPr>
              <a:t>7</a:t>
            </a:r>
            <a:endParaRPr b="0" lang="en-US" sz="1200" strike="noStrike" u="none">
              <a:solidFill>
                <a:srgbClr val="ffffff"/>
              </a:solidFill>
              <a:effectLst/>
              <a:uFillTx/>
              <a:latin typeface="Arial"/>
            </a:endParaRPr>
          </a:p>
        </p:txBody>
      </p:sp>
      <p:cxnSp>
        <p:nvCxnSpPr>
          <p:cNvPr id="1619" name="直線コネクタ 76"/>
          <p:cNvCxnSpPr>
            <a:endCxn id="1618" idx="2"/>
          </p:cNvCxnSpPr>
          <p:nvPr/>
        </p:nvCxnSpPr>
        <p:spPr>
          <a:xfrm flipV="1">
            <a:off x="7610040" y="3500280"/>
            <a:ext cx="572400" cy="243360"/>
          </a:xfrm>
          <a:prstGeom prst="straightConnector1">
            <a:avLst/>
          </a:prstGeom>
          <a:ln w="19050">
            <a:solidFill>
              <a:srgbClr val="ffffff"/>
            </a:solidFill>
          </a:ln>
        </p:spPr>
      </p:cxnSp>
      <p:graphicFrame>
        <p:nvGraphicFramePr>
          <p:cNvPr id="1620" name="表 7"/>
          <p:cNvGraphicFramePr/>
          <p:nvPr/>
        </p:nvGraphicFramePr>
        <p:xfrm>
          <a:off x="654480" y="5178960"/>
          <a:ext cx="3419640" cy="1043640"/>
        </p:xfrm>
        <a:graphic>
          <a:graphicData uri="http://schemas.openxmlformats.org/drawingml/2006/table">
            <a:tbl>
              <a:tblPr/>
              <a:tblGrid>
                <a:gridCol w="323640"/>
                <a:gridCol w="1386000"/>
                <a:gridCol w="280800"/>
                <a:gridCol w="1428840"/>
              </a:tblGrid>
              <a:tr h="347760">
                <a:tc>
                  <a:txBody>
                    <a:bodyPr anchor="ctr">
                      <a:noAutofit/>
                    </a:bodyPr>
                    <a:p>
                      <a:pPr defTabSz="914400">
                        <a:lnSpc>
                          <a:spcPct val="100000"/>
                        </a:lnSpc>
                      </a:pPr>
                      <a:r>
                        <a:rPr b="0" lang="en-US" sz="1400" strike="noStrike" u="none">
                          <a:solidFill>
                            <a:schemeClr val="dk1"/>
                          </a:solidFill>
                          <a:effectLst/>
                          <a:uFillTx/>
                          <a:latin typeface="Meiryo UI"/>
                          <a:ea typeface="Meiryo UI"/>
                        </a:rPr>
                        <a:t>1</a:t>
                      </a:r>
                      <a:endParaRPr b="0" lang="en-US" sz="14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defTabSz="914400">
                        <a:lnSpc>
                          <a:spcPct val="100000"/>
                        </a:lnSpc>
                      </a:pPr>
                      <a:r>
                        <a:rPr b="0" lang="ja-JP" sz="1400" strike="noStrike" u="none">
                          <a:solidFill>
                            <a:schemeClr val="dk1"/>
                          </a:solidFill>
                          <a:effectLst/>
                          <a:uFillTx/>
                          <a:latin typeface="Meiryo UI"/>
                          <a:ea typeface="Meiryo UI"/>
                        </a:rPr>
                        <a:t>背もたれ</a:t>
                      </a:r>
                      <a:endParaRPr b="0" lang="en-US" sz="14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defTabSz="914400">
                        <a:lnSpc>
                          <a:spcPct val="100000"/>
                        </a:lnSpc>
                      </a:pPr>
                      <a:r>
                        <a:rPr b="0" lang="en-US" sz="1400" strike="noStrike" u="none">
                          <a:solidFill>
                            <a:schemeClr val="dk1"/>
                          </a:solidFill>
                          <a:effectLst/>
                          <a:uFillTx/>
                          <a:latin typeface="Meiryo UI"/>
                          <a:ea typeface="Meiryo UI"/>
                        </a:rPr>
                        <a:t>4</a:t>
                      </a:r>
                      <a:endParaRPr b="0" lang="en-US" sz="14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defTabSz="914400">
                        <a:lnSpc>
                          <a:spcPct val="100000"/>
                        </a:lnSpc>
                      </a:pPr>
                      <a:r>
                        <a:rPr b="0" lang="ja-JP" sz="1400" strike="noStrike" u="none">
                          <a:solidFill>
                            <a:schemeClr val="dk1"/>
                          </a:solidFill>
                          <a:effectLst/>
                          <a:uFillTx/>
                          <a:latin typeface="Meiryo UI"/>
                          <a:ea typeface="Meiryo UI"/>
                        </a:rPr>
                        <a:t>前脚</a:t>
                      </a:r>
                      <a:endParaRPr b="0" lang="en-US" sz="14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347760">
                <a:tc>
                  <a:txBody>
                    <a:bodyPr anchor="ctr">
                      <a:noAutofit/>
                    </a:bodyPr>
                    <a:p>
                      <a:pPr defTabSz="914400">
                        <a:lnSpc>
                          <a:spcPct val="100000"/>
                        </a:lnSpc>
                      </a:pPr>
                      <a:r>
                        <a:rPr b="0" lang="en-US" sz="1400" strike="noStrike" u="none">
                          <a:solidFill>
                            <a:schemeClr val="dk1"/>
                          </a:solidFill>
                          <a:effectLst/>
                          <a:uFillTx/>
                          <a:latin typeface="Meiryo UI"/>
                          <a:ea typeface="Meiryo UI"/>
                        </a:rPr>
                        <a:t>2</a:t>
                      </a:r>
                      <a:endParaRPr b="0" lang="en-US" sz="14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defTabSz="914400">
                        <a:lnSpc>
                          <a:spcPct val="100000"/>
                        </a:lnSpc>
                      </a:pPr>
                      <a:r>
                        <a:rPr b="0" lang="ja-JP" sz="1400" strike="noStrike" u="none">
                          <a:solidFill>
                            <a:schemeClr val="dk1"/>
                          </a:solidFill>
                          <a:effectLst/>
                          <a:uFillTx/>
                          <a:latin typeface="Meiryo UI"/>
                          <a:ea typeface="Meiryo UI"/>
                        </a:rPr>
                        <a:t>アームレスト</a:t>
                      </a:r>
                      <a:endParaRPr b="0" lang="en-US" sz="14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defTabSz="914400">
                        <a:lnSpc>
                          <a:spcPct val="100000"/>
                        </a:lnSpc>
                      </a:pPr>
                      <a:r>
                        <a:rPr b="0" lang="en-US" sz="1400" strike="noStrike" u="none">
                          <a:solidFill>
                            <a:schemeClr val="dk1"/>
                          </a:solidFill>
                          <a:effectLst/>
                          <a:uFillTx/>
                          <a:latin typeface="Meiryo UI"/>
                          <a:ea typeface="Meiryo UI"/>
                        </a:rPr>
                        <a:t>5</a:t>
                      </a:r>
                      <a:endParaRPr b="0" lang="en-US" sz="14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defTabSz="914400">
                        <a:lnSpc>
                          <a:spcPct val="100000"/>
                        </a:lnSpc>
                      </a:pPr>
                      <a:r>
                        <a:rPr b="0" lang="ja-JP" sz="1400" strike="noStrike" u="none">
                          <a:solidFill>
                            <a:schemeClr val="dk1"/>
                          </a:solidFill>
                          <a:effectLst/>
                          <a:uFillTx/>
                          <a:latin typeface="Meiryo UI"/>
                          <a:ea typeface="Meiryo UI"/>
                        </a:rPr>
                        <a:t>後脚</a:t>
                      </a:r>
                      <a:endParaRPr b="0" lang="en-US" sz="14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347760">
                <a:tc>
                  <a:txBody>
                    <a:bodyPr anchor="ctr">
                      <a:noAutofit/>
                    </a:bodyPr>
                    <a:p>
                      <a:pPr defTabSz="914400">
                        <a:lnSpc>
                          <a:spcPct val="100000"/>
                        </a:lnSpc>
                      </a:pPr>
                      <a:r>
                        <a:rPr b="0" lang="en-US" sz="1400" strike="noStrike" u="none">
                          <a:solidFill>
                            <a:schemeClr val="dk1"/>
                          </a:solidFill>
                          <a:effectLst/>
                          <a:uFillTx/>
                          <a:latin typeface="Meiryo UI"/>
                          <a:ea typeface="Meiryo UI"/>
                        </a:rPr>
                        <a:t>3</a:t>
                      </a:r>
                      <a:endParaRPr b="0" lang="en-US" sz="14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defTabSz="914400">
                        <a:lnSpc>
                          <a:spcPct val="100000"/>
                        </a:lnSpc>
                      </a:pPr>
                      <a:r>
                        <a:rPr b="0" lang="ja-JP" sz="1400" strike="noStrike" u="none">
                          <a:solidFill>
                            <a:schemeClr val="dk1"/>
                          </a:solidFill>
                          <a:effectLst/>
                          <a:uFillTx/>
                          <a:latin typeface="Meiryo UI"/>
                          <a:ea typeface="Meiryo UI"/>
                        </a:rPr>
                        <a:t>座面</a:t>
                      </a:r>
                      <a:endParaRPr b="0" lang="en-US" sz="14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gridSpan="2">
                  <a:txBody>
                    <a:bodyPr anchor="ctr">
                      <a:noAutofit/>
                    </a:bodyPr>
                    <a:p>
                      <a:endParaRPr b="0" lang="en-US" sz="1400" strike="noStrike" u="none">
                        <a:solidFill>
                          <a:schemeClr val="dk1"/>
                        </a:solidFill>
                        <a:effectLst/>
                        <a:uFillTx/>
                        <a:latin typeface="Meiryo UI"/>
                        <a:ea typeface="Meiryo UI"/>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h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a:lnL>
                      <a:noFill/>
                    </a:lnL>
                    <a:lnR>
                      <a:noFill/>
                    </a:lnR>
                    <a:lnT>
                      <a:noFill/>
                    </a:lnT>
                    <a:lnB>
                      <a:noFill/>
                    </a:lnB>
                    <a:solidFill>
                      <a:srgbClr val="729fcf"/>
                    </a:solidFill>
                  </a:tcPr>
                </a:tc>
              </a:tr>
            </a:tbl>
          </a:graphicData>
        </a:graphic>
      </p:graphicFrame>
      <p:graphicFrame>
        <p:nvGraphicFramePr>
          <p:cNvPr id="1621" name="表 9"/>
          <p:cNvGraphicFramePr/>
          <p:nvPr/>
        </p:nvGraphicFramePr>
        <p:xfrm>
          <a:off x="4994280" y="5170320"/>
          <a:ext cx="4113000" cy="1043640"/>
        </p:xfrm>
        <a:graphic>
          <a:graphicData uri="http://schemas.openxmlformats.org/drawingml/2006/table">
            <a:tbl>
              <a:tblPr/>
              <a:tblGrid>
                <a:gridCol w="297360"/>
                <a:gridCol w="1022400"/>
                <a:gridCol w="297000"/>
                <a:gridCol w="1044000"/>
                <a:gridCol w="263880"/>
                <a:gridCol w="1188000"/>
              </a:tblGrid>
              <a:tr h="347760">
                <a:tc>
                  <a:txBody>
                    <a:bodyPr anchor="ctr">
                      <a:noAutofit/>
                    </a:bodyPr>
                    <a:p>
                      <a:pPr defTabSz="914400">
                        <a:lnSpc>
                          <a:spcPct val="100000"/>
                        </a:lnSpc>
                      </a:pPr>
                      <a:r>
                        <a:rPr b="0" lang="en-US" sz="1200" strike="noStrike" u="none">
                          <a:solidFill>
                            <a:schemeClr val="dk1"/>
                          </a:solidFill>
                          <a:effectLst/>
                          <a:uFillTx/>
                          <a:latin typeface="Meiryo UI"/>
                          <a:ea typeface="Meiryo UI"/>
                        </a:rPr>
                        <a:t>1</a:t>
                      </a:r>
                      <a:endParaRPr b="0" lang="en-US" sz="12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defTabSz="914400">
                        <a:lnSpc>
                          <a:spcPct val="100000"/>
                        </a:lnSpc>
                      </a:pPr>
                      <a:r>
                        <a:rPr b="0" lang="ja-JP" sz="1200" strike="noStrike" u="none">
                          <a:solidFill>
                            <a:schemeClr val="dk1"/>
                          </a:solidFill>
                          <a:effectLst/>
                          <a:uFillTx/>
                          <a:latin typeface="Meiryo UI"/>
                          <a:ea typeface="Meiryo UI"/>
                        </a:rPr>
                        <a:t>シート</a:t>
                      </a:r>
                      <a:endParaRPr b="0" lang="en-US" sz="12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defTabSz="914400">
                        <a:lnSpc>
                          <a:spcPct val="100000"/>
                        </a:lnSpc>
                      </a:pPr>
                      <a:r>
                        <a:rPr b="0" lang="en-US" sz="1200" strike="noStrike" u="none">
                          <a:solidFill>
                            <a:schemeClr val="dk1"/>
                          </a:solidFill>
                          <a:effectLst/>
                          <a:uFillTx/>
                          <a:latin typeface="Meiryo UI"/>
                          <a:ea typeface="Meiryo UI"/>
                        </a:rPr>
                        <a:t>4</a:t>
                      </a:r>
                      <a:endParaRPr b="0" lang="en-US" sz="12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defTabSz="914400">
                        <a:lnSpc>
                          <a:spcPct val="100000"/>
                        </a:lnSpc>
                      </a:pPr>
                      <a:r>
                        <a:rPr b="0" lang="ja-JP" sz="1200" strike="noStrike" u="none">
                          <a:solidFill>
                            <a:schemeClr val="dk1"/>
                          </a:solidFill>
                          <a:effectLst/>
                          <a:uFillTx/>
                          <a:latin typeface="Meiryo UI"/>
                          <a:ea typeface="Meiryo UI"/>
                        </a:rPr>
                        <a:t>レッグサポート</a:t>
                      </a:r>
                      <a:endParaRPr b="0" lang="en-US" sz="12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defTabSz="914400">
                        <a:lnSpc>
                          <a:spcPct val="100000"/>
                        </a:lnSpc>
                      </a:pPr>
                      <a:r>
                        <a:rPr b="0" lang="en-US" sz="1200" strike="noStrike" u="none">
                          <a:solidFill>
                            <a:schemeClr val="dk1"/>
                          </a:solidFill>
                          <a:effectLst/>
                          <a:uFillTx/>
                          <a:latin typeface="Meiryo UI"/>
                          <a:ea typeface="Meiryo UI"/>
                        </a:rPr>
                        <a:t>7</a:t>
                      </a:r>
                      <a:endParaRPr b="0" lang="en-US" sz="12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defTabSz="914400">
                        <a:lnSpc>
                          <a:spcPct val="100000"/>
                        </a:lnSpc>
                      </a:pPr>
                      <a:r>
                        <a:rPr b="0" lang="ja-JP" sz="1200" strike="noStrike" u="none">
                          <a:solidFill>
                            <a:schemeClr val="dk1"/>
                          </a:solidFill>
                          <a:effectLst/>
                          <a:uFillTx/>
                          <a:latin typeface="Meiryo UI"/>
                          <a:ea typeface="Meiryo UI"/>
                        </a:rPr>
                        <a:t>ティッピングレバー</a:t>
                      </a:r>
                      <a:endParaRPr b="0" lang="en-US" sz="12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347760">
                <a:tc>
                  <a:txBody>
                    <a:bodyPr anchor="ctr">
                      <a:noAutofit/>
                    </a:bodyPr>
                    <a:p>
                      <a:pPr defTabSz="914400">
                        <a:lnSpc>
                          <a:spcPct val="100000"/>
                        </a:lnSpc>
                      </a:pPr>
                      <a:r>
                        <a:rPr b="0" lang="en-US" sz="1200" strike="noStrike" u="none">
                          <a:solidFill>
                            <a:schemeClr val="dk1"/>
                          </a:solidFill>
                          <a:effectLst/>
                          <a:uFillTx/>
                          <a:latin typeface="Meiryo UI"/>
                          <a:ea typeface="Meiryo UI"/>
                        </a:rPr>
                        <a:t>2</a:t>
                      </a:r>
                      <a:endParaRPr b="0" lang="en-US" sz="12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defTabSz="914400">
                        <a:lnSpc>
                          <a:spcPct val="100000"/>
                        </a:lnSpc>
                      </a:pPr>
                      <a:r>
                        <a:rPr b="0" lang="ja-JP" sz="1200" strike="noStrike" u="none">
                          <a:solidFill>
                            <a:schemeClr val="dk1"/>
                          </a:solidFill>
                          <a:effectLst/>
                          <a:uFillTx/>
                          <a:latin typeface="Meiryo UI"/>
                          <a:ea typeface="Meiryo UI"/>
                        </a:rPr>
                        <a:t>バックサポート</a:t>
                      </a:r>
                      <a:endParaRPr b="0" lang="en-US" sz="12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defTabSz="914400">
                        <a:lnSpc>
                          <a:spcPct val="100000"/>
                        </a:lnSpc>
                      </a:pPr>
                      <a:r>
                        <a:rPr b="0" lang="en-US" sz="1200" strike="noStrike" u="none">
                          <a:solidFill>
                            <a:schemeClr val="dk1"/>
                          </a:solidFill>
                          <a:effectLst/>
                          <a:uFillTx/>
                          <a:latin typeface="Meiryo UI"/>
                          <a:ea typeface="Meiryo UI"/>
                        </a:rPr>
                        <a:t>5</a:t>
                      </a:r>
                      <a:endParaRPr b="0" lang="en-US" sz="12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defTabSz="914400">
                        <a:lnSpc>
                          <a:spcPct val="100000"/>
                        </a:lnSpc>
                      </a:pPr>
                      <a:r>
                        <a:rPr b="0" lang="ja-JP" sz="1200" strike="noStrike" u="none">
                          <a:solidFill>
                            <a:schemeClr val="dk1"/>
                          </a:solidFill>
                          <a:effectLst/>
                          <a:uFillTx/>
                          <a:latin typeface="Meiryo UI"/>
                          <a:ea typeface="Meiryo UI"/>
                        </a:rPr>
                        <a:t>アームサポート</a:t>
                      </a:r>
                      <a:endParaRPr b="0" lang="en-US" sz="12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gridSpan="2">
                  <a:txBody>
                    <a:bodyPr anchor="ctr">
                      <a:noAutofit/>
                    </a:bodyPr>
                    <a:p>
                      <a:endParaRPr b="0" lang="en-US" sz="1200" strike="noStrike" u="none">
                        <a:solidFill>
                          <a:schemeClr val="dk1"/>
                        </a:solidFill>
                        <a:effectLst/>
                        <a:uFillTx/>
                        <a:latin typeface="Meiryo UI"/>
                        <a:ea typeface="Meiryo UI"/>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h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a:lnL>
                      <a:noFill/>
                    </a:lnL>
                    <a:lnR>
                      <a:noFill/>
                    </a:lnR>
                    <a:lnT>
                      <a:noFill/>
                    </a:lnT>
                    <a:lnB>
                      <a:noFill/>
                    </a:lnB>
                    <a:solidFill>
                      <a:srgbClr val="729fcf"/>
                    </a:solidFill>
                  </a:tcPr>
                </a:tc>
              </a:tr>
              <a:tr h="347760">
                <a:tc>
                  <a:txBody>
                    <a:bodyPr anchor="ctr">
                      <a:noAutofit/>
                    </a:bodyPr>
                    <a:p>
                      <a:pPr defTabSz="914400">
                        <a:lnSpc>
                          <a:spcPct val="100000"/>
                        </a:lnSpc>
                      </a:pPr>
                      <a:r>
                        <a:rPr b="0" lang="en-US" sz="1200" strike="noStrike" u="none">
                          <a:solidFill>
                            <a:schemeClr val="dk1"/>
                          </a:solidFill>
                          <a:effectLst/>
                          <a:uFillTx/>
                          <a:latin typeface="Meiryo UI"/>
                          <a:ea typeface="Meiryo UI"/>
                        </a:rPr>
                        <a:t>3</a:t>
                      </a:r>
                      <a:endParaRPr b="0" lang="en-US" sz="12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defTabSz="914400">
                        <a:lnSpc>
                          <a:spcPct val="100000"/>
                        </a:lnSpc>
                      </a:pPr>
                      <a:r>
                        <a:rPr b="0" lang="ja-JP" sz="1200" strike="noStrike" u="none">
                          <a:solidFill>
                            <a:schemeClr val="dk1"/>
                          </a:solidFill>
                          <a:effectLst/>
                          <a:uFillTx/>
                          <a:latin typeface="Meiryo UI"/>
                          <a:ea typeface="Meiryo UI"/>
                        </a:rPr>
                        <a:t>フットサポート</a:t>
                      </a:r>
                      <a:endParaRPr b="0" lang="en-US" sz="12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defTabSz="914400">
                        <a:lnSpc>
                          <a:spcPct val="100000"/>
                        </a:lnSpc>
                      </a:pPr>
                      <a:r>
                        <a:rPr b="0" lang="en-US" sz="1200" strike="noStrike" u="none">
                          <a:solidFill>
                            <a:schemeClr val="dk1"/>
                          </a:solidFill>
                          <a:effectLst/>
                          <a:uFillTx/>
                          <a:latin typeface="Meiryo UI"/>
                          <a:ea typeface="Meiryo UI"/>
                        </a:rPr>
                        <a:t>6</a:t>
                      </a:r>
                      <a:endParaRPr b="0" lang="en-US" sz="12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defTabSz="914400">
                        <a:lnSpc>
                          <a:spcPct val="100000"/>
                        </a:lnSpc>
                      </a:pPr>
                      <a:r>
                        <a:rPr b="0" lang="ja-JP" sz="1200" strike="noStrike" u="none">
                          <a:solidFill>
                            <a:schemeClr val="dk1"/>
                          </a:solidFill>
                          <a:effectLst/>
                          <a:uFillTx/>
                          <a:latin typeface="Meiryo UI"/>
                          <a:ea typeface="Meiryo UI"/>
                        </a:rPr>
                        <a:t>ハンドリム</a:t>
                      </a:r>
                      <a:endParaRPr b="0" lang="en-US" sz="12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gridSpan="2">
                  <a:txBody>
                    <a:bodyPr anchor="ctr">
                      <a:noAutofit/>
                    </a:bodyPr>
                    <a:p>
                      <a:endParaRPr b="0" lang="en-US" sz="1200" strike="noStrike" u="none">
                        <a:solidFill>
                          <a:schemeClr val="dk1"/>
                        </a:solidFill>
                        <a:effectLst/>
                        <a:uFillTx/>
                        <a:latin typeface="Meiryo UI"/>
                        <a:ea typeface="Meiryo UI"/>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h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a:lnL>
                      <a:noFill/>
                    </a:lnL>
                    <a:lnR>
                      <a:noFill/>
                    </a:lnR>
                    <a:lnT>
                      <a:noFill/>
                    </a:lnT>
                    <a:lnB>
                      <a:noFill/>
                    </a:lnB>
                    <a:solidFill>
                      <a:srgbClr val="729fcf"/>
                    </a:solidFill>
                  </a:tcPr>
                </a:tc>
              </a:tr>
            </a:tbl>
          </a:graphicData>
        </a:graphic>
      </p:graphicFrame>
      <p:sp>
        <p:nvSpPr>
          <p:cNvPr id="1622" name="テキスト ボックス 36"/>
          <p:cNvSpPr/>
          <p:nvPr/>
        </p:nvSpPr>
        <p:spPr>
          <a:xfrm>
            <a:off x="1424520" y="6271920"/>
            <a:ext cx="8280360" cy="25344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0" lang="ja-JP" sz="1050" strike="noStrike" u="none">
                <a:solidFill>
                  <a:srgbClr val="000000"/>
                </a:solidFill>
                <a:effectLst/>
                <a:uFillTx/>
                <a:latin typeface="Meiryo UI"/>
                <a:ea typeface="Meiryo UI"/>
              </a:rPr>
              <a:t>出所：令和２年度厚生労働省老人保健健康増進等事業「高齢者の適切なケアとシーティングに関する手引き」を基に作成</a:t>
            </a:r>
            <a:endParaRPr b="0" lang="en-US" sz="105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3" name="PlaceHolder 1"/>
          <p:cNvSpPr>
            <a:spLocks noGrp="1"/>
          </p:cNvSpPr>
          <p:nvPr>
            <p:ph type="title"/>
          </p:nvPr>
        </p:nvSpPr>
        <p:spPr>
          <a:xfrm>
            <a:off x="199440" y="136800"/>
            <a:ext cx="9505440" cy="369000"/>
          </a:xfrm>
          <a:prstGeom prst="rect">
            <a:avLst/>
          </a:prstGeom>
          <a:noFill/>
          <a:ln w="0">
            <a:noFill/>
          </a:ln>
        </p:spPr>
        <p:txBody>
          <a:bodyPr lIns="36000" rIns="0" tIns="45720" bIns="45720" anchor="ctr">
            <a:noAutofit/>
          </a:bodyPr>
          <a:p>
            <a:pPr indent="0" defTabSz="914400">
              <a:lnSpc>
                <a:spcPct val="90000"/>
              </a:lnSpc>
              <a:buNone/>
            </a:pPr>
            <a:r>
              <a:rPr b="1" lang="ja-JP" sz="2000" strike="noStrike" u="none">
                <a:solidFill>
                  <a:schemeClr val="dk1"/>
                </a:solidFill>
                <a:effectLst/>
                <a:uFillTx/>
                <a:latin typeface="Meiryo UI"/>
                <a:ea typeface="Meiryo UI"/>
              </a:rPr>
              <a:t>シーティングの実際の流れ</a:t>
            </a:r>
            <a:endParaRPr b="0" lang="en-US" sz="2000" strike="noStrike" u="none">
              <a:solidFill>
                <a:schemeClr val="dk1"/>
              </a:solidFill>
              <a:effectLst/>
              <a:uFillTx/>
              <a:latin typeface="Meiryo UI"/>
            </a:endParaRPr>
          </a:p>
        </p:txBody>
      </p:sp>
      <p:sp>
        <p:nvSpPr>
          <p:cNvPr id="1624" name="矢印: 五方向 15"/>
          <p:cNvSpPr/>
          <p:nvPr/>
        </p:nvSpPr>
        <p:spPr>
          <a:xfrm>
            <a:off x="199440" y="1689480"/>
            <a:ext cx="2372040" cy="899640"/>
          </a:xfrm>
          <a:prstGeom prst="homePlate">
            <a:avLst>
              <a:gd name="adj" fmla="val 26999"/>
            </a:avLst>
          </a:prstGeom>
          <a:solidFill>
            <a:schemeClr val="accent4"/>
          </a:solidFill>
          <a:ln w="0">
            <a:noFill/>
          </a:ln>
        </p:spPr>
        <p:style>
          <a:lnRef idx="0"/>
          <a:fillRef idx="0"/>
          <a:effectRef idx="0"/>
          <a:fontRef idx="minor"/>
        </p:style>
        <p:txBody>
          <a:bodyPr numCol="1" spcCol="0" horzOverflow="overflow" anchor="ctr">
            <a:noAutofit/>
          </a:bodyPr>
          <a:p>
            <a:pPr algn="ctr" defTabSz="457200">
              <a:lnSpc>
                <a:spcPts val="2001"/>
              </a:lnSpc>
              <a:spcAft>
                <a:spcPts val="601"/>
              </a:spcAft>
            </a:pPr>
            <a:r>
              <a:rPr b="1" lang="ja-JP" sz="2000" strike="noStrike" u="none">
                <a:solidFill>
                  <a:schemeClr val="lt1"/>
                </a:solidFill>
                <a:effectLst/>
                <a:uFillTx/>
                <a:latin typeface="Meiryo UI"/>
                <a:ea typeface="Meiryo UI"/>
              </a:rPr>
              <a:t>シーティング実施の</a:t>
            </a:r>
            <a:endParaRPr b="0" lang="en-US" sz="2000" strike="noStrike" u="none">
              <a:solidFill>
                <a:srgbClr val="ffffff"/>
              </a:solidFill>
              <a:effectLst/>
              <a:uFillTx/>
              <a:latin typeface="Arial"/>
            </a:endParaRPr>
          </a:p>
          <a:p>
            <a:pPr algn="ctr" defTabSz="457200">
              <a:lnSpc>
                <a:spcPts val="2001"/>
              </a:lnSpc>
              <a:spcAft>
                <a:spcPts val="601"/>
              </a:spcAft>
            </a:pPr>
            <a:r>
              <a:rPr b="1" lang="ja-JP" sz="2000" strike="noStrike" u="none">
                <a:solidFill>
                  <a:schemeClr val="lt1"/>
                </a:solidFill>
                <a:effectLst/>
                <a:uFillTx/>
                <a:latin typeface="Meiryo UI"/>
                <a:ea typeface="Meiryo UI"/>
              </a:rPr>
              <a:t>必要性の検討</a:t>
            </a:r>
            <a:endParaRPr b="0" lang="en-US" sz="2000" strike="noStrike" u="none">
              <a:solidFill>
                <a:srgbClr val="ffffff"/>
              </a:solidFill>
              <a:effectLst/>
              <a:uFillTx/>
              <a:latin typeface="Arial"/>
            </a:endParaRPr>
          </a:p>
        </p:txBody>
      </p:sp>
      <p:sp>
        <p:nvSpPr>
          <p:cNvPr id="1625" name="矢印: 五方向 16"/>
          <p:cNvSpPr/>
          <p:nvPr/>
        </p:nvSpPr>
        <p:spPr>
          <a:xfrm>
            <a:off x="199440" y="2691360"/>
            <a:ext cx="1079640" cy="1295640"/>
          </a:xfrm>
          <a:prstGeom prst="homePlate">
            <a:avLst>
              <a:gd name="adj" fmla="val 26708"/>
            </a:avLst>
          </a:prstGeom>
          <a:solidFill>
            <a:schemeClr val="accent4">
              <a:lumMod val="20000"/>
              <a:lumOff val="80000"/>
            </a:schemeClr>
          </a:solidFill>
          <a:ln w="0">
            <a:noFill/>
          </a:ln>
        </p:spPr>
        <p:style>
          <a:lnRef idx="0"/>
          <a:fillRef idx="0"/>
          <a:effectRef idx="0"/>
          <a:fontRef idx="minor"/>
        </p:style>
        <p:txBody>
          <a:bodyPr numCol="1" spcCol="0" horzOverflow="overflow" anchor="ctr">
            <a:noAutofit/>
          </a:bodyPr>
          <a:p>
            <a:pPr algn="ctr" defTabSz="457200">
              <a:lnSpc>
                <a:spcPct val="100000"/>
              </a:lnSpc>
              <a:spcAft>
                <a:spcPts val="601"/>
              </a:spcAft>
            </a:pPr>
            <a:r>
              <a:rPr b="0" lang="ja-JP" sz="1800" strike="noStrike" u="none">
                <a:solidFill>
                  <a:schemeClr val="dk1"/>
                </a:solidFill>
                <a:effectLst/>
                <a:uFillTx/>
                <a:latin typeface="Meiryo UI"/>
                <a:ea typeface="Meiryo UI"/>
              </a:rPr>
              <a:t>課題</a:t>
            </a:r>
            <a:endParaRPr b="0" lang="en-US" sz="1800" strike="noStrike" u="none">
              <a:solidFill>
                <a:srgbClr val="000000"/>
              </a:solidFill>
              <a:effectLst/>
              <a:uFillTx/>
              <a:latin typeface="Arial"/>
            </a:endParaRPr>
          </a:p>
          <a:p>
            <a:pPr algn="ctr" defTabSz="457200">
              <a:lnSpc>
                <a:spcPct val="100000"/>
              </a:lnSpc>
              <a:spcAft>
                <a:spcPts val="601"/>
              </a:spcAft>
            </a:pPr>
            <a:r>
              <a:rPr b="0" lang="ja-JP" sz="1800" strike="noStrike" u="none">
                <a:solidFill>
                  <a:schemeClr val="dk1"/>
                </a:solidFill>
                <a:effectLst/>
                <a:uFillTx/>
                <a:latin typeface="Meiryo UI"/>
                <a:ea typeface="Meiryo UI"/>
              </a:rPr>
              <a:t>発見</a:t>
            </a:r>
            <a:endParaRPr b="0" lang="en-US" sz="1800" strike="noStrike" u="none">
              <a:solidFill>
                <a:srgbClr val="000000"/>
              </a:solidFill>
              <a:effectLst/>
              <a:uFillTx/>
              <a:latin typeface="Arial"/>
            </a:endParaRPr>
          </a:p>
        </p:txBody>
      </p:sp>
      <p:sp>
        <p:nvSpPr>
          <p:cNvPr id="1626" name="矢印: 五方向 17"/>
          <p:cNvSpPr/>
          <p:nvPr/>
        </p:nvSpPr>
        <p:spPr>
          <a:xfrm>
            <a:off x="1339560" y="2691720"/>
            <a:ext cx="1229760" cy="1295640"/>
          </a:xfrm>
          <a:prstGeom prst="homePlate">
            <a:avLst>
              <a:gd name="adj" fmla="val 26708"/>
            </a:avLst>
          </a:prstGeom>
          <a:solidFill>
            <a:schemeClr val="accent4">
              <a:lumMod val="20000"/>
              <a:lumOff val="80000"/>
            </a:schemeClr>
          </a:solidFill>
          <a:ln w="0">
            <a:noFill/>
          </a:ln>
        </p:spPr>
        <p:style>
          <a:lnRef idx="0"/>
          <a:fillRef idx="0"/>
          <a:effectRef idx="0"/>
          <a:fontRef idx="minor"/>
        </p:style>
        <p:txBody>
          <a:bodyPr numCol="1" spcCol="0" horzOverflow="overflow" anchor="ctr">
            <a:noAutofit/>
          </a:bodyPr>
          <a:p>
            <a:pPr algn="ctr" defTabSz="457200">
              <a:lnSpc>
                <a:spcPct val="100000"/>
              </a:lnSpc>
              <a:spcAft>
                <a:spcPts val="601"/>
              </a:spcAft>
            </a:pPr>
            <a:r>
              <a:rPr b="0" lang="ja-JP" sz="1800" strike="noStrike" u="none">
                <a:solidFill>
                  <a:schemeClr val="dk1"/>
                </a:solidFill>
                <a:effectLst/>
                <a:uFillTx/>
                <a:latin typeface="Meiryo UI"/>
                <a:ea typeface="Meiryo UI"/>
              </a:rPr>
              <a:t>シーティングの必要性検討</a:t>
            </a:r>
            <a:endParaRPr b="0" lang="en-US" sz="1800" strike="noStrike" u="none">
              <a:solidFill>
                <a:srgbClr val="000000"/>
              </a:solidFill>
              <a:effectLst/>
              <a:uFillTx/>
              <a:latin typeface="Arial"/>
            </a:endParaRPr>
          </a:p>
        </p:txBody>
      </p:sp>
      <p:sp>
        <p:nvSpPr>
          <p:cNvPr id="1627" name="矢印: 五方向 27"/>
          <p:cNvSpPr/>
          <p:nvPr/>
        </p:nvSpPr>
        <p:spPr>
          <a:xfrm>
            <a:off x="2672280" y="2691720"/>
            <a:ext cx="1151640" cy="1295640"/>
          </a:xfrm>
          <a:prstGeom prst="homePlate">
            <a:avLst>
              <a:gd name="adj" fmla="val 26708"/>
            </a:avLst>
          </a:prstGeom>
          <a:solidFill>
            <a:srgbClr val="b8feef"/>
          </a:solidFill>
          <a:ln w="0">
            <a:noFill/>
          </a:ln>
        </p:spPr>
        <p:style>
          <a:lnRef idx="0"/>
          <a:fillRef idx="0"/>
          <a:effectRef idx="0"/>
          <a:fontRef idx="minor"/>
        </p:style>
        <p:txBody>
          <a:bodyPr numCol="1" spcCol="0" horzOverflow="overflow" anchor="ctr">
            <a:noAutofit/>
          </a:bodyPr>
          <a:p>
            <a:pPr algn="ctr" defTabSz="457200">
              <a:lnSpc>
                <a:spcPct val="100000"/>
              </a:lnSpc>
              <a:spcAft>
                <a:spcPts val="601"/>
              </a:spcAft>
            </a:pPr>
            <a:r>
              <a:rPr b="0" lang="ja-JP" sz="1800" strike="noStrike" u="none">
                <a:solidFill>
                  <a:schemeClr val="dk1"/>
                </a:solidFill>
                <a:effectLst/>
                <a:uFillTx/>
                <a:latin typeface="Meiryo UI"/>
                <a:ea typeface="Meiryo UI"/>
              </a:rPr>
              <a:t>アセス</a:t>
            </a:r>
            <a:endParaRPr b="0" lang="en-US" sz="1800" strike="noStrike" u="none">
              <a:solidFill>
                <a:srgbClr val="000000"/>
              </a:solidFill>
              <a:effectLst/>
              <a:uFillTx/>
              <a:latin typeface="Arial"/>
            </a:endParaRPr>
          </a:p>
          <a:p>
            <a:pPr algn="ctr" defTabSz="457200">
              <a:lnSpc>
                <a:spcPct val="100000"/>
              </a:lnSpc>
              <a:spcAft>
                <a:spcPts val="601"/>
              </a:spcAft>
            </a:pPr>
            <a:r>
              <a:rPr b="0" lang="ja-JP" sz="1800" strike="noStrike" u="none">
                <a:solidFill>
                  <a:schemeClr val="dk1"/>
                </a:solidFill>
                <a:effectLst/>
                <a:uFillTx/>
                <a:latin typeface="Meiryo UI"/>
                <a:ea typeface="Meiryo UI"/>
              </a:rPr>
              <a:t>メント</a:t>
            </a:r>
            <a:endParaRPr b="0" lang="en-US" sz="1800" strike="noStrike" u="none">
              <a:solidFill>
                <a:srgbClr val="000000"/>
              </a:solidFill>
              <a:effectLst/>
              <a:uFillTx/>
              <a:latin typeface="Arial"/>
            </a:endParaRPr>
          </a:p>
        </p:txBody>
      </p:sp>
      <p:sp>
        <p:nvSpPr>
          <p:cNvPr id="1628" name="矢印: 五方向 28"/>
          <p:cNvSpPr/>
          <p:nvPr/>
        </p:nvSpPr>
        <p:spPr>
          <a:xfrm>
            <a:off x="3891600" y="2691720"/>
            <a:ext cx="1151640" cy="1295640"/>
          </a:xfrm>
          <a:prstGeom prst="homePlate">
            <a:avLst>
              <a:gd name="adj" fmla="val 26708"/>
            </a:avLst>
          </a:prstGeom>
          <a:solidFill>
            <a:schemeClr val="accent4">
              <a:lumMod val="20000"/>
              <a:lumOff val="80000"/>
            </a:schemeClr>
          </a:solidFill>
          <a:ln w="0">
            <a:noFill/>
          </a:ln>
        </p:spPr>
        <p:style>
          <a:lnRef idx="0"/>
          <a:fillRef idx="0"/>
          <a:effectRef idx="0"/>
          <a:fontRef idx="minor"/>
        </p:style>
        <p:txBody>
          <a:bodyPr numCol="1" spcCol="0" horzOverflow="overflow" anchor="ctr">
            <a:noAutofit/>
          </a:bodyPr>
          <a:p>
            <a:pPr algn="ctr" defTabSz="457200">
              <a:lnSpc>
                <a:spcPct val="100000"/>
              </a:lnSpc>
              <a:spcAft>
                <a:spcPts val="601"/>
              </a:spcAft>
            </a:pPr>
            <a:r>
              <a:rPr b="0" lang="ja-JP" sz="1800" strike="noStrike" u="none">
                <a:solidFill>
                  <a:schemeClr val="dk1"/>
                </a:solidFill>
                <a:effectLst/>
                <a:uFillTx/>
                <a:latin typeface="Meiryo UI"/>
                <a:ea typeface="Meiryo UI"/>
              </a:rPr>
              <a:t>目標</a:t>
            </a:r>
            <a:endParaRPr b="0" lang="en-US" sz="1800" strike="noStrike" u="none">
              <a:solidFill>
                <a:srgbClr val="000000"/>
              </a:solidFill>
              <a:effectLst/>
              <a:uFillTx/>
              <a:latin typeface="Arial"/>
            </a:endParaRPr>
          </a:p>
          <a:p>
            <a:pPr algn="ctr" defTabSz="457200">
              <a:lnSpc>
                <a:spcPct val="100000"/>
              </a:lnSpc>
              <a:spcAft>
                <a:spcPts val="601"/>
              </a:spcAft>
            </a:pPr>
            <a:r>
              <a:rPr b="0" lang="ja-JP" sz="1800" strike="noStrike" u="none">
                <a:solidFill>
                  <a:schemeClr val="dk1"/>
                </a:solidFill>
                <a:effectLst/>
                <a:uFillTx/>
                <a:latin typeface="Meiryo UI"/>
                <a:ea typeface="Meiryo UI"/>
              </a:rPr>
              <a:t>設定</a:t>
            </a:r>
            <a:endParaRPr b="0" lang="en-US" sz="1800" strike="noStrike" u="none">
              <a:solidFill>
                <a:srgbClr val="000000"/>
              </a:solidFill>
              <a:effectLst/>
              <a:uFillTx/>
              <a:latin typeface="Arial"/>
            </a:endParaRPr>
          </a:p>
        </p:txBody>
      </p:sp>
      <p:sp>
        <p:nvSpPr>
          <p:cNvPr id="1629" name="矢印: 五方向 29"/>
          <p:cNvSpPr/>
          <p:nvPr/>
        </p:nvSpPr>
        <p:spPr>
          <a:xfrm>
            <a:off x="8154720" y="1689480"/>
            <a:ext cx="1550520" cy="2267640"/>
          </a:xfrm>
          <a:prstGeom prst="homePlate">
            <a:avLst>
              <a:gd name="adj" fmla="val 18009"/>
            </a:avLst>
          </a:prstGeom>
          <a:solidFill>
            <a:schemeClr val="accent4"/>
          </a:solidFill>
          <a:ln w="0">
            <a:noFill/>
          </a:ln>
        </p:spPr>
        <p:style>
          <a:lnRef idx="0"/>
          <a:fillRef idx="0"/>
          <a:effectRef idx="0"/>
          <a:fontRef idx="minor"/>
        </p:style>
        <p:txBody>
          <a:bodyPr numCol="1" spcCol="0" horzOverflow="overflow" anchor="ctr">
            <a:noAutofit/>
          </a:bodyPr>
          <a:p>
            <a:pPr algn="ctr" defTabSz="457200">
              <a:lnSpc>
                <a:spcPts val="300"/>
              </a:lnSpc>
              <a:spcAft>
                <a:spcPts val="601"/>
              </a:spcAft>
            </a:pPr>
            <a:endParaRPr b="0" lang="en-US" sz="2000" strike="noStrike" u="none">
              <a:solidFill>
                <a:srgbClr val="ffffff"/>
              </a:solidFill>
              <a:effectLst/>
              <a:uFillTx/>
              <a:latin typeface="Arial"/>
            </a:endParaRPr>
          </a:p>
          <a:p>
            <a:pPr algn="ctr" defTabSz="457200">
              <a:lnSpc>
                <a:spcPts val="2001"/>
              </a:lnSpc>
              <a:spcAft>
                <a:spcPts val="601"/>
              </a:spcAft>
            </a:pPr>
            <a:r>
              <a:rPr b="1" lang="ja-JP" sz="2000" strike="noStrike" u="none">
                <a:solidFill>
                  <a:schemeClr val="lt1"/>
                </a:solidFill>
                <a:effectLst/>
                <a:uFillTx/>
                <a:latin typeface="Meiryo UI"/>
                <a:ea typeface="Meiryo UI"/>
              </a:rPr>
              <a:t>継続的な</a:t>
            </a:r>
            <a:endParaRPr b="0" lang="en-US" sz="2000" strike="noStrike" u="none">
              <a:solidFill>
                <a:srgbClr val="ffffff"/>
              </a:solidFill>
              <a:effectLst/>
              <a:uFillTx/>
              <a:latin typeface="Arial"/>
            </a:endParaRPr>
          </a:p>
          <a:p>
            <a:pPr algn="ctr" defTabSz="457200">
              <a:lnSpc>
                <a:spcPts val="2001"/>
              </a:lnSpc>
              <a:spcAft>
                <a:spcPts val="601"/>
              </a:spcAft>
            </a:pPr>
            <a:r>
              <a:rPr b="1" lang="ja-JP" sz="2000" strike="noStrike" u="none">
                <a:solidFill>
                  <a:schemeClr val="lt1"/>
                </a:solidFill>
                <a:effectLst/>
                <a:uFillTx/>
                <a:latin typeface="Meiryo UI"/>
                <a:ea typeface="Meiryo UI"/>
              </a:rPr>
              <a:t>観察</a:t>
            </a:r>
            <a:endParaRPr b="0" lang="en-US" sz="2000" strike="noStrike" u="none">
              <a:solidFill>
                <a:srgbClr val="ffffff"/>
              </a:solidFill>
              <a:effectLst/>
              <a:uFillTx/>
              <a:latin typeface="Arial"/>
            </a:endParaRPr>
          </a:p>
          <a:p>
            <a:pPr algn="ctr" defTabSz="457200">
              <a:lnSpc>
                <a:spcPct val="100000"/>
              </a:lnSpc>
              <a:spcAft>
                <a:spcPts val="601"/>
              </a:spcAft>
            </a:pPr>
            <a:endParaRPr b="0" lang="en-US" sz="2000" strike="noStrike" u="none">
              <a:solidFill>
                <a:srgbClr val="ffffff"/>
              </a:solidFill>
              <a:effectLst/>
              <a:uFillTx/>
              <a:latin typeface="Arial"/>
            </a:endParaRPr>
          </a:p>
          <a:p>
            <a:pPr algn="ctr" defTabSz="457200">
              <a:lnSpc>
                <a:spcPct val="100000"/>
              </a:lnSpc>
              <a:spcAft>
                <a:spcPts val="601"/>
              </a:spcAft>
            </a:pPr>
            <a:endParaRPr b="0" lang="en-US" sz="2000" strike="noStrike" u="none">
              <a:solidFill>
                <a:srgbClr val="ffffff"/>
              </a:solidFill>
              <a:effectLst/>
              <a:uFillTx/>
              <a:latin typeface="Arial"/>
            </a:endParaRPr>
          </a:p>
          <a:p>
            <a:pPr algn="ctr" defTabSz="457200">
              <a:lnSpc>
                <a:spcPct val="100000"/>
              </a:lnSpc>
              <a:spcAft>
                <a:spcPts val="601"/>
              </a:spcAft>
            </a:pPr>
            <a:endParaRPr b="0" lang="en-US" sz="2000" strike="noStrike" u="none">
              <a:solidFill>
                <a:srgbClr val="ffffff"/>
              </a:solidFill>
              <a:effectLst/>
              <a:uFillTx/>
              <a:latin typeface="Arial"/>
            </a:endParaRPr>
          </a:p>
          <a:p>
            <a:pPr algn="ctr" defTabSz="457200">
              <a:lnSpc>
                <a:spcPct val="100000"/>
              </a:lnSpc>
              <a:spcAft>
                <a:spcPts val="601"/>
              </a:spcAft>
            </a:pPr>
            <a:endParaRPr b="0" lang="en-US" sz="2000" strike="noStrike" u="none">
              <a:solidFill>
                <a:srgbClr val="ffffff"/>
              </a:solidFill>
              <a:effectLst/>
              <a:uFillTx/>
              <a:latin typeface="Arial"/>
            </a:endParaRPr>
          </a:p>
        </p:txBody>
      </p:sp>
      <p:sp>
        <p:nvSpPr>
          <p:cNvPr id="1630" name="矢印: 五方向 30"/>
          <p:cNvSpPr/>
          <p:nvPr/>
        </p:nvSpPr>
        <p:spPr>
          <a:xfrm>
            <a:off x="2672280" y="1689480"/>
            <a:ext cx="2372040" cy="899640"/>
          </a:xfrm>
          <a:prstGeom prst="homePlate">
            <a:avLst>
              <a:gd name="adj" fmla="val 28180"/>
            </a:avLst>
          </a:prstGeom>
          <a:solidFill>
            <a:schemeClr val="accent4"/>
          </a:solidFill>
          <a:ln w="0">
            <a:noFill/>
          </a:ln>
        </p:spPr>
        <p:style>
          <a:lnRef idx="0"/>
          <a:fillRef idx="0"/>
          <a:effectRef idx="0"/>
          <a:fontRef idx="minor"/>
        </p:style>
        <p:txBody>
          <a:bodyPr numCol="1" spcCol="0" horzOverflow="overflow" anchor="ctr">
            <a:noAutofit/>
          </a:bodyPr>
          <a:p>
            <a:pPr algn="ctr" defTabSz="457200">
              <a:lnSpc>
                <a:spcPts val="2001"/>
              </a:lnSpc>
              <a:spcAft>
                <a:spcPts val="601"/>
              </a:spcAft>
            </a:pPr>
            <a:r>
              <a:rPr b="1" lang="ja-JP" sz="2000" strike="noStrike" u="none">
                <a:solidFill>
                  <a:schemeClr val="lt1"/>
                </a:solidFill>
                <a:effectLst/>
                <a:uFillTx/>
                <a:latin typeface="Meiryo UI"/>
                <a:ea typeface="Meiryo UI"/>
              </a:rPr>
              <a:t>シーティング実施に</a:t>
            </a:r>
            <a:endParaRPr b="0" lang="en-US" sz="2000" strike="noStrike" u="none">
              <a:solidFill>
                <a:srgbClr val="ffffff"/>
              </a:solidFill>
              <a:effectLst/>
              <a:uFillTx/>
              <a:latin typeface="Arial"/>
            </a:endParaRPr>
          </a:p>
          <a:p>
            <a:pPr algn="ctr" defTabSz="457200">
              <a:lnSpc>
                <a:spcPts val="2001"/>
              </a:lnSpc>
              <a:spcAft>
                <a:spcPts val="601"/>
              </a:spcAft>
            </a:pPr>
            <a:r>
              <a:rPr b="1" lang="ja-JP" sz="2000" strike="noStrike" u="none">
                <a:solidFill>
                  <a:schemeClr val="lt1"/>
                </a:solidFill>
                <a:effectLst/>
                <a:uFillTx/>
                <a:latin typeface="Meiryo UI"/>
                <a:ea typeface="Meiryo UI"/>
              </a:rPr>
              <a:t>向けたアセスメント</a:t>
            </a:r>
            <a:endParaRPr b="0" lang="en-US" sz="2000" strike="noStrike" u="none">
              <a:solidFill>
                <a:srgbClr val="ffffff"/>
              </a:solidFill>
              <a:effectLst/>
              <a:uFillTx/>
              <a:latin typeface="Arial"/>
            </a:endParaRPr>
          </a:p>
        </p:txBody>
      </p:sp>
      <p:sp>
        <p:nvSpPr>
          <p:cNvPr id="1631" name="矢印: 五方向 31"/>
          <p:cNvSpPr/>
          <p:nvPr/>
        </p:nvSpPr>
        <p:spPr>
          <a:xfrm>
            <a:off x="5145480" y="1689480"/>
            <a:ext cx="2908440" cy="2267640"/>
          </a:xfrm>
          <a:prstGeom prst="homePlate">
            <a:avLst>
              <a:gd name="adj" fmla="val 12162"/>
            </a:avLst>
          </a:prstGeom>
          <a:solidFill>
            <a:schemeClr val="accent4"/>
          </a:solidFill>
          <a:ln w="0">
            <a:noFill/>
          </a:ln>
        </p:spPr>
        <p:style>
          <a:lnRef idx="0"/>
          <a:fillRef idx="0"/>
          <a:effectRef idx="0"/>
          <a:fontRef idx="minor"/>
        </p:style>
        <p:txBody>
          <a:bodyPr numCol="1" spcCol="0" horzOverflow="overflow" anchor="ctr">
            <a:noAutofit/>
          </a:bodyPr>
          <a:p>
            <a:pPr algn="ctr" defTabSz="457200">
              <a:lnSpc>
                <a:spcPts val="1001"/>
              </a:lnSpc>
              <a:spcAft>
                <a:spcPts val="601"/>
              </a:spcAft>
            </a:pPr>
            <a:endParaRPr b="0" lang="en-US" sz="2000" strike="noStrike" u="none">
              <a:solidFill>
                <a:srgbClr val="ffffff"/>
              </a:solidFill>
              <a:effectLst/>
              <a:uFillTx/>
              <a:latin typeface="Arial"/>
            </a:endParaRPr>
          </a:p>
          <a:p>
            <a:pPr algn="ctr" defTabSz="457200">
              <a:lnSpc>
                <a:spcPts val="2001"/>
              </a:lnSpc>
              <a:spcAft>
                <a:spcPts val="601"/>
              </a:spcAft>
            </a:pPr>
            <a:r>
              <a:rPr b="1" lang="ja-JP" sz="2000" strike="noStrike" u="none">
                <a:solidFill>
                  <a:schemeClr val="lt1"/>
                </a:solidFill>
                <a:effectLst/>
                <a:uFillTx/>
                <a:latin typeface="Meiryo UI"/>
                <a:ea typeface="Meiryo UI"/>
              </a:rPr>
              <a:t>アセスメントに基づいた</a:t>
            </a:r>
            <a:endParaRPr b="0" lang="en-US" sz="2000" strike="noStrike" u="none">
              <a:solidFill>
                <a:srgbClr val="ffffff"/>
              </a:solidFill>
              <a:effectLst/>
              <a:uFillTx/>
              <a:latin typeface="Arial"/>
            </a:endParaRPr>
          </a:p>
          <a:p>
            <a:pPr algn="ctr" defTabSz="457200">
              <a:lnSpc>
                <a:spcPts val="2001"/>
              </a:lnSpc>
              <a:spcAft>
                <a:spcPts val="601"/>
              </a:spcAft>
            </a:pPr>
            <a:r>
              <a:rPr b="1" lang="ja-JP" sz="2000" strike="noStrike" u="none">
                <a:solidFill>
                  <a:schemeClr val="lt1"/>
                </a:solidFill>
                <a:effectLst/>
                <a:uFillTx/>
                <a:latin typeface="Meiryo UI"/>
                <a:ea typeface="Meiryo UI"/>
              </a:rPr>
              <a:t>シーティングの実施</a:t>
            </a:r>
            <a:endParaRPr b="0" lang="en-US" sz="2000" strike="noStrike" u="none">
              <a:solidFill>
                <a:srgbClr val="ffffff"/>
              </a:solidFill>
              <a:effectLst/>
              <a:uFillTx/>
              <a:latin typeface="Arial"/>
            </a:endParaRPr>
          </a:p>
          <a:p>
            <a:pPr algn="ctr" defTabSz="457200">
              <a:lnSpc>
                <a:spcPct val="100000"/>
              </a:lnSpc>
              <a:spcAft>
                <a:spcPts val="601"/>
              </a:spcAft>
            </a:pPr>
            <a:endParaRPr b="0" lang="en-US" sz="2000" strike="noStrike" u="none">
              <a:solidFill>
                <a:srgbClr val="ffffff"/>
              </a:solidFill>
              <a:effectLst/>
              <a:uFillTx/>
              <a:latin typeface="Arial"/>
            </a:endParaRPr>
          </a:p>
          <a:p>
            <a:pPr algn="ctr" defTabSz="457200">
              <a:lnSpc>
                <a:spcPct val="100000"/>
              </a:lnSpc>
              <a:spcAft>
                <a:spcPts val="601"/>
              </a:spcAft>
            </a:pPr>
            <a:endParaRPr b="0" lang="en-US" sz="2000" strike="noStrike" u="none">
              <a:solidFill>
                <a:srgbClr val="ffffff"/>
              </a:solidFill>
              <a:effectLst/>
              <a:uFillTx/>
              <a:latin typeface="Arial"/>
            </a:endParaRPr>
          </a:p>
          <a:p>
            <a:pPr algn="ctr" defTabSz="457200">
              <a:lnSpc>
                <a:spcPct val="100000"/>
              </a:lnSpc>
              <a:spcAft>
                <a:spcPts val="601"/>
              </a:spcAft>
            </a:pPr>
            <a:endParaRPr b="0" lang="en-US" sz="2000" strike="noStrike" u="none">
              <a:solidFill>
                <a:srgbClr val="ffffff"/>
              </a:solidFill>
              <a:effectLst/>
              <a:uFillTx/>
              <a:latin typeface="Arial"/>
            </a:endParaRPr>
          </a:p>
          <a:p>
            <a:pPr algn="ctr" defTabSz="457200">
              <a:lnSpc>
                <a:spcPct val="100000"/>
              </a:lnSpc>
              <a:spcAft>
                <a:spcPts val="601"/>
              </a:spcAft>
            </a:pPr>
            <a:endParaRPr b="0" lang="en-US" sz="2000" strike="noStrike" u="none">
              <a:solidFill>
                <a:srgbClr val="ffffff"/>
              </a:solidFill>
              <a:effectLst/>
              <a:uFillTx/>
              <a:latin typeface="Arial"/>
            </a:endParaRPr>
          </a:p>
        </p:txBody>
      </p:sp>
      <p:sp>
        <p:nvSpPr>
          <p:cNvPr id="1632" name="矢印: 五方向 26"/>
          <p:cNvSpPr/>
          <p:nvPr/>
        </p:nvSpPr>
        <p:spPr>
          <a:xfrm>
            <a:off x="2671200" y="1315440"/>
            <a:ext cx="2372040" cy="359640"/>
          </a:xfrm>
          <a:prstGeom prst="homePlate">
            <a:avLst>
              <a:gd name="adj" fmla="val 0"/>
            </a:avLst>
          </a:prstGeom>
          <a:noFill/>
          <a:ln w="28575">
            <a:noFill/>
          </a:ln>
        </p:spPr>
        <p:style>
          <a:lnRef idx="0"/>
          <a:fillRef idx="0"/>
          <a:effectRef idx="0"/>
          <a:fontRef idx="minor"/>
        </p:style>
        <p:txBody>
          <a:bodyPr numCol="1" spcCol="0" horzOverflow="overflow" anchor="ctr">
            <a:noAutofit/>
          </a:bodyPr>
          <a:p>
            <a:pPr defTabSz="457200">
              <a:lnSpc>
                <a:spcPct val="100000"/>
              </a:lnSpc>
              <a:spcAft>
                <a:spcPts val="601"/>
              </a:spcAft>
            </a:pPr>
            <a:r>
              <a:rPr b="1" lang="ja-JP" sz="1800" strike="noStrike" u="none">
                <a:solidFill>
                  <a:schemeClr val="dk1"/>
                </a:solidFill>
                <a:effectLst/>
                <a:uFillTx/>
                <a:latin typeface="Meiryo UI"/>
                <a:ea typeface="Meiryo UI"/>
              </a:rPr>
              <a:t>手順②</a:t>
            </a:r>
            <a:endParaRPr b="0" lang="en-US" sz="1800" strike="noStrike" u="none">
              <a:solidFill>
                <a:srgbClr val="000000"/>
              </a:solidFill>
              <a:effectLst/>
              <a:uFillTx/>
              <a:latin typeface="Arial"/>
            </a:endParaRPr>
          </a:p>
        </p:txBody>
      </p:sp>
      <p:sp>
        <p:nvSpPr>
          <p:cNvPr id="1633" name="矢印: 五方向 32"/>
          <p:cNvSpPr/>
          <p:nvPr/>
        </p:nvSpPr>
        <p:spPr>
          <a:xfrm>
            <a:off x="5145120" y="1315440"/>
            <a:ext cx="2907720" cy="359640"/>
          </a:xfrm>
          <a:prstGeom prst="homePlate">
            <a:avLst>
              <a:gd name="adj" fmla="val 0"/>
            </a:avLst>
          </a:prstGeom>
          <a:noFill/>
          <a:ln w="28575">
            <a:noFill/>
          </a:ln>
        </p:spPr>
        <p:style>
          <a:lnRef idx="0"/>
          <a:fillRef idx="0"/>
          <a:effectRef idx="0"/>
          <a:fontRef idx="minor"/>
        </p:style>
        <p:txBody>
          <a:bodyPr numCol="1" spcCol="0" horzOverflow="overflow" anchor="ctr">
            <a:noAutofit/>
          </a:bodyPr>
          <a:p>
            <a:pPr defTabSz="457200">
              <a:lnSpc>
                <a:spcPct val="100000"/>
              </a:lnSpc>
              <a:spcAft>
                <a:spcPts val="601"/>
              </a:spcAft>
            </a:pPr>
            <a:r>
              <a:rPr b="1" lang="ja-JP" sz="1800" strike="noStrike" u="none">
                <a:solidFill>
                  <a:schemeClr val="dk1"/>
                </a:solidFill>
                <a:effectLst/>
                <a:uFillTx/>
                <a:latin typeface="Meiryo UI"/>
                <a:ea typeface="Meiryo UI"/>
              </a:rPr>
              <a:t>手順③</a:t>
            </a:r>
            <a:endParaRPr b="0" lang="en-US" sz="1800" strike="noStrike" u="none">
              <a:solidFill>
                <a:srgbClr val="000000"/>
              </a:solidFill>
              <a:effectLst/>
              <a:uFillTx/>
              <a:latin typeface="Arial"/>
            </a:endParaRPr>
          </a:p>
        </p:txBody>
      </p:sp>
      <p:sp>
        <p:nvSpPr>
          <p:cNvPr id="1634" name="矢印: 五方向 41"/>
          <p:cNvSpPr/>
          <p:nvPr/>
        </p:nvSpPr>
        <p:spPr>
          <a:xfrm>
            <a:off x="197640" y="1315440"/>
            <a:ext cx="2372040" cy="359640"/>
          </a:xfrm>
          <a:prstGeom prst="homePlate">
            <a:avLst>
              <a:gd name="adj" fmla="val 0"/>
            </a:avLst>
          </a:prstGeom>
          <a:noFill/>
          <a:ln w="28575">
            <a:noFill/>
          </a:ln>
        </p:spPr>
        <p:style>
          <a:lnRef idx="0"/>
          <a:fillRef idx="0"/>
          <a:effectRef idx="0"/>
          <a:fontRef idx="minor"/>
        </p:style>
        <p:txBody>
          <a:bodyPr numCol="1" spcCol="0" horzOverflow="overflow" anchor="ctr">
            <a:noAutofit/>
          </a:bodyPr>
          <a:p>
            <a:pPr defTabSz="457200">
              <a:lnSpc>
                <a:spcPct val="100000"/>
              </a:lnSpc>
              <a:spcAft>
                <a:spcPts val="601"/>
              </a:spcAft>
            </a:pPr>
            <a:r>
              <a:rPr b="1" lang="ja-JP" sz="1800" strike="noStrike" u="none">
                <a:solidFill>
                  <a:schemeClr val="dk1"/>
                </a:solidFill>
                <a:effectLst/>
                <a:uFillTx/>
                <a:latin typeface="Meiryo UI"/>
                <a:ea typeface="Meiryo UI"/>
              </a:rPr>
              <a:t>手順①</a:t>
            </a:r>
            <a:endParaRPr b="0" lang="en-US" sz="1800" strike="noStrike" u="none">
              <a:solidFill>
                <a:srgbClr val="000000"/>
              </a:solidFill>
              <a:effectLst/>
              <a:uFillTx/>
              <a:latin typeface="Arial"/>
            </a:endParaRPr>
          </a:p>
        </p:txBody>
      </p:sp>
      <p:sp>
        <p:nvSpPr>
          <p:cNvPr id="1635" name="矢印: 五方向 42"/>
          <p:cNvSpPr/>
          <p:nvPr/>
        </p:nvSpPr>
        <p:spPr>
          <a:xfrm>
            <a:off x="8049240" y="1315440"/>
            <a:ext cx="1550520" cy="359640"/>
          </a:xfrm>
          <a:prstGeom prst="homePlate">
            <a:avLst>
              <a:gd name="adj" fmla="val 0"/>
            </a:avLst>
          </a:prstGeom>
          <a:noFill/>
          <a:ln w="28575">
            <a:noFill/>
          </a:ln>
        </p:spPr>
        <p:style>
          <a:lnRef idx="0"/>
          <a:fillRef idx="0"/>
          <a:effectRef idx="0"/>
          <a:fontRef idx="minor"/>
        </p:style>
        <p:txBody>
          <a:bodyPr numCol="1" spcCol="0" horzOverflow="overflow" anchor="ctr">
            <a:noAutofit/>
          </a:bodyPr>
          <a:p>
            <a:pPr defTabSz="457200">
              <a:lnSpc>
                <a:spcPct val="100000"/>
              </a:lnSpc>
              <a:spcAft>
                <a:spcPts val="601"/>
              </a:spcAft>
            </a:pPr>
            <a:r>
              <a:rPr b="1" lang="ja-JP" sz="1800" strike="noStrike" u="none">
                <a:solidFill>
                  <a:schemeClr val="dk1"/>
                </a:solidFill>
                <a:effectLst/>
                <a:uFillTx/>
                <a:latin typeface="Meiryo UI"/>
                <a:ea typeface="Meiryo UI"/>
              </a:rPr>
              <a:t>手順④</a:t>
            </a:r>
            <a:endParaRPr b="0" lang="en-US" sz="1800" strike="noStrike" u="none">
              <a:solidFill>
                <a:srgbClr val="000000"/>
              </a:solidFill>
              <a:effectLst/>
              <a:uFillTx/>
              <a:latin typeface="Arial"/>
            </a:endParaRPr>
          </a:p>
        </p:txBody>
      </p:sp>
      <p:sp>
        <p:nvSpPr>
          <p:cNvPr id="1636" name="四角形: 角を丸くする 35"/>
          <p:cNvSpPr/>
          <p:nvPr/>
        </p:nvSpPr>
        <p:spPr>
          <a:xfrm>
            <a:off x="6670800" y="3386160"/>
            <a:ext cx="946080" cy="499320"/>
          </a:xfrm>
          <a:prstGeom prst="roundRect">
            <a:avLst>
              <a:gd name="adj" fmla="val 16667"/>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1" lang="en-US" sz="2000" strike="noStrike" u="none">
                <a:solidFill>
                  <a:schemeClr val="dk1"/>
                </a:solidFill>
                <a:effectLst/>
                <a:uFillTx/>
                <a:latin typeface="Meiryo UI"/>
                <a:ea typeface="Meiryo UI"/>
              </a:rPr>
              <a:t>C</a:t>
            </a:r>
            <a:r>
              <a:rPr b="1" lang="en-US" sz="1200" strike="noStrike" u="none">
                <a:solidFill>
                  <a:schemeClr val="dk1"/>
                </a:solidFill>
                <a:effectLst/>
                <a:uFillTx/>
                <a:latin typeface="Meiryo UI"/>
                <a:ea typeface="Meiryo UI"/>
              </a:rPr>
              <a:t>heck</a:t>
            </a:r>
            <a:endParaRPr b="0" lang="en-US" sz="1200" strike="noStrike" u="none">
              <a:solidFill>
                <a:srgbClr val="000000"/>
              </a:solidFill>
              <a:effectLst/>
              <a:uFillTx/>
              <a:latin typeface="Arial"/>
            </a:endParaRPr>
          </a:p>
        </p:txBody>
      </p:sp>
      <p:sp>
        <p:nvSpPr>
          <p:cNvPr id="1637" name="四角形: 角を丸くする 36"/>
          <p:cNvSpPr/>
          <p:nvPr/>
        </p:nvSpPr>
        <p:spPr>
          <a:xfrm>
            <a:off x="5284800" y="3386160"/>
            <a:ext cx="946080" cy="499320"/>
          </a:xfrm>
          <a:prstGeom prst="roundRect">
            <a:avLst>
              <a:gd name="adj" fmla="val 16667"/>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1" lang="en-US" sz="2000" strike="noStrike" u="none">
                <a:solidFill>
                  <a:schemeClr val="dk1"/>
                </a:solidFill>
                <a:effectLst/>
                <a:uFillTx/>
                <a:latin typeface="Meiryo UI"/>
                <a:ea typeface="Meiryo UI"/>
              </a:rPr>
              <a:t>A</a:t>
            </a:r>
            <a:r>
              <a:rPr b="1" lang="en-US" sz="1200" strike="noStrike" u="none">
                <a:solidFill>
                  <a:schemeClr val="dk1"/>
                </a:solidFill>
                <a:effectLst/>
                <a:uFillTx/>
                <a:latin typeface="Meiryo UI"/>
                <a:ea typeface="Meiryo UI"/>
              </a:rPr>
              <a:t>ction</a:t>
            </a:r>
            <a:endParaRPr b="0" lang="en-US" sz="1200" strike="noStrike" u="none">
              <a:solidFill>
                <a:srgbClr val="000000"/>
              </a:solidFill>
              <a:effectLst/>
              <a:uFillTx/>
              <a:latin typeface="Arial"/>
            </a:endParaRPr>
          </a:p>
        </p:txBody>
      </p:sp>
      <p:sp>
        <p:nvSpPr>
          <p:cNvPr id="1638" name="四角形: 角を丸くする 37"/>
          <p:cNvSpPr/>
          <p:nvPr/>
        </p:nvSpPr>
        <p:spPr>
          <a:xfrm>
            <a:off x="6670800" y="2503440"/>
            <a:ext cx="946080" cy="499320"/>
          </a:xfrm>
          <a:prstGeom prst="roundRect">
            <a:avLst>
              <a:gd name="adj" fmla="val 16667"/>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1" lang="en-US" sz="2000" strike="noStrike" u="none">
                <a:solidFill>
                  <a:schemeClr val="dk1"/>
                </a:solidFill>
                <a:effectLst/>
                <a:uFillTx/>
                <a:latin typeface="Meiryo UI"/>
                <a:ea typeface="Meiryo UI"/>
              </a:rPr>
              <a:t>D</a:t>
            </a:r>
            <a:r>
              <a:rPr b="1" lang="en-US" sz="1400" strike="noStrike" u="none">
                <a:solidFill>
                  <a:schemeClr val="dk1"/>
                </a:solidFill>
                <a:effectLst/>
                <a:uFillTx/>
                <a:latin typeface="Meiryo UI"/>
                <a:ea typeface="Meiryo UI"/>
              </a:rPr>
              <a:t>o</a:t>
            </a:r>
            <a:endParaRPr b="0" lang="en-US" sz="1400" strike="noStrike" u="none">
              <a:solidFill>
                <a:srgbClr val="000000"/>
              </a:solidFill>
              <a:effectLst/>
              <a:uFillTx/>
              <a:latin typeface="Arial"/>
            </a:endParaRPr>
          </a:p>
        </p:txBody>
      </p:sp>
      <p:sp>
        <p:nvSpPr>
          <p:cNvPr id="1639" name="四角形: 角を丸くする 38"/>
          <p:cNvSpPr/>
          <p:nvPr/>
        </p:nvSpPr>
        <p:spPr>
          <a:xfrm>
            <a:off x="8229240" y="3340080"/>
            <a:ext cx="1193040" cy="503280"/>
          </a:xfrm>
          <a:prstGeom prst="roundRect">
            <a:avLst>
              <a:gd name="adj" fmla="val 16667"/>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0" lang="ja-JP" sz="1400" strike="noStrike" u="none">
                <a:solidFill>
                  <a:schemeClr val="dk1"/>
                </a:solidFill>
                <a:effectLst/>
                <a:uFillTx/>
                <a:latin typeface="Meiryo UI"/>
                <a:ea typeface="Meiryo UI"/>
              </a:rPr>
              <a:t>計画の</a:t>
            </a:r>
            <a:endParaRPr b="0" lang="en-US" sz="1400" strike="noStrike" u="none">
              <a:solidFill>
                <a:srgbClr val="000000"/>
              </a:solidFill>
              <a:effectLst/>
              <a:uFillTx/>
              <a:latin typeface="Arial"/>
            </a:endParaRPr>
          </a:p>
          <a:p>
            <a:pPr algn="ctr" defTabSz="457200">
              <a:lnSpc>
                <a:spcPct val="100000"/>
              </a:lnSpc>
            </a:pPr>
            <a:r>
              <a:rPr b="0" lang="ja-JP" sz="1400" strike="noStrike" u="none">
                <a:solidFill>
                  <a:schemeClr val="dk1"/>
                </a:solidFill>
                <a:effectLst/>
                <a:uFillTx/>
                <a:latin typeface="Meiryo UI"/>
                <a:ea typeface="Meiryo UI"/>
              </a:rPr>
              <a:t>見直し</a:t>
            </a:r>
            <a:endParaRPr b="0" lang="en-US" sz="1400" strike="noStrike" u="none">
              <a:solidFill>
                <a:srgbClr val="000000"/>
              </a:solidFill>
              <a:effectLst/>
              <a:uFillTx/>
              <a:latin typeface="Arial"/>
            </a:endParaRPr>
          </a:p>
        </p:txBody>
      </p:sp>
      <p:sp>
        <p:nvSpPr>
          <p:cNvPr id="1640" name="矢印: 下 6"/>
          <p:cNvSpPr/>
          <p:nvPr/>
        </p:nvSpPr>
        <p:spPr>
          <a:xfrm rot="5400000">
            <a:off x="6302520" y="3524400"/>
            <a:ext cx="362520" cy="222840"/>
          </a:xfrm>
          <a:prstGeom prst="downArrow">
            <a:avLst>
              <a:gd name="adj1" fmla="val 50000"/>
              <a:gd name="adj2" fmla="val 50000"/>
            </a:avLst>
          </a:prstGeom>
          <a:solidFill>
            <a:schemeClr val="tx1">
              <a:lumMod val="75000"/>
              <a:lumOff val="25000"/>
            </a:schemeClr>
          </a:solidFill>
          <a:ln w="0">
            <a:noFill/>
          </a:ln>
        </p:spPr>
        <p:style>
          <a:lnRef idx="0"/>
          <a:fillRef idx="0"/>
          <a:effectRef idx="0"/>
          <a:fontRef idx="minor"/>
        </p:style>
        <p:txBody>
          <a:bodyPr lIns="90000" rIns="90000" tIns="45000" bIns="45000" anchor="ctr">
            <a:noAutofit/>
          </a:bodyPr>
          <a:p>
            <a:pPr defTabSz="457200">
              <a:lnSpc>
                <a:spcPct val="100000"/>
              </a:lnSpc>
              <a:spcAft>
                <a:spcPts val="601"/>
              </a:spcAft>
            </a:pPr>
            <a:endParaRPr b="0" lang="en-US" sz="1800" strike="noStrike" u="none">
              <a:solidFill>
                <a:schemeClr val="dk1"/>
              </a:solidFill>
              <a:effectLst/>
              <a:uFillTx/>
              <a:latin typeface="Meiryo UI"/>
              <a:ea typeface="Meiryo UI"/>
            </a:endParaRPr>
          </a:p>
        </p:txBody>
      </p:sp>
      <p:sp>
        <p:nvSpPr>
          <p:cNvPr id="1641" name="矢印: 下 39"/>
          <p:cNvSpPr/>
          <p:nvPr/>
        </p:nvSpPr>
        <p:spPr>
          <a:xfrm rot="16200000">
            <a:off x="6302160" y="2643840"/>
            <a:ext cx="362520" cy="222840"/>
          </a:xfrm>
          <a:prstGeom prst="downArrow">
            <a:avLst>
              <a:gd name="adj1" fmla="val 50000"/>
              <a:gd name="adj2" fmla="val 50000"/>
            </a:avLst>
          </a:prstGeom>
          <a:solidFill>
            <a:schemeClr val="tx1">
              <a:lumMod val="75000"/>
              <a:lumOff val="25000"/>
            </a:schemeClr>
          </a:solidFill>
          <a:ln w="0">
            <a:noFill/>
          </a:ln>
        </p:spPr>
        <p:style>
          <a:lnRef idx="0"/>
          <a:fillRef idx="0"/>
          <a:effectRef idx="0"/>
          <a:fontRef idx="minor"/>
        </p:style>
        <p:txBody>
          <a:bodyPr lIns="90000" rIns="90000" tIns="45000" bIns="45000" anchor="ctr">
            <a:noAutofit/>
          </a:bodyPr>
          <a:p>
            <a:pPr defTabSz="457200">
              <a:lnSpc>
                <a:spcPct val="100000"/>
              </a:lnSpc>
              <a:spcAft>
                <a:spcPts val="601"/>
              </a:spcAft>
            </a:pPr>
            <a:endParaRPr b="0" lang="en-US" sz="1800" strike="noStrike" u="none">
              <a:solidFill>
                <a:schemeClr val="dk1"/>
              </a:solidFill>
              <a:effectLst/>
              <a:uFillTx/>
              <a:latin typeface="Meiryo UI"/>
              <a:ea typeface="Meiryo UI"/>
            </a:endParaRPr>
          </a:p>
        </p:txBody>
      </p:sp>
      <p:sp>
        <p:nvSpPr>
          <p:cNvPr id="1642" name="矢印: 下 40"/>
          <p:cNvSpPr/>
          <p:nvPr/>
        </p:nvSpPr>
        <p:spPr>
          <a:xfrm rot="10800000">
            <a:off x="5624280" y="3079800"/>
            <a:ext cx="362520" cy="222840"/>
          </a:xfrm>
          <a:prstGeom prst="downArrow">
            <a:avLst>
              <a:gd name="adj1" fmla="val 50000"/>
              <a:gd name="adj2" fmla="val 50000"/>
            </a:avLst>
          </a:prstGeom>
          <a:solidFill>
            <a:schemeClr val="tx1">
              <a:lumMod val="75000"/>
              <a:lumOff val="25000"/>
            </a:schemeClr>
          </a:solidFill>
          <a:ln w="0">
            <a:noFill/>
          </a:ln>
        </p:spPr>
        <p:style>
          <a:lnRef idx="0"/>
          <a:fillRef idx="0"/>
          <a:effectRef idx="0"/>
          <a:fontRef idx="minor"/>
        </p:style>
        <p:txBody>
          <a:bodyPr lIns="90000" rIns="90000" tIns="45000" bIns="45000" anchor="ctr">
            <a:noAutofit/>
          </a:bodyPr>
          <a:p>
            <a:pPr defTabSz="457200">
              <a:lnSpc>
                <a:spcPct val="100000"/>
              </a:lnSpc>
              <a:spcAft>
                <a:spcPts val="601"/>
              </a:spcAft>
            </a:pPr>
            <a:endParaRPr b="0" lang="en-US" sz="1800" strike="noStrike" u="none">
              <a:solidFill>
                <a:schemeClr val="dk1"/>
              </a:solidFill>
              <a:effectLst/>
              <a:uFillTx/>
              <a:latin typeface="Meiryo UI"/>
              <a:ea typeface="Meiryo UI"/>
            </a:endParaRPr>
          </a:p>
        </p:txBody>
      </p:sp>
      <p:sp>
        <p:nvSpPr>
          <p:cNvPr id="1643" name="矢印: 下 48"/>
          <p:cNvSpPr/>
          <p:nvPr/>
        </p:nvSpPr>
        <p:spPr>
          <a:xfrm>
            <a:off x="6961320" y="3079800"/>
            <a:ext cx="362520" cy="222840"/>
          </a:xfrm>
          <a:prstGeom prst="downArrow">
            <a:avLst>
              <a:gd name="adj1" fmla="val 50000"/>
              <a:gd name="adj2" fmla="val 50000"/>
            </a:avLst>
          </a:prstGeom>
          <a:solidFill>
            <a:schemeClr val="tx1">
              <a:lumMod val="75000"/>
              <a:lumOff val="25000"/>
            </a:schemeClr>
          </a:solidFill>
          <a:ln w="0">
            <a:noFill/>
          </a:ln>
        </p:spPr>
        <p:style>
          <a:lnRef idx="0"/>
          <a:fillRef idx="0"/>
          <a:effectRef idx="0"/>
          <a:fontRef idx="minor"/>
        </p:style>
        <p:txBody>
          <a:bodyPr lIns="90000" rIns="90000" tIns="45000" bIns="45000" anchor="ctr">
            <a:noAutofit/>
          </a:bodyPr>
          <a:p>
            <a:pPr defTabSz="457200">
              <a:lnSpc>
                <a:spcPct val="100000"/>
              </a:lnSpc>
              <a:spcAft>
                <a:spcPts val="601"/>
              </a:spcAft>
            </a:pPr>
            <a:endParaRPr b="0" lang="en-US" sz="1800" strike="noStrike" u="none">
              <a:solidFill>
                <a:schemeClr val="dk1"/>
              </a:solidFill>
              <a:effectLst/>
              <a:uFillTx/>
              <a:latin typeface="Meiryo UI"/>
              <a:ea typeface="Meiryo UI"/>
            </a:endParaRPr>
          </a:p>
        </p:txBody>
      </p:sp>
      <p:sp>
        <p:nvSpPr>
          <p:cNvPr id="1644" name="四角形: 角を丸くする 49"/>
          <p:cNvSpPr/>
          <p:nvPr/>
        </p:nvSpPr>
        <p:spPr>
          <a:xfrm>
            <a:off x="5278320" y="2503440"/>
            <a:ext cx="952560" cy="499320"/>
          </a:xfrm>
          <a:prstGeom prst="roundRect">
            <a:avLst>
              <a:gd name="adj" fmla="val 16667"/>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1" lang="en-US" sz="2000" strike="noStrike" u="none">
                <a:solidFill>
                  <a:schemeClr val="dk1"/>
                </a:solidFill>
                <a:effectLst/>
                <a:uFillTx/>
                <a:latin typeface="Meiryo UI"/>
                <a:ea typeface="Meiryo UI"/>
              </a:rPr>
              <a:t>P</a:t>
            </a:r>
            <a:r>
              <a:rPr b="1" lang="en-US" sz="1200" strike="noStrike" u="none">
                <a:solidFill>
                  <a:schemeClr val="dk1"/>
                </a:solidFill>
                <a:effectLst/>
                <a:uFillTx/>
                <a:latin typeface="Meiryo UI"/>
                <a:ea typeface="Meiryo UI"/>
              </a:rPr>
              <a:t>lan</a:t>
            </a:r>
            <a:endParaRPr b="0" lang="en-US" sz="1200" strike="noStrike" u="none">
              <a:solidFill>
                <a:srgbClr val="000000"/>
              </a:solidFill>
              <a:effectLst/>
              <a:uFillTx/>
              <a:latin typeface="Arial"/>
            </a:endParaRPr>
          </a:p>
        </p:txBody>
      </p:sp>
      <p:sp>
        <p:nvSpPr>
          <p:cNvPr id="1645" name="四角形: 角を丸くする 50"/>
          <p:cNvSpPr/>
          <p:nvPr/>
        </p:nvSpPr>
        <p:spPr>
          <a:xfrm>
            <a:off x="8229240" y="2539440"/>
            <a:ext cx="1193040" cy="497880"/>
          </a:xfrm>
          <a:prstGeom prst="roundRect">
            <a:avLst>
              <a:gd name="adj" fmla="val 16667"/>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0" lang="ja-JP" sz="1400" strike="noStrike" u="none">
                <a:solidFill>
                  <a:schemeClr val="dk1"/>
                </a:solidFill>
                <a:effectLst/>
                <a:uFillTx/>
                <a:latin typeface="Meiryo UI"/>
                <a:ea typeface="Meiryo UI"/>
              </a:rPr>
              <a:t>定期的な</a:t>
            </a:r>
            <a:endParaRPr b="0" lang="en-US" sz="1400" strike="noStrike" u="none">
              <a:solidFill>
                <a:srgbClr val="000000"/>
              </a:solidFill>
              <a:effectLst/>
              <a:uFillTx/>
              <a:latin typeface="Arial"/>
            </a:endParaRPr>
          </a:p>
          <a:p>
            <a:pPr algn="ctr" defTabSz="457200">
              <a:lnSpc>
                <a:spcPct val="100000"/>
              </a:lnSpc>
            </a:pPr>
            <a:r>
              <a:rPr b="0" lang="ja-JP" sz="1400" strike="noStrike" u="none">
                <a:solidFill>
                  <a:schemeClr val="dk1"/>
                </a:solidFill>
                <a:effectLst/>
                <a:uFillTx/>
                <a:latin typeface="Meiryo UI"/>
                <a:ea typeface="Meiryo UI"/>
              </a:rPr>
              <a:t>評価</a:t>
            </a:r>
            <a:endParaRPr b="0" lang="en-US" sz="1400" strike="noStrike" u="none">
              <a:solidFill>
                <a:srgbClr val="000000"/>
              </a:solidFill>
              <a:effectLst/>
              <a:uFillTx/>
              <a:latin typeface="Arial"/>
            </a:endParaRPr>
          </a:p>
        </p:txBody>
      </p:sp>
      <p:sp>
        <p:nvSpPr>
          <p:cNvPr id="1646" name="テキスト プレースホルダー 2"/>
          <p:cNvSpPr/>
          <p:nvPr/>
        </p:nvSpPr>
        <p:spPr>
          <a:xfrm>
            <a:off x="197640" y="4353840"/>
            <a:ext cx="9505440" cy="1694160"/>
          </a:xfrm>
          <a:prstGeom prst="rect">
            <a:avLst/>
          </a:prstGeom>
          <a:noFill/>
          <a:ln w="19050">
            <a:solidFill>
              <a:srgbClr val="029676">
                <a:lumMod val="60000"/>
                <a:lumOff val="40000"/>
              </a:srgbClr>
            </a:solidFill>
            <a:round/>
          </a:ln>
        </p:spPr>
        <p:style>
          <a:lnRef idx="0"/>
          <a:fillRef idx="0"/>
          <a:effectRef idx="0"/>
          <a:fontRef idx="minor"/>
        </p:style>
        <p:txBody>
          <a:bodyPr anchor="ctr">
            <a:noAutofit/>
          </a:bodyPr>
          <a:p>
            <a:pPr marL="285840" indent="-285840" defTabSz="914400">
              <a:lnSpc>
                <a:spcPct val="90000"/>
              </a:lnSpc>
              <a:spcAft>
                <a:spcPts val="601"/>
              </a:spcAft>
              <a:buClr>
                <a:srgbClr val="000000"/>
              </a:buClr>
              <a:buFont typeface="Arial"/>
              <a:buChar char="•"/>
            </a:pPr>
            <a:r>
              <a:rPr b="0" lang="ja-JP" sz="2000" strike="noStrike" u="none">
                <a:solidFill>
                  <a:schemeClr val="dk1"/>
                </a:solidFill>
                <a:effectLst/>
                <a:uFillTx/>
                <a:latin typeface="Meiryo UI"/>
                <a:ea typeface="Meiryo UI"/>
              </a:rPr>
              <a:t>シーティングを実施するにあたっては、まずはその</a:t>
            </a:r>
            <a:r>
              <a:rPr b="1" lang="ja-JP" sz="2000" strike="noStrike" u="sng">
                <a:solidFill>
                  <a:schemeClr val="dk1"/>
                </a:solidFill>
                <a:effectLst/>
                <a:uFillTx/>
                <a:latin typeface="Meiryo UI"/>
                <a:ea typeface="Meiryo UI"/>
              </a:rPr>
              <a:t>必要性を検討し、アセスメントを実施した上で、計画を立案する</a:t>
            </a:r>
            <a:r>
              <a:rPr b="0" lang="ja-JP" sz="2000" strike="noStrike" u="none">
                <a:solidFill>
                  <a:schemeClr val="dk1"/>
                </a:solidFill>
                <a:effectLst/>
                <a:uFillTx/>
                <a:latin typeface="Meiryo UI"/>
                <a:ea typeface="Meiryo UI"/>
              </a:rPr>
              <a:t>ことが必要</a:t>
            </a:r>
            <a:endParaRPr b="0" lang="en-US" sz="2000" strike="noStrike" u="none">
              <a:solidFill>
                <a:srgbClr val="000000"/>
              </a:solidFill>
              <a:effectLst/>
              <a:uFillTx/>
              <a:latin typeface="Arial"/>
            </a:endParaRPr>
          </a:p>
          <a:p>
            <a:pPr marL="285840" indent="-285840" defTabSz="914400">
              <a:lnSpc>
                <a:spcPct val="90000"/>
              </a:lnSpc>
              <a:spcAft>
                <a:spcPts val="601"/>
              </a:spcAft>
              <a:buClr>
                <a:srgbClr val="000000"/>
              </a:buClr>
              <a:buFont typeface="Arial"/>
              <a:buChar char="•"/>
            </a:pPr>
            <a:r>
              <a:rPr b="0" lang="ja-JP" sz="2000" strike="noStrike" u="none">
                <a:solidFill>
                  <a:schemeClr val="dk1"/>
                </a:solidFill>
                <a:effectLst/>
                <a:uFillTx/>
                <a:latin typeface="Meiryo UI"/>
                <a:ea typeface="Meiryo UI"/>
              </a:rPr>
              <a:t>また、高齢者の身体症状は刻々と変化するため、</a:t>
            </a:r>
            <a:r>
              <a:rPr b="1" lang="ja-JP" sz="2000" strike="noStrike" u="sng">
                <a:solidFill>
                  <a:schemeClr val="dk1"/>
                </a:solidFill>
                <a:effectLst/>
                <a:uFillTx/>
                <a:latin typeface="Meiryo UI"/>
                <a:ea typeface="Meiryo UI"/>
              </a:rPr>
              <a:t>定期的に評価し、必要に応じて見直す</a:t>
            </a:r>
            <a:r>
              <a:rPr b="0" lang="ja-JP" sz="2000" strike="noStrike" u="none">
                <a:solidFill>
                  <a:schemeClr val="dk1"/>
                </a:solidFill>
                <a:effectLst/>
                <a:uFillTx/>
                <a:latin typeface="Meiryo UI"/>
                <a:ea typeface="Meiryo UI"/>
              </a:rPr>
              <a:t>ことが重要</a:t>
            </a:r>
            <a:endParaRPr b="0" lang="en-US" sz="2000" strike="noStrike" u="none">
              <a:solidFill>
                <a:srgbClr val="000000"/>
              </a:solidFill>
              <a:effectLst/>
              <a:uFillTx/>
              <a:latin typeface="Arial"/>
            </a:endParaRPr>
          </a:p>
        </p:txBody>
      </p:sp>
      <p:sp>
        <p:nvSpPr>
          <p:cNvPr id="1647" name="テキスト プレースホルダー 2"/>
          <p:cNvSpPr/>
          <p:nvPr/>
        </p:nvSpPr>
        <p:spPr>
          <a:xfrm>
            <a:off x="199440" y="598320"/>
            <a:ext cx="9505440" cy="345600"/>
          </a:xfrm>
          <a:prstGeom prst="rect">
            <a:avLst/>
          </a:prstGeom>
          <a:noFill/>
          <a:ln w="0">
            <a:noFill/>
          </a:ln>
        </p:spPr>
        <p:style>
          <a:lnRef idx="0"/>
          <a:fillRef idx="0"/>
          <a:effectRef idx="0"/>
          <a:fontRef idx="minor"/>
        </p:style>
        <p:txBody>
          <a:bodyPr anchor="t">
            <a:noAutofit/>
          </a:bodyPr>
          <a:p>
            <a:pPr marL="180000" indent="-180000" defTabSz="914400">
              <a:lnSpc>
                <a:spcPct val="90000"/>
              </a:lnSpc>
              <a:spcAft>
                <a:spcPts val="601"/>
              </a:spcAft>
              <a:buClr>
                <a:srgbClr val="222f28"/>
              </a:buClr>
              <a:buFont typeface="Arial"/>
              <a:buChar char="•"/>
            </a:pPr>
            <a:r>
              <a:rPr b="1" lang="ja-JP" sz="2000" strike="noStrike" u="none">
                <a:solidFill>
                  <a:schemeClr val="dk2">
                    <a:lumMod val="50000"/>
                  </a:schemeClr>
                </a:solidFill>
                <a:effectLst/>
                <a:uFillTx/>
                <a:latin typeface="Meiryo UI"/>
                <a:ea typeface="Meiryo UI"/>
              </a:rPr>
              <a:t>シーティングは、実際にはどのような流れで実施されるのでしょうか？</a:t>
            </a:r>
            <a:endParaRPr b="0" lang="en-US" sz="2000" strike="noStrike" u="none">
              <a:solidFill>
                <a:srgbClr val="000000"/>
              </a:solidFill>
              <a:effectLst/>
              <a:uFillTx/>
              <a:latin typeface="Arial"/>
            </a:endParaRPr>
          </a:p>
        </p:txBody>
      </p:sp>
      <p:sp>
        <p:nvSpPr>
          <p:cNvPr id="1648" name="テキスト ボックス 43"/>
          <p:cNvSpPr/>
          <p:nvPr/>
        </p:nvSpPr>
        <p:spPr>
          <a:xfrm>
            <a:off x="1424520" y="6271920"/>
            <a:ext cx="8280360" cy="25344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0" lang="ja-JP" sz="1050" strike="noStrike" u="none">
                <a:solidFill>
                  <a:srgbClr val="000000"/>
                </a:solidFill>
                <a:effectLst/>
                <a:uFillTx/>
                <a:latin typeface="Meiryo UI"/>
                <a:ea typeface="Meiryo UI"/>
              </a:rPr>
              <a:t>出所：令和２年度厚生労働省老人保健健康増進等事業「高齢者の適切なケアとシーティングに関する手引き」を基に作成</a:t>
            </a:r>
            <a:endParaRPr b="0" lang="en-US" sz="105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9" name="PlaceHolder 1"/>
          <p:cNvSpPr>
            <a:spLocks noGrp="1"/>
          </p:cNvSpPr>
          <p:nvPr>
            <p:ph type="title"/>
          </p:nvPr>
        </p:nvSpPr>
        <p:spPr>
          <a:xfrm>
            <a:off x="199440" y="136800"/>
            <a:ext cx="9505440" cy="369000"/>
          </a:xfrm>
          <a:prstGeom prst="rect">
            <a:avLst/>
          </a:prstGeom>
          <a:noFill/>
          <a:ln w="0">
            <a:noFill/>
          </a:ln>
        </p:spPr>
        <p:txBody>
          <a:bodyPr lIns="36000" rIns="0" tIns="45720" bIns="45720" anchor="ctr">
            <a:noAutofit/>
          </a:bodyPr>
          <a:p>
            <a:pPr indent="0" defTabSz="914400">
              <a:lnSpc>
                <a:spcPct val="90000"/>
              </a:lnSpc>
              <a:buNone/>
            </a:pPr>
            <a:r>
              <a:rPr b="1" lang="ja-JP" sz="2000" strike="noStrike" u="none">
                <a:solidFill>
                  <a:schemeClr val="dk1"/>
                </a:solidFill>
                <a:effectLst/>
                <a:uFillTx/>
                <a:latin typeface="Meiryo UI"/>
                <a:ea typeface="Meiryo UI"/>
              </a:rPr>
              <a:t>高齢者の課題とシーティングが必要と考えられる例</a:t>
            </a:r>
            <a:endParaRPr b="0" lang="en-US" sz="2000" strike="noStrike" u="none">
              <a:solidFill>
                <a:schemeClr val="dk1"/>
              </a:solidFill>
              <a:effectLst/>
              <a:uFillTx/>
              <a:latin typeface="Meiryo UI"/>
            </a:endParaRPr>
          </a:p>
        </p:txBody>
      </p:sp>
      <p:sp>
        <p:nvSpPr>
          <p:cNvPr id="1650" name="テキスト プレースホルダー 2"/>
          <p:cNvSpPr/>
          <p:nvPr/>
        </p:nvSpPr>
        <p:spPr>
          <a:xfrm>
            <a:off x="202680" y="1406880"/>
            <a:ext cx="9505440" cy="1513440"/>
          </a:xfrm>
          <a:prstGeom prst="rect">
            <a:avLst/>
          </a:prstGeom>
          <a:noFill/>
          <a:ln w="0">
            <a:noFill/>
          </a:ln>
        </p:spPr>
        <p:style>
          <a:lnRef idx="0"/>
          <a:fillRef idx="0"/>
          <a:effectRef idx="0"/>
          <a:fontRef idx="minor"/>
        </p:style>
        <p:txBody>
          <a:bodyPr anchor="t">
            <a:noAutofit/>
          </a:bodyPr>
          <a:p>
            <a:pPr defTabSz="914400">
              <a:lnSpc>
                <a:spcPct val="90000"/>
              </a:lnSpc>
              <a:spcAft>
                <a:spcPts val="601"/>
              </a:spcAft>
            </a:pPr>
            <a:endParaRPr b="0" lang="en-US" sz="2000" strike="noStrike" u="none">
              <a:solidFill>
                <a:schemeClr val="dk1"/>
              </a:solidFill>
              <a:effectLst/>
              <a:uFillTx/>
              <a:latin typeface="Meiryo UI"/>
              <a:ea typeface="Meiryo UI"/>
            </a:endParaRPr>
          </a:p>
        </p:txBody>
      </p:sp>
      <p:sp>
        <p:nvSpPr>
          <p:cNvPr id="1651" name="二等辺三角形 10"/>
          <p:cNvSpPr/>
          <p:nvPr/>
        </p:nvSpPr>
        <p:spPr>
          <a:xfrm rot="5400000">
            <a:off x="3351600" y="2575440"/>
            <a:ext cx="791640" cy="447120"/>
          </a:xfrm>
          <a:prstGeom prst="triangle">
            <a:avLst>
              <a:gd name="adj" fmla="val 50000"/>
            </a:avLst>
          </a:prstGeom>
          <a:solidFill>
            <a:schemeClr val="bg1">
              <a:lumMod val="65000"/>
            </a:schemeClr>
          </a:solidFill>
          <a:ln w="0">
            <a:noFill/>
          </a:ln>
        </p:spPr>
        <p:style>
          <a:lnRef idx="0"/>
          <a:fillRef idx="0"/>
          <a:effectRef idx="0"/>
          <a:fontRef idx="minor"/>
        </p:style>
        <p:txBody>
          <a:bodyPr numCol="1" spcCol="0" horzOverflow="overflow" anchor="ctr">
            <a:noAutofit/>
          </a:bodyPr>
          <a:p>
            <a:pPr algn="ctr" defTabSz="457200">
              <a:lnSpc>
                <a:spcPct val="100000"/>
              </a:lnSpc>
              <a:spcAft>
                <a:spcPts val="601"/>
              </a:spcAft>
            </a:pPr>
            <a:endParaRPr b="1" lang="en-US" sz="1800" strike="noStrike" u="none">
              <a:solidFill>
                <a:schemeClr val="lt1"/>
              </a:solidFill>
              <a:effectLst/>
              <a:uFillTx/>
              <a:latin typeface="Meiryo UI"/>
              <a:ea typeface="Meiryo UI"/>
            </a:endParaRPr>
          </a:p>
        </p:txBody>
      </p:sp>
      <p:sp>
        <p:nvSpPr>
          <p:cNvPr id="1652" name="二等辺三角形 11"/>
          <p:cNvSpPr/>
          <p:nvPr/>
        </p:nvSpPr>
        <p:spPr>
          <a:xfrm rot="5400000">
            <a:off x="3378240" y="4119120"/>
            <a:ext cx="791640" cy="447120"/>
          </a:xfrm>
          <a:prstGeom prst="triangle">
            <a:avLst>
              <a:gd name="adj" fmla="val 50000"/>
            </a:avLst>
          </a:prstGeom>
          <a:solidFill>
            <a:schemeClr val="bg1">
              <a:lumMod val="65000"/>
            </a:schemeClr>
          </a:solidFill>
          <a:ln w="0">
            <a:noFill/>
          </a:ln>
        </p:spPr>
        <p:style>
          <a:lnRef idx="0"/>
          <a:fillRef idx="0"/>
          <a:effectRef idx="0"/>
          <a:fontRef idx="minor"/>
        </p:style>
        <p:txBody>
          <a:bodyPr numCol="1" spcCol="0" horzOverflow="overflow" anchor="ctr">
            <a:noAutofit/>
          </a:bodyPr>
          <a:p>
            <a:pPr algn="ctr" defTabSz="457200">
              <a:lnSpc>
                <a:spcPct val="100000"/>
              </a:lnSpc>
              <a:spcAft>
                <a:spcPts val="601"/>
              </a:spcAft>
            </a:pPr>
            <a:endParaRPr b="1" lang="en-US" sz="1800" strike="noStrike" u="none">
              <a:solidFill>
                <a:schemeClr val="lt1"/>
              </a:solidFill>
              <a:effectLst/>
              <a:uFillTx/>
              <a:latin typeface="Meiryo UI"/>
              <a:ea typeface="Meiryo UI"/>
            </a:endParaRPr>
          </a:p>
        </p:txBody>
      </p:sp>
      <p:sp>
        <p:nvSpPr>
          <p:cNvPr id="1653" name="四角形: 角を丸くする 15"/>
          <p:cNvSpPr/>
          <p:nvPr/>
        </p:nvSpPr>
        <p:spPr>
          <a:xfrm>
            <a:off x="257400" y="3631320"/>
            <a:ext cx="3141360" cy="1677240"/>
          </a:xfrm>
          <a:prstGeom prst="roundRect">
            <a:avLst>
              <a:gd name="adj" fmla="val 0"/>
            </a:avLst>
          </a:prstGeom>
          <a:noFill/>
          <a:ln w="28575">
            <a:solidFill>
              <a:srgbClr val="029676">
                <a:lumMod val="20000"/>
                <a:lumOff val="80000"/>
              </a:srgbClr>
            </a:solidFill>
            <a:round/>
          </a:ln>
        </p:spPr>
        <p:style>
          <a:lnRef idx="0"/>
          <a:fillRef idx="0"/>
          <a:effectRef idx="0"/>
          <a:fontRef idx="minor"/>
        </p:style>
        <p:txBody>
          <a:bodyPr lIns="90000" rIns="90000" tIns="45000" bIns="45000" anchor="ctr">
            <a:noAutofit/>
          </a:bodyPr>
          <a:p>
            <a:pPr defTabSz="457200">
              <a:lnSpc>
                <a:spcPts val="2599"/>
              </a:lnSpc>
            </a:pPr>
            <a:r>
              <a:rPr b="0" lang="ja-JP" sz="2000" strike="noStrike" u="none">
                <a:solidFill>
                  <a:schemeClr val="dk1"/>
                </a:solidFill>
                <a:effectLst/>
                <a:uFillTx/>
                <a:latin typeface="Meiryo UI"/>
                <a:ea typeface="Meiryo UI"/>
              </a:rPr>
              <a:t>殿部の痛みのため長時間座位をとることができず、</a:t>
            </a:r>
            <a:r>
              <a:rPr b="1" lang="ja-JP" sz="2000" strike="noStrike" u="none">
                <a:solidFill>
                  <a:schemeClr val="dk1"/>
                </a:solidFill>
                <a:effectLst/>
                <a:uFillTx/>
                <a:latin typeface="Meiryo UI"/>
                <a:ea typeface="Meiryo UI"/>
              </a:rPr>
              <a:t>食事を最後まで自分で食べることができない</a:t>
            </a:r>
            <a:endParaRPr b="0" lang="en-US" sz="2000" strike="noStrike" u="none">
              <a:solidFill>
                <a:srgbClr val="000000"/>
              </a:solidFill>
              <a:effectLst/>
              <a:uFillTx/>
              <a:latin typeface="Arial"/>
            </a:endParaRPr>
          </a:p>
        </p:txBody>
      </p:sp>
      <p:sp>
        <p:nvSpPr>
          <p:cNvPr id="1654" name="四角形: 角を丸くする 16"/>
          <p:cNvSpPr/>
          <p:nvPr/>
        </p:nvSpPr>
        <p:spPr>
          <a:xfrm>
            <a:off x="252000" y="2152080"/>
            <a:ext cx="3152520" cy="1336680"/>
          </a:xfrm>
          <a:prstGeom prst="roundRect">
            <a:avLst>
              <a:gd name="adj" fmla="val 0"/>
            </a:avLst>
          </a:prstGeom>
          <a:noFill/>
          <a:ln w="28575">
            <a:solidFill>
              <a:srgbClr val="029676">
                <a:lumMod val="20000"/>
                <a:lumOff val="80000"/>
              </a:srgbClr>
            </a:solidFill>
            <a:round/>
          </a:ln>
        </p:spPr>
        <p:style>
          <a:lnRef idx="0"/>
          <a:fillRef idx="0"/>
          <a:effectRef idx="0"/>
          <a:fontRef idx="minor"/>
        </p:style>
        <p:txBody>
          <a:bodyPr lIns="90000" rIns="90000" tIns="45000" bIns="45000" anchor="ctr">
            <a:noAutofit/>
          </a:bodyPr>
          <a:p>
            <a:pPr defTabSz="457200">
              <a:lnSpc>
                <a:spcPts val="2599"/>
              </a:lnSpc>
            </a:pPr>
            <a:r>
              <a:rPr b="0" lang="ja-JP" sz="2000" strike="noStrike" u="none">
                <a:solidFill>
                  <a:schemeClr val="dk1"/>
                </a:solidFill>
                <a:effectLst/>
                <a:uFillTx/>
                <a:latin typeface="Meiryo UI"/>
                <a:ea typeface="Meiryo UI"/>
              </a:rPr>
              <a:t>車椅子を自分で駆動できず、</a:t>
            </a:r>
            <a:endParaRPr b="0" lang="en-US" sz="2000" strike="noStrike" u="none">
              <a:solidFill>
                <a:srgbClr val="000000"/>
              </a:solidFill>
              <a:effectLst/>
              <a:uFillTx/>
              <a:latin typeface="Arial"/>
            </a:endParaRPr>
          </a:p>
          <a:p>
            <a:pPr defTabSz="457200">
              <a:lnSpc>
                <a:spcPts val="2599"/>
              </a:lnSpc>
            </a:pPr>
            <a:r>
              <a:rPr b="1" lang="ja-JP" sz="2000" strike="noStrike" u="none">
                <a:solidFill>
                  <a:schemeClr val="dk1"/>
                </a:solidFill>
                <a:effectLst/>
                <a:uFillTx/>
                <a:latin typeface="Meiryo UI"/>
                <a:ea typeface="Meiryo UI"/>
              </a:rPr>
              <a:t>活動範囲が狭小化</a:t>
            </a:r>
            <a:r>
              <a:rPr b="0" lang="ja-JP" sz="2000" strike="noStrike" u="none">
                <a:solidFill>
                  <a:schemeClr val="dk1"/>
                </a:solidFill>
                <a:effectLst/>
                <a:uFillTx/>
                <a:latin typeface="Meiryo UI"/>
                <a:ea typeface="Meiryo UI"/>
              </a:rPr>
              <a:t>している</a:t>
            </a:r>
            <a:endParaRPr b="0" lang="en-US" sz="2000" strike="noStrike" u="none">
              <a:solidFill>
                <a:srgbClr val="000000"/>
              </a:solidFill>
              <a:effectLst/>
              <a:uFillTx/>
              <a:latin typeface="Arial"/>
            </a:endParaRPr>
          </a:p>
        </p:txBody>
      </p:sp>
      <p:sp>
        <p:nvSpPr>
          <p:cNvPr id="1655" name="四角形: 角を丸くする 19"/>
          <p:cNvSpPr/>
          <p:nvPr/>
        </p:nvSpPr>
        <p:spPr>
          <a:xfrm>
            <a:off x="4100760" y="3637440"/>
            <a:ext cx="5490000" cy="1677240"/>
          </a:xfrm>
          <a:prstGeom prst="roundRect">
            <a:avLst>
              <a:gd name="adj" fmla="val 0"/>
            </a:avLst>
          </a:prstGeom>
          <a:solidFill>
            <a:schemeClr val="accent4">
              <a:lumMod val="20000"/>
              <a:lumOff val="80000"/>
            </a:schemeClr>
          </a:solidFill>
          <a:ln w="28575">
            <a:noFill/>
          </a:ln>
        </p:spPr>
        <p:style>
          <a:lnRef idx="0"/>
          <a:fillRef idx="0"/>
          <a:effectRef idx="0"/>
          <a:fontRef idx="minor"/>
        </p:style>
        <p:txBody>
          <a:bodyPr lIns="90000" rIns="90000" tIns="45000" bIns="45000" anchor="ctr">
            <a:noAutofit/>
          </a:bodyPr>
          <a:p>
            <a:pPr defTabSz="457200">
              <a:lnSpc>
                <a:spcPts val="2599"/>
              </a:lnSpc>
            </a:pPr>
            <a:endParaRPr b="0" lang="en-US" sz="2400" strike="noStrike" u="none">
              <a:solidFill>
                <a:schemeClr val="dk1"/>
              </a:solidFill>
              <a:effectLst/>
              <a:uFillTx/>
              <a:latin typeface="Meiryo UI"/>
              <a:ea typeface="Meiryo UI"/>
            </a:endParaRPr>
          </a:p>
        </p:txBody>
      </p:sp>
      <p:sp>
        <p:nvSpPr>
          <p:cNvPr id="1656" name="四角形: 角を丸くする 20"/>
          <p:cNvSpPr/>
          <p:nvPr/>
        </p:nvSpPr>
        <p:spPr>
          <a:xfrm>
            <a:off x="4106880" y="2130840"/>
            <a:ext cx="5496480" cy="1357920"/>
          </a:xfrm>
          <a:prstGeom prst="roundRect">
            <a:avLst>
              <a:gd name="adj" fmla="val 0"/>
            </a:avLst>
          </a:prstGeom>
          <a:solidFill>
            <a:schemeClr val="accent4">
              <a:lumMod val="20000"/>
              <a:lumOff val="80000"/>
            </a:schemeClr>
          </a:solidFill>
          <a:ln w="28575">
            <a:noFill/>
          </a:ln>
        </p:spPr>
        <p:style>
          <a:lnRef idx="0"/>
          <a:fillRef idx="0"/>
          <a:effectRef idx="0"/>
          <a:fontRef idx="minor"/>
        </p:style>
        <p:txBody>
          <a:bodyPr lIns="90000" rIns="90000" tIns="45000" bIns="45000" anchor="ctr">
            <a:noAutofit/>
          </a:bodyPr>
          <a:p>
            <a:pPr defTabSz="457200">
              <a:lnSpc>
                <a:spcPts val="2599"/>
              </a:lnSpc>
            </a:pPr>
            <a:endParaRPr b="0" lang="en-US" sz="2400" strike="noStrike" u="none">
              <a:solidFill>
                <a:schemeClr val="dk1"/>
              </a:solidFill>
              <a:effectLst/>
              <a:uFillTx/>
              <a:latin typeface="Meiryo UI"/>
              <a:ea typeface="Meiryo UI"/>
            </a:endParaRPr>
          </a:p>
        </p:txBody>
      </p:sp>
      <p:sp>
        <p:nvSpPr>
          <p:cNvPr id="1657" name="四角形: 角を丸くする 22"/>
          <p:cNvSpPr/>
          <p:nvPr/>
        </p:nvSpPr>
        <p:spPr>
          <a:xfrm>
            <a:off x="4203360" y="3751560"/>
            <a:ext cx="3595320" cy="1425240"/>
          </a:xfrm>
          <a:prstGeom prst="roundRect">
            <a:avLst>
              <a:gd name="adj" fmla="val 0"/>
            </a:avLst>
          </a:prstGeom>
          <a:solidFill>
            <a:schemeClr val="accent4">
              <a:lumMod val="20000"/>
              <a:lumOff val="80000"/>
            </a:schemeClr>
          </a:solidFill>
          <a:ln w="28575">
            <a:noFill/>
          </a:ln>
        </p:spPr>
        <p:style>
          <a:lnRef idx="0"/>
          <a:fillRef idx="0"/>
          <a:effectRef idx="0"/>
          <a:fontRef idx="minor"/>
        </p:style>
        <p:txBody>
          <a:bodyPr lIns="90000" rIns="90000" tIns="45000" bIns="45000" anchor="ctr">
            <a:noAutofit/>
          </a:bodyPr>
          <a:p>
            <a:pPr defTabSz="457200">
              <a:lnSpc>
                <a:spcPts val="2599"/>
              </a:lnSpc>
            </a:pPr>
            <a:r>
              <a:rPr b="0" lang="ja-JP" sz="2000" strike="noStrike" u="none">
                <a:solidFill>
                  <a:schemeClr val="dk1"/>
                </a:solidFill>
                <a:effectLst/>
                <a:uFillTx/>
                <a:latin typeface="Meiryo UI"/>
                <a:ea typeface="Meiryo UI"/>
              </a:rPr>
              <a:t>シーティングを実施することにより</a:t>
            </a:r>
            <a:r>
              <a:rPr b="1" lang="ja-JP" sz="2000" strike="noStrike" u="none">
                <a:solidFill>
                  <a:schemeClr val="dk1"/>
                </a:solidFill>
                <a:effectLst/>
                <a:uFillTx/>
                <a:latin typeface="Meiryo UI"/>
                <a:ea typeface="Meiryo UI"/>
              </a:rPr>
              <a:t>痛みを取り除き、食事を終えるまで椅子に座ることができる可能性</a:t>
            </a:r>
            <a:r>
              <a:rPr b="0" lang="ja-JP" sz="2000" strike="noStrike" u="none">
                <a:solidFill>
                  <a:schemeClr val="dk1"/>
                </a:solidFill>
                <a:effectLst/>
                <a:uFillTx/>
                <a:latin typeface="Meiryo UI"/>
                <a:ea typeface="Meiryo UI"/>
              </a:rPr>
              <a:t>がある</a:t>
            </a:r>
            <a:endParaRPr b="0" lang="en-US" sz="2000" strike="noStrike" u="none">
              <a:solidFill>
                <a:srgbClr val="000000"/>
              </a:solidFill>
              <a:effectLst/>
              <a:uFillTx/>
              <a:latin typeface="Arial"/>
            </a:endParaRPr>
          </a:p>
        </p:txBody>
      </p:sp>
      <p:sp>
        <p:nvSpPr>
          <p:cNvPr id="1658" name="四角形: 角を丸くする 23"/>
          <p:cNvSpPr/>
          <p:nvPr/>
        </p:nvSpPr>
        <p:spPr>
          <a:xfrm>
            <a:off x="4174920" y="2182680"/>
            <a:ext cx="3655800" cy="1245960"/>
          </a:xfrm>
          <a:prstGeom prst="roundRect">
            <a:avLst>
              <a:gd name="adj" fmla="val 0"/>
            </a:avLst>
          </a:prstGeom>
          <a:solidFill>
            <a:schemeClr val="accent4">
              <a:lumMod val="20000"/>
              <a:lumOff val="80000"/>
            </a:schemeClr>
          </a:solidFill>
          <a:ln w="28575">
            <a:noFill/>
          </a:ln>
        </p:spPr>
        <p:style>
          <a:lnRef idx="0"/>
          <a:fillRef idx="0"/>
          <a:effectRef idx="0"/>
          <a:fontRef idx="minor"/>
        </p:style>
        <p:txBody>
          <a:bodyPr lIns="90000" rIns="90000" tIns="45000" bIns="45000" anchor="ctr">
            <a:noAutofit/>
          </a:bodyPr>
          <a:p>
            <a:pPr defTabSz="457200">
              <a:lnSpc>
                <a:spcPts val="2599"/>
              </a:lnSpc>
            </a:pPr>
            <a:r>
              <a:rPr b="0" lang="ja-JP" sz="2000" strike="noStrike" u="none">
                <a:solidFill>
                  <a:schemeClr val="dk1"/>
                </a:solidFill>
                <a:effectLst/>
                <a:uFillTx/>
                <a:latin typeface="Meiryo UI"/>
                <a:ea typeface="Meiryo UI"/>
              </a:rPr>
              <a:t>シーティングを実施することにより</a:t>
            </a:r>
            <a:r>
              <a:rPr b="1" lang="ja-JP" sz="2000" strike="noStrike" u="none">
                <a:solidFill>
                  <a:schemeClr val="dk1"/>
                </a:solidFill>
                <a:effectLst/>
                <a:uFillTx/>
                <a:latin typeface="Meiryo UI"/>
                <a:ea typeface="Meiryo UI"/>
              </a:rPr>
              <a:t>車椅子自走の自立度が向上し、活動範囲が拡大する可能性</a:t>
            </a:r>
            <a:r>
              <a:rPr b="0" lang="ja-JP" sz="2000" strike="noStrike" u="none">
                <a:solidFill>
                  <a:schemeClr val="dk1"/>
                </a:solidFill>
                <a:effectLst/>
                <a:uFillTx/>
                <a:latin typeface="Meiryo UI"/>
                <a:ea typeface="Meiryo UI"/>
              </a:rPr>
              <a:t>がある</a:t>
            </a:r>
            <a:endParaRPr b="0" lang="en-US" sz="2000" strike="noStrike" u="none">
              <a:solidFill>
                <a:srgbClr val="000000"/>
              </a:solidFill>
              <a:effectLst/>
              <a:uFillTx/>
              <a:latin typeface="Arial"/>
            </a:endParaRPr>
          </a:p>
        </p:txBody>
      </p:sp>
      <p:grpSp>
        <p:nvGrpSpPr>
          <p:cNvPr id="1659" name="グループ化 26"/>
          <p:cNvGrpSpPr/>
          <p:nvPr/>
        </p:nvGrpSpPr>
        <p:grpSpPr>
          <a:xfrm>
            <a:off x="5745240" y="44640"/>
            <a:ext cx="4140000" cy="428040"/>
            <a:chOff x="5745240" y="44640"/>
            <a:chExt cx="4140000" cy="428040"/>
          </a:xfrm>
        </p:grpSpPr>
        <p:sp>
          <p:nvSpPr>
            <p:cNvPr id="1660" name="矢印: 五方向 27"/>
            <p:cNvSpPr/>
            <p:nvPr/>
          </p:nvSpPr>
          <p:spPr>
            <a:xfrm>
              <a:off x="8791200" y="44640"/>
              <a:ext cx="1094040" cy="428040"/>
            </a:xfrm>
            <a:prstGeom prst="homePlate">
              <a:avLst>
                <a:gd name="adj" fmla="val 31031"/>
              </a:avLst>
            </a:prstGeom>
            <a:solidFill>
              <a:schemeClr val="bg1">
                <a:lumMod val="75000"/>
              </a:schemeClr>
            </a:solidFill>
            <a:ln w="0">
              <a:solidFill>
                <a:srgbClr val="ffffff"/>
              </a:solidFill>
            </a:ln>
          </p:spPr>
          <p:style>
            <a:lnRef idx="0"/>
            <a:fillRef idx="0"/>
            <a:effectRef idx="0"/>
            <a:fontRef idx="minor"/>
          </p:style>
          <p:txBody>
            <a:bodyPr numCol="1" spcCol="0" horzOverflow="overflow" anchor="ctr">
              <a:noAutofit/>
            </a:bodyPr>
            <a:p>
              <a:pPr algn="ctr" defTabSz="457200">
                <a:lnSpc>
                  <a:spcPts val="1301"/>
                </a:lnSpc>
              </a:pPr>
              <a:r>
                <a:rPr b="1" lang="en-US" sz="1200" strike="noStrike" u="none">
                  <a:solidFill>
                    <a:schemeClr val="lt1"/>
                  </a:solidFill>
                  <a:effectLst/>
                  <a:uFillTx/>
                  <a:latin typeface="Meiryo UI"/>
                  <a:ea typeface="Meiryo UI"/>
                </a:rPr>
                <a:t>④</a:t>
              </a:r>
              <a:endParaRPr b="0" lang="en-US" sz="1200" strike="noStrike" u="none">
                <a:solidFill>
                  <a:srgbClr val="000000"/>
                </a:solidFill>
                <a:effectLst/>
                <a:uFillTx/>
                <a:latin typeface="Arial"/>
              </a:endParaRPr>
            </a:p>
            <a:p>
              <a:pPr algn="ctr" defTabSz="457200">
                <a:lnSpc>
                  <a:spcPts val="1301"/>
                </a:lnSpc>
              </a:pPr>
              <a:r>
                <a:rPr b="1" lang="ja-JP" sz="1200" strike="noStrike" u="none">
                  <a:solidFill>
                    <a:schemeClr val="lt1"/>
                  </a:solidFill>
                  <a:effectLst/>
                  <a:uFillTx/>
                  <a:latin typeface="Meiryo UI"/>
                  <a:ea typeface="Meiryo UI"/>
                </a:rPr>
                <a:t>観察</a:t>
              </a:r>
              <a:endParaRPr b="0" lang="en-US" sz="1200" strike="noStrike" u="none">
                <a:solidFill>
                  <a:srgbClr val="000000"/>
                </a:solidFill>
                <a:effectLst/>
                <a:uFillTx/>
                <a:latin typeface="Arial"/>
              </a:endParaRPr>
            </a:p>
          </p:txBody>
        </p:sp>
        <p:sp>
          <p:nvSpPr>
            <p:cNvPr id="1661" name="矢印: 五方向 28"/>
            <p:cNvSpPr/>
            <p:nvPr/>
          </p:nvSpPr>
          <p:spPr>
            <a:xfrm>
              <a:off x="7769520" y="44640"/>
              <a:ext cx="1094040" cy="428040"/>
            </a:xfrm>
            <a:prstGeom prst="homePlate">
              <a:avLst>
                <a:gd name="adj" fmla="val 34587"/>
              </a:avLst>
            </a:prstGeom>
            <a:solidFill>
              <a:schemeClr val="bg1">
                <a:lumMod val="75000"/>
              </a:schemeClr>
            </a:solidFill>
            <a:ln w="0">
              <a:solidFill>
                <a:srgbClr val="ffffff"/>
              </a:solidFill>
            </a:ln>
          </p:spPr>
          <p:style>
            <a:lnRef idx="0"/>
            <a:fillRef idx="0"/>
            <a:effectRef idx="0"/>
            <a:fontRef idx="minor"/>
          </p:style>
          <p:txBody>
            <a:bodyPr numCol="1" spcCol="0" horzOverflow="overflow" anchor="ctr">
              <a:noAutofit/>
            </a:bodyPr>
            <a:p>
              <a:pPr algn="ctr" defTabSz="457200">
                <a:lnSpc>
                  <a:spcPts val="1301"/>
                </a:lnSpc>
              </a:pPr>
              <a:r>
                <a:rPr b="1" lang="en-US" sz="1200" strike="noStrike" u="none">
                  <a:solidFill>
                    <a:schemeClr val="lt1"/>
                  </a:solidFill>
                  <a:effectLst/>
                  <a:uFillTx/>
                  <a:latin typeface="Meiryo UI"/>
                  <a:ea typeface="Meiryo UI"/>
                </a:rPr>
                <a:t>③</a:t>
              </a:r>
              <a:endParaRPr b="0" lang="en-US" sz="1200" strike="noStrike" u="none">
                <a:solidFill>
                  <a:srgbClr val="000000"/>
                </a:solidFill>
                <a:effectLst/>
                <a:uFillTx/>
                <a:latin typeface="Arial"/>
              </a:endParaRPr>
            </a:p>
            <a:p>
              <a:pPr algn="ctr" defTabSz="457200">
                <a:lnSpc>
                  <a:spcPts val="1301"/>
                </a:lnSpc>
              </a:pPr>
              <a:r>
                <a:rPr b="1" lang="ja-JP" sz="1200" strike="noStrike" u="none">
                  <a:solidFill>
                    <a:schemeClr val="lt1"/>
                  </a:solidFill>
                  <a:effectLst/>
                  <a:uFillTx/>
                  <a:latin typeface="Meiryo UI"/>
                  <a:ea typeface="Meiryo UI"/>
                </a:rPr>
                <a:t>実施</a:t>
              </a:r>
              <a:endParaRPr b="0" lang="en-US" sz="1200" strike="noStrike" u="none">
                <a:solidFill>
                  <a:srgbClr val="000000"/>
                </a:solidFill>
                <a:effectLst/>
                <a:uFillTx/>
                <a:latin typeface="Arial"/>
              </a:endParaRPr>
            </a:p>
          </p:txBody>
        </p:sp>
        <p:sp>
          <p:nvSpPr>
            <p:cNvPr id="1662" name="矢印: 五方向 29"/>
            <p:cNvSpPr/>
            <p:nvPr/>
          </p:nvSpPr>
          <p:spPr>
            <a:xfrm>
              <a:off x="6759720" y="44640"/>
              <a:ext cx="1094040" cy="428040"/>
            </a:xfrm>
            <a:prstGeom prst="homePlate">
              <a:avLst>
                <a:gd name="adj" fmla="val 33995"/>
              </a:avLst>
            </a:prstGeom>
            <a:solidFill>
              <a:schemeClr val="bg1">
                <a:lumMod val="75000"/>
              </a:schemeClr>
            </a:solidFill>
            <a:ln w="0">
              <a:solidFill>
                <a:srgbClr val="ffffff"/>
              </a:solidFill>
            </a:ln>
          </p:spPr>
          <p:style>
            <a:lnRef idx="0"/>
            <a:fillRef idx="0"/>
            <a:effectRef idx="0"/>
            <a:fontRef idx="minor"/>
          </p:style>
          <p:txBody>
            <a:bodyPr numCol="1" spcCol="0" horzOverflow="overflow" anchor="ctr">
              <a:noAutofit/>
            </a:bodyPr>
            <a:p>
              <a:pPr algn="ctr" defTabSz="457200">
                <a:lnSpc>
                  <a:spcPts val="1301"/>
                </a:lnSpc>
              </a:pPr>
              <a:r>
                <a:rPr b="1" lang="en-US" sz="1200" strike="noStrike" u="none">
                  <a:solidFill>
                    <a:schemeClr val="lt1"/>
                  </a:solidFill>
                  <a:effectLst/>
                  <a:uFillTx/>
                  <a:latin typeface="Meiryo UI"/>
                  <a:ea typeface="Meiryo UI"/>
                </a:rPr>
                <a:t>②</a:t>
              </a:r>
              <a:endParaRPr b="0" lang="en-US" sz="1200" strike="noStrike" u="none">
                <a:solidFill>
                  <a:srgbClr val="000000"/>
                </a:solidFill>
                <a:effectLst/>
                <a:uFillTx/>
                <a:latin typeface="Arial"/>
              </a:endParaRPr>
            </a:p>
            <a:p>
              <a:pPr algn="ctr" defTabSz="457200">
                <a:lnSpc>
                  <a:spcPts val="1301"/>
                </a:lnSpc>
              </a:pPr>
              <a:r>
                <a:rPr b="1" lang="ja-JP" sz="1200" strike="noStrike" u="none">
                  <a:solidFill>
                    <a:schemeClr val="lt1"/>
                  </a:solidFill>
                  <a:effectLst/>
                  <a:uFillTx/>
                  <a:latin typeface="Meiryo UI"/>
                  <a:ea typeface="Meiryo UI"/>
                </a:rPr>
                <a:t>アセスメント</a:t>
              </a:r>
              <a:endParaRPr b="0" lang="en-US" sz="1200" strike="noStrike" u="none">
                <a:solidFill>
                  <a:srgbClr val="000000"/>
                </a:solidFill>
                <a:effectLst/>
                <a:uFillTx/>
                <a:latin typeface="Arial"/>
              </a:endParaRPr>
            </a:p>
          </p:txBody>
        </p:sp>
        <p:sp>
          <p:nvSpPr>
            <p:cNvPr id="1663" name="矢印: 五方向 30"/>
            <p:cNvSpPr/>
            <p:nvPr/>
          </p:nvSpPr>
          <p:spPr>
            <a:xfrm>
              <a:off x="5745240" y="44640"/>
              <a:ext cx="1094040" cy="428040"/>
            </a:xfrm>
            <a:prstGeom prst="homePlate">
              <a:avLst>
                <a:gd name="adj" fmla="val 39617"/>
              </a:avLst>
            </a:prstGeom>
            <a:solidFill>
              <a:schemeClr val="accent4"/>
            </a:solidFill>
            <a:ln w="0">
              <a:solidFill>
                <a:srgbClr val="ffffff"/>
              </a:solidFill>
            </a:ln>
          </p:spPr>
          <p:style>
            <a:lnRef idx="0"/>
            <a:fillRef idx="0"/>
            <a:effectRef idx="0"/>
            <a:fontRef idx="minor"/>
          </p:style>
          <p:txBody>
            <a:bodyPr numCol="1" spcCol="0" horzOverflow="overflow" anchor="ctr">
              <a:noAutofit/>
            </a:bodyPr>
            <a:p>
              <a:pPr algn="ctr" defTabSz="457200">
                <a:lnSpc>
                  <a:spcPts val="1301"/>
                </a:lnSpc>
              </a:pPr>
              <a:r>
                <a:rPr b="1" lang="en-US" sz="1200" strike="noStrike" u="none">
                  <a:solidFill>
                    <a:schemeClr val="lt1"/>
                  </a:solidFill>
                  <a:effectLst/>
                  <a:uFillTx/>
                  <a:latin typeface="Meiryo UI"/>
                  <a:ea typeface="Meiryo UI"/>
                </a:rPr>
                <a:t>①</a:t>
              </a:r>
              <a:endParaRPr b="0" lang="en-US" sz="1200" strike="noStrike" u="none">
                <a:solidFill>
                  <a:srgbClr val="ffffff"/>
                </a:solidFill>
                <a:effectLst/>
                <a:uFillTx/>
                <a:latin typeface="Arial"/>
              </a:endParaRPr>
            </a:p>
            <a:p>
              <a:pPr algn="ctr" defTabSz="457200">
                <a:lnSpc>
                  <a:spcPts val="1301"/>
                </a:lnSpc>
              </a:pPr>
              <a:r>
                <a:rPr b="1" lang="ja-JP" sz="1200" strike="noStrike" u="none">
                  <a:solidFill>
                    <a:schemeClr val="lt1"/>
                  </a:solidFill>
                  <a:effectLst/>
                  <a:uFillTx/>
                  <a:latin typeface="Meiryo UI"/>
                  <a:ea typeface="Meiryo UI"/>
                </a:rPr>
                <a:t>必要性検討</a:t>
              </a:r>
              <a:endParaRPr b="0" lang="en-US" sz="1200" strike="noStrike" u="none">
                <a:solidFill>
                  <a:srgbClr val="ffffff"/>
                </a:solidFill>
                <a:effectLst/>
                <a:uFillTx/>
                <a:latin typeface="Arial"/>
              </a:endParaRPr>
            </a:p>
          </p:txBody>
        </p:sp>
      </p:grpSp>
      <p:pic>
        <p:nvPicPr>
          <p:cNvPr id="1664" name="Picture 2" descr=""/>
          <p:cNvPicPr/>
          <p:nvPr/>
        </p:nvPicPr>
        <p:blipFill>
          <a:blip r:embed="rId1"/>
          <a:stretch/>
        </p:blipFill>
        <p:spPr>
          <a:xfrm>
            <a:off x="8000640" y="2190960"/>
            <a:ext cx="1400400" cy="1245960"/>
          </a:xfrm>
          <a:prstGeom prst="rect">
            <a:avLst/>
          </a:prstGeom>
          <a:solidFill>
            <a:schemeClr val="accent4">
              <a:lumMod val="20000"/>
              <a:lumOff val="80000"/>
            </a:schemeClr>
          </a:solidFill>
          <a:ln w="9525">
            <a:noFill/>
          </a:ln>
        </p:spPr>
      </p:pic>
      <p:pic>
        <p:nvPicPr>
          <p:cNvPr id="1665" name="図 6" descr=""/>
          <p:cNvPicPr/>
          <p:nvPr/>
        </p:nvPicPr>
        <p:blipFill>
          <a:blip r:embed="rId2"/>
          <a:stretch/>
        </p:blipFill>
        <p:spPr>
          <a:xfrm>
            <a:off x="7978320" y="3760200"/>
            <a:ext cx="1433160" cy="1425240"/>
          </a:xfrm>
          <a:prstGeom prst="rect">
            <a:avLst/>
          </a:prstGeom>
          <a:solidFill>
            <a:schemeClr val="accent4">
              <a:lumMod val="20000"/>
              <a:lumOff val="80000"/>
            </a:schemeClr>
          </a:solidFill>
          <a:ln w="0">
            <a:noFill/>
          </a:ln>
        </p:spPr>
      </p:pic>
      <p:sp>
        <p:nvSpPr>
          <p:cNvPr id="1666" name="テキスト プレースホルダー 2"/>
          <p:cNvSpPr/>
          <p:nvPr/>
        </p:nvSpPr>
        <p:spPr>
          <a:xfrm>
            <a:off x="225000" y="609840"/>
            <a:ext cx="9505440" cy="525960"/>
          </a:xfrm>
          <a:prstGeom prst="rect">
            <a:avLst/>
          </a:prstGeom>
          <a:noFill/>
          <a:ln w="0">
            <a:noFill/>
          </a:ln>
        </p:spPr>
        <p:style>
          <a:lnRef idx="0"/>
          <a:fillRef idx="0"/>
          <a:effectRef idx="0"/>
          <a:fontRef idx="minor"/>
        </p:style>
        <p:txBody>
          <a:bodyPr anchor="t">
            <a:noAutofit/>
          </a:bodyPr>
          <a:p>
            <a:pPr marL="180000" indent="-180000" defTabSz="914400">
              <a:lnSpc>
                <a:spcPct val="90000"/>
              </a:lnSpc>
              <a:spcAft>
                <a:spcPts val="601"/>
              </a:spcAft>
              <a:buClr>
                <a:srgbClr val="222f28"/>
              </a:buClr>
              <a:buFont typeface="Arial"/>
              <a:buChar char="•"/>
            </a:pPr>
            <a:r>
              <a:rPr b="1" lang="ja-JP" sz="2000" strike="noStrike" u="none">
                <a:solidFill>
                  <a:schemeClr val="dk2">
                    <a:lumMod val="50000"/>
                  </a:schemeClr>
                </a:solidFill>
                <a:effectLst/>
                <a:uFillTx/>
                <a:latin typeface="Meiryo UI"/>
                <a:ea typeface="Meiryo UI"/>
              </a:rPr>
              <a:t>明らかとなった課題を解決する手段の一つとしてシーティングを実施する必要性があれば、シーティング実施を検討します。</a:t>
            </a:r>
            <a:endParaRPr b="0" lang="en-US" sz="2000" strike="noStrike" u="none">
              <a:solidFill>
                <a:srgbClr val="000000"/>
              </a:solidFill>
              <a:effectLst/>
              <a:uFillTx/>
              <a:latin typeface="Arial"/>
            </a:endParaRPr>
          </a:p>
        </p:txBody>
      </p:sp>
      <p:sp>
        <p:nvSpPr>
          <p:cNvPr id="1667" name="正方形/長方形 25"/>
          <p:cNvSpPr/>
          <p:nvPr/>
        </p:nvSpPr>
        <p:spPr>
          <a:xfrm>
            <a:off x="206280" y="5543640"/>
            <a:ext cx="9505440" cy="645840"/>
          </a:xfrm>
          <a:prstGeom prst="rect">
            <a:avLst/>
          </a:prstGeom>
          <a:noFill/>
          <a:ln w="0">
            <a:noFill/>
          </a:ln>
        </p:spPr>
        <p:style>
          <a:lnRef idx="0"/>
          <a:fillRef idx="0"/>
          <a:effectRef idx="0"/>
          <a:fontRef idx="minor"/>
        </p:style>
        <p:txBody>
          <a:bodyPr lIns="90000" rIns="90000" tIns="45000" bIns="45000" anchor="t">
            <a:spAutoFit/>
          </a:bodyPr>
          <a:p>
            <a:pPr algn="just" defTabSz="457200">
              <a:lnSpc>
                <a:spcPct val="100000"/>
              </a:lnSpc>
            </a:pPr>
            <a:r>
              <a:rPr b="0" lang="en-US" sz="1800" strike="noStrike" u="none">
                <a:solidFill>
                  <a:schemeClr val="dk1"/>
                </a:solidFill>
                <a:effectLst/>
                <a:uFillTx/>
                <a:latin typeface="Meiryo UI"/>
                <a:ea typeface="Meiryo UI"/>
              </a:rPr>
              <a:t>※</a:t>
            </a:r>
            <a:r>
              <a:rPr b="0" lang="ja-JP" sz="1800" strike="noStrike" u="none">
                <a:solidFill>
                  <a:schemeClr val="dk1"/>
                </a:solidFill>
                <a:effectLst/>
                <a:uFillTx/>
                <a:latin typeface="Meiryo UI"/>
                <a:ea typeface="Meiryo UI"/>
              </a:rPr>
              <a:t>課題を解決するためにはシーティング以外のアプローチも必要となるケースがあるため、シーティング以外</a:t>
            </a:r>
            <a:endParaRPr b="0" lang="en-US" sz="1800" strike="noStrike" u="none">
              <a:solidFill>
                <a:srgbClr val="000000"/>
              </a:solidFill>
              <a:effectLst/>
              <a:uFillTx/>
              <a:latin typeface="Arial"/>
            </a:endParaRPr>
          </a:p>
          <a:p>
            <a:pPr algn="just" defTabSz="457200">
              <a:lnSpc>
                <a:spcPct val="100000"/>
              </a:lnSpc>
            </a:pPr>
            <a:r>
              <a:rPr b="0" lang="ja-JP" sz="1800" strike="noStrike" u="none">
                <a:solidFill>
                  <a:schemeClr val="dk1"/>
                </a:solidFill>
                <a:effectLst/>
                <a:uFillTx/>
                <a:latin typeface="Meiryo UI"/>
                <a:ea typeface="Meiryo UI"/>
              </a:rPr>
              <a:t>　の課題解決手段も検討する必要がある</a:t>
            </a:r>
            <a:endParaRPr b="0" lang="en-US" sz="1800" strike="noStrike" u="none">
              <a:solidFill>
                <a:srgbClr val="000000"/>
              </a:solidFill>
              <a:effectLst/>
              <a:uFillTx/>
              <a:latin typeface="Arial"/>
            </a:endParaRPr>
          </a:p>
        </p:txBody>
      </p:sp>
      <p:graphicFrame>
        <p:nvGraphicFramePr>
          <p:cNvPr id="1668" name="表 4"/>
          <p:cNvGraphicFramePr/>
          <p:nvPr/>
        </p:nvGraphicFramePr>
        <p:xfrm>
          <a:off x="247320" y="1524240"/>
          <a:ext cx="3160440" cy="425160"/>
        </p:xfrm>
        <a:graphic>
          <a:graphicData uri="http://schemas.openxmlformats.org/drawingml/2006/table">
            <a:tbl>
              <a:tblPr/>
              <a:tblGrid>
                <a:gridCol w="3160440"/>
              </a:tblGrid>
              <a:tr h="425160">
                <a:tc>
                  <a:txBody>
                    <a:bodyPr anchor="t">
                      <a:noAutofit/>
                    </a:bodyPr>
                    <a:p>
                      <a:pPr algn="ctr" defTabSz="914400">
                        <a:lnSpc>
                          <a:spcPct val="100000"/>
                        </a:lnSpc>
                      </a:pPr>
                      <a:r>
                        <a:rPr b="0" lang="ja-JP" sz="1800" strike="noStrike" u="none">
                          <a:solidFill>
                            <a:schemeClr val="dk1"/>
                          </a:solidFill>
                          <a:effectLst/>
                          <a:uFillTx/>
                          <a:latin typeface="Meiryo UI"/>
                          <a:ea typeface="Meiryo UI"/>
                        </a:rPr>
                        <a:t>高齢者が有する課題（例）</a:t>
                      </a:r>
                      <a:endParaRPr b="0" lang="en-US" sz="1800" strike="noStrike" u="none">
                        <a:solidFill>
                          <a:srgbClr val="000000"/>
                        </a:solidFill>
                        <a:effectLst/>
                        <a:uFillTx/>
                        <a:latin typeface="Arial"/>
                      </a:endParaRPr>
                    </a:p>
                  </a:txBody>
                  <a:tcPr anchor="t" marL="91440" marR="91440">
                    <a:lnL w="12240">
                      <a:noFill/>
                      <a:prstDash val="solid"/>
                    </a:lnL>
                    <a:lnR w="12240">
                      <a:noFill/>
                      <a:prstDash val="solid"/>
                    </a:lnR>
                    <a:lnT w="12240">
                      <a:noFill/>
                      <a:prstDash val="solid"/>
                    </a:lnT>
                    <a:lnB w="12240">
                      <a:solidFill>
                        <a:srgbClr val="000000"/>
                      </a:solidFill>
                      <a:prstDash val="solid"/>
                    </a:lnB>
                    <a:noFill/>
                  </a:tcPr>
                </a:tc>
              </a:tr>
            </a:tbl>
          </a:graphicData>
        </a:graphic>
      </p:graphicFrame>
      <p:graphicFrame>
        <p:nvGraphicFramePr>
          <p:cNvPr id="1669" name="表 4"/>
          <p:cNvGraphicFramePr/>
          <p:nvPr/>
        </p:nvGraphicFramePr>
        <p:xfrm>
          <a:off x="4122000" y="1524240"/>
          <a:ext cx="5477760" cy="425160"/>
        </p:xfrm>
        <a:graphic>
          <a:graphicData uri="http://schemas.openxmlformats.org/drawingml/2006/table">
            <a:tbl>
              <a:tblPr/>
              <a:tblGrid>
                <a:gridCol w="5477760"/>
              </a:tblGrid>
              <a:tr h="425160">
                <a:tc>
                  <a:txBody>
                    <a:bodyPr anchor="t">
                      <a:noAutofit/>
                    </a:bodyPr>
                    <a:p>
                      <a:pPr algn="ctr" defTabSz="914400">
                        <a:lnSpc>
                          <a:spcPct val="100000"/>
                        </a:lnSpc>
                      </a:pPr>
                      <a:r>
                        <a:rPr b="0" lang="ja-JP" sz="1800" strike="noStrike" u="none">
                          <a:solidFill>
                            <a:schemeClr val="dk1"/>
                          </a:solidFill>
                          <a:effectLst/>
                          <a:uFillTx/>
                          <a:latin typeface="Meiryo UI"/>
                          <a:ea typeface="Meiryo UI"/>
                        </a:rPr>
                        <a:t>シーティング実施による課題解決（例）</a:t>
                      </a:r>
                      <a:endParaRPr b="0" lang="en-US" sz="1800" strike="noStrike" u="none">
                        <a:solidFill>
                          <a:srgbClr val="000000"/>
                        </a:solidFill>
                        <a:effectLst/>
                        <a:uFillTx/>
                        <a:latin typeface="Arial"/>
                      </a:endParaRPr>
                    </a:p>
                  </a:txBody>
                  <a:tcPr anchor="t" marL="91440" marR="91440">
                    <a:lnL w="12240">
                      <a:noFill/>
                      <a:prstDash val="solid"/>
                    </a:lnL>
                    <a:lnR w="12240">
                      <a:noFill/>
                      <a:prstDash val="solid"/>
                    </a:lnR>
                    <a:lnT w="12240">
                      <a:noFill/>
                      <a:prstDash val="solid"/>
                    </a:lnT>
                    <a:lnB w="12240">
                      <a:solidFill>
                        <a:srgbClr val="000000"/>
                      </a:solidFill>
                      <a:prstDash val="solid"/>
                    </a:lnB>
                    <a:noFill/>
                  </a:tcPr>
                </a:tc>
              </a:tr>
            </a:tbl>
          </a:graphicData>
        </a:graphic>
      </p:graphicFrame>
      <p:sp>
        <p:nvSpPr>
          <p:cNvPr id="1670" name="テキスト ボックス 35"/>
          <p:cNvSpPr/>
          <p:nvPr/>
        </p:nvSpPr>
        <p:spPr>
          <a:xfrm>
            <a:off x="1424520" y="6271920"/>
            <a:ext cx="8280360" cy="25344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0" lang="ja-JP" sz="1050" strike="noStrike" u="none">
                <a:solidFill>
                  <a:srgbClr val="000000"/>
                </a:solidFill>
                <a:effectLst/>
                <a:uFillTx/>
                <a:latin typeface="Meiryo UI"/>
                <a:ea typeface="Meiryo UI"/>
              </a:rPr>
              <a:t>出所：令和２年度厚生労働省老人保健健康増進等事業「高齢者の適切なケアとシーティングに関する手引き」を基に作成</a:t>
            </a:r>
            <a:endParaRPr b="0" lang="en-US" sz="105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1" name="PlaceHolder 1"/>
          <p:cNvSpPr>
            <a:spLocks noGrp="1"/>
          </p:cNvSpPr>
          <p:nvPr>
            <p:ph type="title"/>
          </p:nvPr>
        </p:nvSpPr>
        <p:spPr>
          <a:xfrm>
            <a:off x="199440" y="136800"/>
            <a:ext cx="9505440" cy="369000"/>
          </a:xfrm>
          <a:prstGeom prst="rect">
            <a:avLst/>
          </a:prstGeom>
          <a:noFill/>
          <a:ln w="0">
            <a:noFill/>
          </a:ln>
        </p:spPr>
        <p:txBody>
          <a:bodyPr lIns="36000" rIns="0" tIns="45720" bIns="45720" anchor="ctr">
            <a:noAutofit/>
          </a:bodyPr>
          <a:p>
            <a:pPr indent="0" defTabSz="914400">
              <a:lnSpc>
                <a:spcPct val="90000"/>
              </a:lnSpc>
              <a:buNone/>
            </a:pPr>
            <a:r>
              <a:rPr b="1" lang="ja-JP" sz="2000" strike="noStrike" u="none">
                <a:solidFill>
                  <a:schemeClr val="dk1"/>
                </a:solidFill>
                <a:effectLst/>
                <a:uFillTx/>
                <a:latin typeface="Meiryo UI"/>
                <a:ea typeface="Meiryo UI"/>
              </a:rPr>
              <a:t>「活動」におけるシーティングの目標（例）</a:t>
            </a:r>
            <a:endParaRPr b="0" lang="en-US" sz="2000" strike="noStrike" u="none">
              <a:solidFill>
                <a:schemeClr val="dk1"/>
              </a:solidFill>
              <a:effectLst/>
              <a:uFillTx/>
              <a:latin typeface="Meiryo UI"/>
            </a:endParaRPr>
          </a:p>
        </p:txBody>
      </p:sp>
      <p:sp>
        <p:nvSpPr>
          <p:cNvPr id="1672" name="正方形/長方形 6"/>
          <p:cNvSpPr/>
          <p:nvPr/>
        </p:nvSpPr>
        <p:spPr>
          <a:xfrm>
            <a:off x="196560" y="1075680"/>
            <a:ext cx="6447960" cy="601560"/>
          </a:xfrm>
          <a:prstGeom prst="rect">
            <a:avLst/>
          </a:prstGeom>
          <a:solidFill>
            <a:schemeClr val="accent4">
              <a:lumMod val="20000"/>
              <a:lumOff val="80000"/>
            </a:schemeClr>
          </a:solidFill>
          <a:ln w="0">
            <a:noFill/>
          </a:ln>
        </p:spPr>
        <p:style>
          <a:lnRef idx="0"/>
          <a:fillRef idx="0"/>
          <a:effectRef idx="0"/>
          <a:fontRef idx="minor"/>
        </p:style>
        <p:txBody>
          <a:bodyPr lIns="72000" rIns="72000" tIns="45000" bIns="45000" anchor="ctr">
            <a:noAutofit/>
          </a:bodyPr>
          <a:p>
            <a:pPr defTabSz="457200">
              <a:lnSpc>
                <a:spcPts val="3501"/>
              </a:lnSpc>
            </a:pPr>
            <a:r>
              <a:rPr b="0" lang="ja-JP" sz="2400" strike="noStrike" u="none">
                <a:solidFill>
                  <a:schemeClr val="dk1"/>
                </a:solidFill>
                <a:effectLst/>
                <a:uFillTx/>
                <a:latin typeface="Meiryo UI"/>
                <a:ea typeface="Meiryo UI"/>
              </a:rPr>
              <a:t>シーティングにより座位で過ごす時間が増えることで、</a:t>
            </a:r>
            <a:endParaRPr b="0" lang="en-US" sz="2400" strike="noStrike" u="none">
              <a:solidFill>
                <a:srgbClr val="000000"/>
              </a:solidFill>
              <a:effectLst/>
              <a:uFillTx/>
              <a:latin typeface="Arial"/>
            </a:endParaRPr>
          </a:p>
        </p:txBody>
      </p:sp>
      <p:sp>
        <p:nvSpPr>
          <p:cNvPr id="1673" name="正方形/長方形 8"/>
          <p:cNvSpPr/>
          <p:nvPr/>
        </p:nvSpPr>
        <p:spPr>
          <a:xfrm>
            <a:off x="1748520" y="1894680"/>
            <a:ext cx="7956360" cy="1980000"/>
          </a:xfrm>
          <a:prstGeom prst="rect">
            <a:avLst/>
          </a:prstGeom>
          <a:noFill/>
          <a:ln w="0">
            <a:solidFill>
              <a:srgbClr val="029676">
                <a:lumMod val="75000"/>
              </a:srgbClr>
            </a:solidFill>
          </a:ln>
        </p:spPr>
        <p:style>
          <a:lnRef idx="0"/>
          <a:fillRef idx="0"/>
          <a:effectRef idx="0"/>
          <a:fontRef idx="minor"/>
        </p:style>
        <p:txBody>
          <a:bodyPr lIns="72000" rIns="72000" tIns="45000" bIns="45000" anchor="t">
            <a:noAutofit/>
          </a:bodyPr>
          <a:p>
            <a:pPr marL="343080" indent="-343080" defTabSz="457200">
              <a:lnSpc>
                <a:spcPct val="100000"/>
              </a:lnSpc>
              <a:buClr>
                <a:srgbClr val="000000"/>
              </a:buClr>
              <a:buFont typeface="Arial"/>
              <a:buChar char="•"/>
            </a:pPr>
            <a:r>
              <a:rPr b="0" lang="ja-JP" sz="2000" strike="noStrike" u="none">
                <a:solidFill>
                  <a:schemeClr val="dk1"/>
                </a:solidFill>
                <a:effectLst/>
                <a:uFillTx/>
                <a:latin typeface="Meiryo UI"/>
                <a:ea typeface="Meiryo UI"/>
              </a:rPr>
              <a:t>椅子に座る時間が向上し、生活リズムが改善する</a:t>
            </a:r>
            <a:endParaRPr b="0" lang="en-US" sz="2000" strike="noStrike" u="none">
              <a:solidFill>
                <a:srgbClr val="000000"/>
              </a:solidFill>
              <a:effectLst/>
              <a:uFillTx/>
              <a:latin typeface="Arial"/>
            </a:endParaRPr>
          </a:p>
          <a:p>
            <a:pPr marL="343080" indent="-343080" defTabSz="457200">
              <a:lnSpc>
                <a:spcPct val="100000"/>
              </a:lnSpc>
              <a:buClr>
                <a:srgbClr val="000000"/>
              </a:buClr>
              <a:buFont typeface="Arial"/>
              <a:buChar char="•"/>
            </a:pPr>
            <a:r>
              <a:rPr b="0" lang="ja-JP" sz="2000" strike="noStrike" u="none">
                <a:solidFill>
                  <a:schemeClr val="dk1"/>
                </a:solidFill>
                <a:effectLst/>
                <a:uFillTx/>
                <a:latin typeface="Meiryo UI"/>
                <a:ea typeface="Meiryo UI"/>
              </a:rPr>
              <a:t>椅子に座って櫛で髪をとかすことができる</a:t>
            </a:r>
            <a:endParaRPr b="0" lang="en-US" sz="2000" strike="noStrike" u="none">
              <a:solidFill>
                <a:srgbClr val="000000"/>
              </a:solidFill>
              <a:effectLst/>
              <a:uFillTx/>
              <a:latin typeface="Arial"/>
            </a:endParaRPr>
          </a:p>
          <a:p>
            <a:pPr marL="343080" indent="-343080" defTabSz="457200">
              <a:lnSpc>
                <a:spcPct val="100000"/>
              </a:lnSpc>
              <a:buClr>
                <a:srgbClr val="000000"/>
              </a:buClr>
              <a:buFont typeface="Arial"/>
              <a:buChar char="•"/>
            </a:pPr>
            <a:r>
              <a:rPr b="0" lang="ja-JP" sz="2000" strike="noStrike" u="none">
                <a:solidFill>
                  <a:schemeClr val="dk1"/>
                </a:solidFill>
                <a:effectLst/>
                <a:uFillTx/>
                <a:latin typeface="Meiryo UI"/>
                <a:ea typeface="Meiryo UI"/>
              </a:rPr>
              <a:t>椅子に座って電動ひげ剃りによるひげ剃り動作が可能となる</a:t>
            </a:r>
            <a:endParaRPr b="0" lang="en-US" sz="2000" strike="noStrike" u="none">
              <a:solidFill>
                <a:srgbClr val="000000"/>
              </a:solidFill>
              <a:effectLst/>
              <a:uFillTx/>
              <a:latin typeface="Arial"/>
            </a:endParaRPr>
          </a:p>
          <a:p>
            <a:pPr marL="343080" indent="-343080" defTabSz="457200">
              <a:lnSpc>
                <a:spcPct val="100000"/>
              </a:lnSpc>
              <a:buClr>
                <a:srgbClr val="000000"/>
              </a:buClr>
              <a:buFont typeface="Arial"/>
              <a:buChar char="•"/>
            </a:pPr>
            <a:r>
              <a:rPr b="0" lang="ja-JP" sz="2000" strike="noStrike" u="none">
                <a:solidFill>
                  <a:schemeClr val="dk1"/>
                </a:solidFill>
                <a:effectLst/>
                <a:uFillTx/>
                <a:latin typeface="Meiryo UI"/>
                <a:ea typeface="Meiryo UI"/>
              </a:rPr>
              <a:t>嚥下しやすいポジションとなり、食事の形態がアップする</a:t>
            </a:r>
            <a:endParaRPr b="0" lang="en-US" sz="2000" strike="noStrike" u="none">
              <a:solidFill>
                <a:srgbClr val="000000"/>
              </a:solidFill>
              <a:effectLst/>
              <a:uFillTx/>
              <a:latin typeface="Arial"/>
            </a:endParaRPr>
          </a:p>
          <a:p>
            <a:pPr marL="343080" indent="-343080" defTabSz="457200">
              <a:lnSpc>
                <a:spcPct val="100000"/>
              </a:lnSpc>
              <a:buClr>
                <a:srgbClr val="000000"/>
              </a:buClr>
              <a:buFont typeface="Arial"/>
              <a:buChar char="•"/>
            </a:pPr>
            <a:r>
              <a:rPr b="0" lang="ja-JP" sz="2000" strike="noStrike" u="none">
                <a:solidFill>
                  <a:schemeClr val="dk1"/>
                </a:solidFill>
                <a:effectLst/>
                <a:uFillTx/>
                <a:latin typeface="Meiryo UI"/>
                <a:ea typeface="Meiryo UI"/>
              </a:rPr>
              <a:t>頸部の前屈が改善し前を向けるようになり、会話が円滑となる</a:t>
            </a:r>
            <a:endParaRPr b="0" lang="en-US" sz="2000" strike="noStrike" u="none">
              <a:solidFill>
                <a:srgbClr val="000000"/>
              </a:solidFill>
              <a:effectLst/>
              <a:uFillTx/>
              <a:latin typeface="Arial"/>
            </a:endParaRPr>
          </a:p>
          <a:p>
            <a:pPr marL="343080" indent="-343080" defTabSz="457200">
              <a:lnSpc>
                <a:spcPct val="100000"/>
              </a:lnSpc>
              <a:buClr>
                <a:srgbClr val="000000"/>
              </a:buClr>
              <a:buFont typeface="Arial"/>
              <a:buChar char="•"/>
            </a:pPr>
            <a:r>
              <a:rPr b="0" lang="ja-JP" sz="2000" strike="noStrike" u="none">
                <a:solidFill>
                  <a:schemeClr val="dk1"/>
                </a:solidFill>
                <a:effectLst/>
                <a:uFillTx/>
                <a:latin typeface="Meiryo UI"/>
                <a:ea typeface="Meiryo UI"/>
              </a:rPr>
              <a:t>トイレでの排泄が可能となる　　等</a:t>
            </a:r>
            <a:endParaRPr b="0" lang="en-US" sz="2000" strike="noStrike" u="none">
              <a:solidFill>
                <a:srgbClr val="000000"/>
              </a:solidFill>
              <a:effectLst/>
              <a:uFillTx/>
              <a:latin typeface="Arial"/>
            </a:endParaRPr>
          </a:p>
        </p:txBody>
      </p:sp>
      <p:sp>
        <p:nvSpPr>
          <p:cNvPr id="1674" name="矢印: 折線 2"/>
          <p:cNvSpPr/>
          <p:nvPr/>
        </p:nvSpPr>
        <p:spPr>
          <a:xfrm flipV="1">
            <a:off x="1028520" y="1764000"/>
            <a:ext cx="503640" cy="965160"/>
          </a:xfrm>
          <a:prstGeom prst="bentArrow">
            <a:avLst>
              <a:gd name="adj1" fmla="val 34070"/>
              <a:gd name="adj2" fmla="val 50000"/>
              <a:gd name="adj3" fmla="val 41931"/>
              <a:gd name="adj4" fmla="val 33168"/>
            </a:avLst>
          </a:prstGeom>
          <a:solidFill>
            <a:schemeClr val="bg1">
              <a:lumMod val="75000"/>
            </a:schemeClr>
          </a:solidFill>
          <a:ln w="0">
            <a:noFill/>
          </a:ln>
        </p:spPr>
        <p:style>
          <a:lnRef idx="0"/>
          <a:fillRef idx="0"/>
          <a:effectRef idx="0"/>
          <a:fontRef idx="minor"/>
        </p:style>
        <p:txBody>
          <a:bodyPr lIns="72000" rIns="72000" tIns="45000" bIns="45000" anchor="ctr">
            <a:noAutofit/>
          </a:bodyPr>
          <a:p>
            <a:pPr defTabSz="457200">
              <a:lnSpc>
                <a:spcPts val="3501"/>
              </a:lnSpc>
            </a:pPr>
            <a:endParaRPr b="0" lang="en-US" sz="2400" strike="noStrike" u="none">
              <a:solidFill>
                <a:schemeClr val="dk1"/>
              </a:solidFill>
              <a:effectLst/>
              <a:uFillTx/>
              <a:latin typeface="Meiryo UI"/>
              <a:ea typeface="Meiryo UI"/>
            </a:endParaRPr>
          </a:p>
        </p:txBody>
      </p:sp>
      <p:grpSp>
        <p:nvGrpSpPr>
          <p:cNvPr id="1675" name="グループ化 13"/>
          <p:cNvGrpSpPr/>
          <p:nvPr/>
        </p:nvGrpSpPr>
        <p:grpSpPr>
          <a:xfrm>
            <a:off x="5745240" y="44640"/>
            <a:ext cx="4140000" cy="428040"/>
            <a:chOff x="5745240" y="44640"/>
            <a:chExt cx="4140000" cy="428040"/>
          </a:xfrm>
        </p:grpSpPr>
        <p:sp>
          <p:nvSpPr>
            <p:cNvPr id="1676" name="矢印: 五方向 14"/>
            <p:cNvSpPr/>
            <p:nvPr/>
          </p:nvSpPr>
          <p:spPr>
            <a:xfrm>
              <a:off x="8791200" y="44640"/>
              <a:ext cx="1094040" cy="428040"/>
            </a:xfrm>
            <a:prstGeom prst="homePlate">
              <a:avLst>
                <a:gd name="adj" fmla="val 31031"/>
              </a:avLst>
            </a:prstGeom>
            <a:solidFill>
              <a:schemeClr val="bg1">
                <a:lumMod val="75000"/>
              </a:schemeClr>
            </a:solidFill>
            <a:ln w="0">
              <a:solidFill>
                <a:srgbClr val="ffffff"/>
              </a:solidFill>
            </a:ln>
          </p:spPr>
          <p:style>
            <a:lnRef idx="0"/>
            <a:fillRef idx="0"/>
            <a:effectRef idx="0"/>
            <a:fontRef idx="minor"/>
          </p:style>
          <p:txBody>
            <a:bodyPr numCol="1" spcCol="0" horzOverflow="overflow" anchor="ctr">
              <a:noAutofit/>
            </a:bodyPr>
            <a:p>
              <a:pPr algn="ctr" defTabSz="457200">
                <a:lnSpc>
                  <a:spcPts val="1301"/>
                </a:lnSpc>
              </a:pPr>
              <a:r>
                <a:rPr b="1" lang="en-US" sz="1200" strike="noStrike" u="none">
                  <a:solidFill>
                    <a:schemeClr val="lt1"/>
                  </a:solidFill>
                  <a:effectLst/>
                  <a:uFillTx/>
                  <a:latin typeface="Meiryo UI"/>
                  <a:ea typeface="Meiryo UI"/>
                </a:rPr>
                <a:t>④</a:t>
              </a:r>
              <a:endParaRPr b="0" lang="en-US" sz="1200" strike="noStrike" u="none">
                <a:solidFill>
                  <a:srgbClr val="000000"/>
                </a:solidFill>
                <a:effectLst/>
                <a:uFillTx/>
                <a:latin typeface="Arial"/>
              </a:endParaRPr>
            </a:p>
            <a:p>
              <a:pPr algn="ctr" defTabSz="457200">
                <a:lnSpc>
                  <a:spcPts val="1301"/>
                </a:lnSpc>
              </a:pPr>
              <a:r>
                <a:rPr b="1" lang="ja-JP" sz="1200" strike="noStrike" u="none">
                  <a:solidFill>
                    <a:schemeClr val="lt1"/>
                  </a:solidFill>
                  <a:effectLst/>
                  <a:uFillTx/>
                  <a:latin typeface="Meiryo UI"/>
                  <a:ea typeface="Meiryo UI"/>
                </a:rPr>
                <a:t>観察</a:t>
              </a:r>
              <a:endParaRPr b="0" lang="en-US" sz="1200" strike="noStrike" u="none">
                <a:solidFill>
                  <a:srgbClr val="000000"/>
                </a:solidFill>
                <a:effectLst/>
                <a:uFillTx/>
                <a:latin typeface="Arial"/>
              </a:endParaRPr>
            </a:p>
          </p:txBody>
        </p:sp>
        <p:sp>
          <p:nvSpPr>
            <p:cNvPr id="1677" name="矢印: 五方向 15"/>
            <p:cNvSpPr/>
            <p:nvPr/>
          </p:nvSpPr>
          <p:spPr>
            <a:xfrm>
              <a:off x="7769520" y="44640"/>
              <a:ext cx="1094040" cy="428040"/>
            </a:xfrm>
            <a:prstGeom prst="homePlate">
              <a:avLst>
                <a:gd name="adj" fmla="val 34587"/>
              </a:avLst>
            </a:prstGeom>
            <a:solidFill>
              <a:schemeClr val="bg1">
                <a:lumMod val="75000"/>
              </a:schemeClr>
            </a:solidFill>
            <a:ln w="0">
              <a:solidFill>
                <a:srgbClr val="ffffff"/>
              </a:solidFill>
            </a:ln>
          </p:spPr>
          <p:style>
            <a:lnRef idx="0"/>
            <a:fillRef idx="0"/>
            <a:effectRef idx="0"/>
            <a:fontRef idx="minor"/>
          </p:style>
          <p:txBody>
            <a:bodyPr numCol="1" spcCol="0" horzOverflow="overflow" anchor="ctr">
              <a:noAutofit/>
            </a:bodyPr>
            <a:p>
              <a:pPr algn="ctr" defTabSz="457200">
                <a:lnSpc>
                  <a:spcPts val="1301"/>
                </a:lnSpc>
              </a:pPr>
              <a:r>
                <a:rPr b="1" lang="en-US" sz="1200" strike="noStrike" u="none">
                  <a:solidFill>
                    <a:schemeClr val="lt1"/>
                  </a:solidFill>
                  <a:effectLst/>
                  <a:uFillTx/>
                  <a:latin typeface="Meiryo UI"/>
                  <a:ea typeface="Meiryo UI"/>
                </a:rPr>
                <a:t>③</a:t>
              </a:r>
              <a:endParaRPr b="0" lang="en-US" sz="1200" strike="noStrike" u="none">
                <a:solidFill>
                  <a:srgbClr val="000000"/>
                </a:solidFill>
                <a:effectLst/>
                <a:uFillTx/>
                <a:latin typeface="Arial"/>
              </a:endParaRPr>
            </a:p>
            <a:p>
              <a:pPr algn="ctr" defTabSz="457200">
                <a:lnSpc>
                  <a:spcPts val="1301"/>
                </a:lnSpc>
              </a:pPr>
              <a:r>
                <a:rPr b="1" lang="ja-JP" sz="1200" strike="noStrike" u="none">
                  <a:solidFill>
                    <a:schemeClr val="lt1"/>
                  </a:solidFill>
                  <a:effectLst/>
                  <a:uFillTx/>
                  <a:latin typeface="Meiryo UI"/>
                  <a:ea typeface="Meiryo UI"/>
                </a:rPr>
                <a:t>実施</a:t>
              </a:r>
              <a:endParaRPr b="0" lang="en-US" sz="1200" strike="noStrike" u="none">
                <a:solidFill>
                  <a:srgbClr val="000000"/>
                </a:solidFill>
                <a:effectLst/>
                <a:uFillTx/>
                <a:latin typeface="Arial"/>
              </a:endParaRPr>
            </a:p>
          </p:txBody>
        </p:sp>
        <p:sp>
          <p:nvSpPr>
            <p:cNvPr id="1678" name="矢印: 五方向 16"/>
            <p:cNvSpPr/>
            <p:nvPr/>
          </p:nvSpPr>
          <p:spPr>
            <a:xfrm>
              <a:off x="6759720" y="44640"/>
              <a:ext cx="1094040" cy="428040"/>
            </a:xfrm>
            <a:prstGeom prst="homePlate">
              <a:avLst>
                <a:gd name="adj" fmla="val 33995"/>
              </a:avLst>
            </a:prstGeom>
            <a:solidFill>
              <a:schemeClr val="accent4"/>
            </a:solidFill>
            <a:ln w="0">
              <a:solidFill>
                <a:srgbClr val="ffffff"/>
              </a:solidFill>
            </a:ln>
          </p:spPr>
          <p:style>
            <a:lnRef idx="0"/>
            <a:fillRef idx="0"/>
            <a:effectRef idx="0"/>
            <a:fontRef idx="minor"/>
          </p:style>
          <p:txBody>
            <a:bodyPr numCol="1" spcCol="0" horzOverflow="overflow" anchor="ctr">
              <a:noAutofit/>
            </a:bodyPr>
            <a:p>
              <a:pPr algn="ctr" defTabSz="457200">
                <a:lnSpc>
                  <a:spcPts val="1301"/>
                </a:lnSpc>
              </a:pPr>
              <a:r>
                <a:rPr b="1" lang="en-US" sz="1200" strike="noStrike" u="none">
                  <a:solidFill>
                    <a:schemeClr val="lt1"/>
                  </a:solidFill>
                  <a:effectLst/>
                  <a:uFillTx/>
                  <a:latin typeface="Meiryo UI"/>
                  <a:ea typeface="Meiryo UI"/>
                </a:rPr>
                <a:t>②</a:t>
              </a:r>
              <a:endParaRPr b="0" lang="en-US" sz="1200" strike="noStrike" u="none">
                <a:solidFill>
                  <a:srgbClr val="ffffff"/>
                </a:solidFill>
                <a:effectLst/>
                <a:uFillTx/>
                <a:latin typeface="Arial"/>
              </a:endParaRPr>
            </a:p>
            <a:p>
              <a:pPr algn="ctr" defTabSz="457200">
                <a:lnSpc>
                  <a:spcPts val="1301"/>
                </a:lnSpc>
              </a:pPr>
              <a:r>
                <a:rPr b="1" lang="ja-JP" sz="1200" strike="noStrike" u="none">
                  <a:solidFill>
                    <a:schemeClr val="lt1"/>
                  </a:solidFill>
                  <a:effectLst/>
                  <a:uFillTx/>
                  <a:latin typeface="Meiryo UI"/>
                  <a:ea typeface="Meiryo UI"/>
                </a:rPr>
                <a:t>アセスメント</a:t>
              </a:r>
              <a:endParaRPr b="0" lang="en-US" sz="1200" strike="noStrike" u="none">
                <a:solidFill>
                  <a:srgbClr val="ffffff"/>
                </a:solidFill>
                <a:effectLst/>
                <a:uFillTx/>
                <a:latin typeface="Arial"/>
              </a:endParaRPr>
            </a:p>
          </p:txBody>
        </p:sp>
        <p:sp>
          <p:nvSpPr>
            <p:cNvPr id="1679" name="矢印: 五方向 17"/>
            <p:cNvSpPr/>
            <p:nvPr/>
          </p:nvSpPr>
          <p:spPr>
            <a:xfrm>
              <a:off x="5745240" y="44640"/>
              <a:ext cx="1094040" cy="428040"/>
            </a:xfrm>
            <a:prstGeom prst="homePlate">
              <a:avLst>
                <a:gd name="adj" fmla="val 39617"/>
              </a:avLst>
            </a:prstGeom>
            <a:solidFill>
              <a:schemeClr val="bg1">
                <a:lumMod val="75000"/>
              </a:schemeClr>
            </a:solidFill>
            <a:ln w="0">
              <a:solidFill>
                <a:srgbClr val="ffffff"/>
              </a:solidFill>
            </a:ln>
          </p:spPr>
          <p:style>
            <a:lnRef idx="0"/>
            <a:fillRef idx="0"/>
            <a:effectRef idx="0"/>
            <a:fontRef idx="minor"/>
          </p:style>
          <p:txBody>
            <a:bodyPr numCol="1" spcCol="0" horzOverflow="overflow" anchor="ctr">
              <a:noAutofit/>
            </a:bodyPr>
            <a:p>
              <a:pPr algn="ctr" defTabSz="457200">
                <a:lnSpc>
                  <a:spcPts val="1301"/>
                </a:lnSpc>
              </a:pPr>
              <a:r>
                <a:rPr b="1" lang="en-US" sz="1200" strike="noStrike" u="none">
                  <a:solidFill>
                    <a:schemeClr val="lt1"/>
                  </a:solidFill>
                  <a:effectLst/>
                  <a:uFillTx/>
                  <a:latin typeface="Meiryo UI"/>
                  <a:ea typeface="Meiryo UI"/>
                </a:rPr>
                <a:t>①</a:t>
              </a:r>
              <a:endParaRPr b="0" lang="en-US" sz="1200" strike="noStrike" u="none">
                <a:solidFill>
                  <a:srgbClr val="000000"/>
                </a:solidFill>
                <a:effectLst/>
                <a:uFillTx/>
                <a:latin typeface="Arial"/>
              </a:endParaRPr>
            </a:p>
            <a:p>
              <a:pPr algn="ctr" defTabSz="457200">
                <a:lnSpc>
                  <a:spcPts val="1301"/>
                </a:lnSpc>
              </a:pPr>
              <a:r>
                <a:rPr b="1" lang="ja-JP" sz="1200" strike="noStrike" u="none">
                  <a:solidFill>
                    <a:schemeClr val="lt1"/>
                  </a:solidFill>
                  <a:effectLst/>
                  <a:uFillTx/>
                  <a:latin typeface="Meiryo UI"/>
                  <a:ea typeface="Meiryo UI"/>
                </a:rPr>
                <a:t>必要性検討</a:t>
              </a:r>
              <a:endParaRPr b="0" lang="en-US" sz="1200" strike="noStrike" u="none">
                <a:solidFill>
                  <a:srgbClr val="000000"/>
                </a:solidFill>
                <a:effectLst/>
                <a:uFillTx/>
                <a:latin typeface="Arial"/>
              </a:endParaRPr>
            </a:p>
          </p:txBody>
        </p:sp>
      </p:grpSp>
      <p:sp>
        <p:nvSpPr>
          <p:cNvPr id="1680" name="テキスト プレースホルダー 2"/>
          <p:cNvSpPr/>
          <p:nvPr/>
        </p:nvSpPr>
        <p:spPr>
          <a:xfrm>
            <a:off x="202680" y="595440"/>
            <a:ext cx="9505440" cy="525960"/>
          </a:xfrm>
          <a:prstGeom prst="rect">
            <a:avLst/>
          </a:prstGeom>
          <a:noFill/>
          <a:ln w="0">
            <a:noFill/>
          </a:ln>
        </p:spPr>
        <p:style>
          <a:lnRef idx="0"/>
          <a:fillRef idx="0"/>
          <a:effectRef idx="0"/>
          <a:fontRef idx="minor"/>
        </p:style>
        <p:txBody>
          <a:bodyPr anchor="t">
            <a:noAutofit/>
          </a:bodyPr>
          <a:p>
            <a:pPr marL="180000" indent="-180000" defTabSz="914400">
              <a:lnSpc>
                <a:spcPct val="90000"/>
              </a:lnSpc>
              <a:spcAft>
                <a:spcPts val="601"/>
              </a:spcAft>
              <a:buClr>
                <a:srgbClr val="222f28"/>
              </a:buClr>
              <a:buFont typeface="Arial"/>
              <a:buChar char="•"/>
            </a:pPr>
            <a:r>
              <a:rPr b="1" lang="ja-JP" sz="2000" strike="noStrike" u="none">
                <a:solidFill>
                  <a:schemeClr val="dk2">
                    <a:lumMod val="50000"/>
                  </a:schemeClr>
                </a:solidFill>
                <a:effectLst/>
                <a:uFillTx/>
                <a:latin typeface="Meiryo UI"/>
                <a:ea typeface="Meiryo UI"/>
              </a:rPr>
              <a:t>「活動」におけるシーティングの目標設定の例は以下の通りです。</a:t>
            </a:r>
            <a:endParaRPr b="0" lang="en-US" sz="2000" strike="noStrike" u="none">
              <a:solidFill>
                <a:srgbClr val="000000"/>
              </a:solidFill>
              <a:effectLst/>
              <a:uFillTx/>
              <a:latin typeface="Arial"/>
            </a:endParaRPr>
          </a:p>
        </p:txBody>
      </p:sp>
      <p:pic>
        <p:nvPicPr>
          <p:cNvPr id="1681" name="図 7" descr=""/>
          <p:cNvPicPr/>
          <p:nvPr/>
        </p:nvPicPr>
        <p:blipFill>
          <a:blip r:embed="rId1"/>
          <a:stretch/>
        </p:blipFill>
        <p:spPr>
          <a:xfrm>
            <a:off x="1743120" y="4024080"/>
            <a:ext cx="3719880" cy="2113920"/>
          </a:xfrm>
          <a:prstGeom prst="rect">
            <a:avLst/>
          </a:prstGeom>
          <a:noFill/>
          <a:ln w="0">
            <a:noFill/>
          </a:ln>
        </p:spPr>
      </p:pic>
      <p:pic>
        <p:nvPicPr>
          <p:cNvPr id="1682" name="図 4" descr=""/>
          <p:cNvPicPr/>
          <p:nvPr/>
        </p:nvPicPr>
        <p:blipFill>
          <a:blip r:embed="rId2"/>
          <a:stretch/>
        </p:blipFill>
        <p:spPr>
          <a:xfrm>
            <a:off x="5535360" y="4017240"/>
            <a:ext cx="4187880" cy="2127240"/>
          </a:xfrm>
          <a:prstGeom prst="rect">
            <a:avLst/>
          </a:prstGeom>
          <a:noFill/>
          <a:ln w="0">
            <a:noFill/>
          </a:ln>
        </p:spPr>
      </p:pic>
      <p:sp>
        <p:nvSpPr>
          <p:cNvPr id="1683" name="テキスト ボックス 19"/>
          <p:cNvSpPr/>
          <p:nvPr/>
        </p:nvSpPr>
        <p:spPr>
          <a:xfrm>
            <a:off x="1424520" y="6271920"/>
            <a:ext cx="8280360" cy="25344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0" lang="ja-JP" sz="1050" strike="noStrike" u="none">
                <a:solidFill>
                  <a:srgbClr val="000000"/>
                </a:solidFill>
                <a:effectLst/>
                <a:uFillTx/>
                <a:latin typeface="Meiryo UI"/>
                <a:ea typeface="Meiryo UI"/>
              </a:rPr>
              <a:t>出所：令和２年度厚生労働省老人保健健康増進等事業「高齢者の適切なケアとシーティングに関する手引き」を基に作成</a:t>
            </a:r>
            <a:endParaRPr b="0" lang="en-US" sz="105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4" name="PlaceHolder 1"/>
          <p:cNvSpPr>
            <a:spLocks noGrp="1"/>
          </p:cNvSpPr>
          <p:nvPr>
            <p:ph type="title"/>
          </p:nvPr>
        </p:nvSpPr>
        <p:spPr>
          <a:xfrm>
            <a:off x="199440" y="136800"/>
            <a:ext cx="6481440" cy="369000"/>
          </a:xfrm>
          <a:prstGeom prst="rect">
            <a:avLst/>
          </a:prstGeom>
          <a:noFill/>
          <a:ln w="0">
            <a:noFill/>
          </a:ln>
        </p:spPr>
        <p:txBody>
          <a:bodyPr lIns="36000" rIns="0" tIns="45720" bIns="45720" anchor="ctr">
            <a:noAutofit/>
          </a:bodyPr>
          <a:p>
            <a:pPr indent="0" defTabSz="914400">
              <a:lnSpc>
                <a:spcPct val="90000"/>
              </a:lnSpc>
              <a:buNone/>
            </a:pPr>
            <a:r>
              <a:rPr b="1" lang="en-US" sz="2000" strike="noStrike" u="none">
                <a:solidFill>
                  <a:schemeClr val="dk1"/>
                </a:solidFill>
                <a:effectLst/>
                <a:uFillTx/>
                <a:latin typeface="Meiryo UI"/>
                <a:ea typeface="Meiryo UI"/>
              </a:rPr>
              <a:t>4.5</a:t>
            </a:r>
            <a:r>
              <a:rPr b="1" lang="ja-JP" sz="2000" strike="noStrike" u="none">
                <a:solidFill>
                  <a:schemeClr val="dk1"/>
                </a:solidFill>
                <a:effectLst/>
                <a:uFillTx/>
                <a:latin typeface="Meiryo UI"/>
                <a:ea typeface="Meiryo UI"/>
              </a:rPr>
              <a:t>　手順③シーティングの実施</a:t>
            </a:r>
            <a:endParaRPr b="0" lang="en-US" sz="2000" strike="noStrike" u="none">
              <a:solidFill>
                <a:schemeClr val="dk1"/>
              </a:solidFill>
              <a:effectLst/>
              <a:uFillTx/>
              <a:latin typeface="Meiryo UI"/>
            </a:endParaRPr>
          </a:p>
        </p:txBody>
      </p:sp>
      <p:grpSp>
        <p:nvGrpSpPr>
          <p:cNvPr id="1685" name="グループ化 25"/>
          <p:cNvGrpSpPr/>
          <p:nvPr/>
        </p:nvGrpSpPr>
        <p:grpSpPr>
          <a:xfrm>
            <a:off x="5745240" y="44640"/>
            <a:ext cx="4140000" cy="428040"/>
            <a:chOff x="5745240" y="44640"/>
            <a:chExt cx="4140000" cy="428040"/>
          </a:xfrm>
        </p:grpSpPr>
        <p:sp>
          <p:nvSpPr>
            <p:cNvPr id="1686" name="矢印: 五方向 27"/>
            <p:cNvSpPr/>
            <p:nvPr/>
          </p:nvSpPr>
          <p:spPr>
            <a:xfrm>
              <a:off x="8791200" y="44640"/>
              <a:ext cx="1094040" cy="428040"/>
            </a:xfrm>
            <a:prstGeom prst="homePlate">
              <a:avLst>
                <a:gd name="adj" fmla="val 31031"/>
              </a:avLst>
            </a:prstGeom>
            <a:solidFill>
              <a:schemeClr val="bg1">
                <a:lumMod val="75000"/>
              </a:schemeClr>
            </a:solidFill>
            <a:ln w="0">
              <a:solidFill>
                <a:srgbClr val="ffffff"/>
              </a:solidFill>
            </a:ln>
          </p:spPr>
          <p:style>
            <a:lnRef idx="0"/>
            <a:fillRef idx="0"/>
            <a:effectRef idx="0"/>
            <a:fontRef idx="minor"/>
          </p:style>
          <p:txBody>
            <a:bodyPr numCol="1" spcCol="0" horzOverflow="overflow" anchor="ctr">
              <a:noAutofit/>
            </a:bodyPr>
            <a:p>
              <a:pPr algn="ctr" defTabSz="457200">
                <a:lnSpc>
                  <a:spcPts val="1301"/>
                </a:lnSpc>
              </a:pPr>
              <a:r>
                <a:rPr b="1" lang="en-US" sz="1200" strike="noStrike" u="none">
                  <a:solidFill>
                    <a:schemeClr val="lt1"/>
                  </a:solidFill>
                  <a:effectLst/>
                  <a:uFillTx/>
                  <a:latin typeface="Meiryo UI"/>
                  <a:ea typeface="Meiryo UI"/>
                </a:rPr>
                <a:t>④</a:t>
              </a:r>
              <a:endParaRPr b="0" lang="en-US" sz="1200" strike="noStrike" u="none">
                <a:solidFill>
                  <a:srgbClr val="000000"/>
                </a:solidFill>
                <a:effectLst/>
                <a:uFillTx/>
                <a:latin typeface="Arial"/>
              </a:endParaRPr>
            </a:p>
            <a:p>
              <a:pPr algn="ctr" defTabSz="457200">
                <a:lnSpc>
                  <a:spcPts val="1301"/>
                </a:lnSpc>
              </a:pPr>
              <a:r>
                <a:rPr b="1" lang="ja-JP" sz="1200" strike="noStrike" u="none">
                  <a:solidFill>
                    <a:schemeClr val="lt1"/>
                  </a:solidFill>
                  <a:effectLst/>
                  <a:uFillTx/>
                  <a:latin typeface="Meiryo UI"/>
                  <a:ea typeface="Meiryo UI"/>
                </a:rPr>
                <a:t>観察</a:t>
              </a:r>
              <a:endParaRPr b="0" lang="en-US" sz="1200" strike="noStrike" u="none">
                <a:solidFill>
                  <a:srgbClr val="000000"/>
                </a:solidFill>
                <a:effectLst/>
                <a:uFillTx/>
                <a:latin typeface="Arial"/>
              </a:endParaRPr>
            </a:p>
          </p:txBody>
        </p:sp>
        <p:sp>
          <p:nvSpPr>
            <p:cNvPr id="1687" name="矢印: 五方向 28"/>
            <p:cNvSpPr/>
            <p:nvPr/>
          </p:nvSpPr>
          <p:spPr>
            <a:xfrm>
              <a:off x="7769520" y="44640"/>
              <a:ext cx="1094040" cy="428040"/>
            </a:xfrm>
            <a:prstGeom prst="homePlate">
              <a:avLst>
                <a:gd name="adj" fmla="val 34587"/>
              </a:avLst>
            </a:prstGeom>
            <a:solidFill>
              <a:schemeClr val="accent4"/>
            </a:solidFill>
            <a:ln w="0">
              <a:solidFill>
                <a:srgbClr val="ffffff"/>
              </a:solidFill>
            </a:ln>
          </p:spPr>
          <p:style>
            <a:lnRef idx="0"/>
            <a:fillRef idx="0"/>
            <a:effectRef idx="0"/>
            <a:fontRef idx="minor"/>
          </p:style>
          <p:txBody>
            <a:bodyPr numCol="1" spcCol="0" horzOverflow="overflow" anchor="ctr">
              <a:noAutofit/>
            </a:bodyPr>
            <a:p>
              <a:pPr algn="ctr" defTabSz="457200">
                <a:lnSpc>
                  <a:spcPts val="1301"/>
                </a:lnSpc>
              </a:pPr>
              <a:r>
                <a:rPr b="1" lang="en-US" sz="1200" strike="noStrike" u="none">
                  <a:solidFill>
                    <a:schemeClr val="lt1"/>
                  </a:solidFill>
                  <a:effectLst/>
                  <a:uFillTx/>
                  <a:latin typeface="Meiryo UI"/>
                  <a:ea typeface="Meiryo UI"/>
                </a:rPr>
                <a:t>③</a:t>
              </a:r>
              <a:endParaRPr b="0" lang="en-US" sz="1200" strike="noStrike" u="none">
                <a:solidFill>
                  <a:srgbClr val="ffffff"/>
                </a:solidFill>
                <a:effectLst/>
                <a:uFillTx/>
                <a:latin typeface="Arial"/>
              </a:endParaRPr>
            </a:p>
            <a:p>
              <a:pPr algn="ctr" defTabSz="457200">
                <a:lnSpc>
                  <a:spcPts val="1301"/>
                </a:lnSpc>
              </a:pPr>
              <a:r>
                <a:rPr b="1" lang="ja-JP" sz="1200" strike="noStrike" u="none">
                  <a:solidFill>
                    <a:schemeClr val="lt1"/>
                  </a:solidFill>
                  <a:effectLst/>
                  <a:uFillTx/>
                  <a:latin typeface="Meiryo UI"/>
                  <a:ea typeface="Meiryo UI"/>
                </a:rPr>
                <a:t>実施</a:t>
              </a:r>
              <a:endParaRPr b="0" lang="en-US" sz="1200" strike="noStrike" u="none">
                <a:solidFill>
                  <a:srgbClr val="ffffff"/>
                </a:solidFill>
                <a:effectLst/>
                <a:uFillTx/>
                <a:latin typeface="Arial"/>
              </a:endParaRPr>
            </a:p>
          </p:txBody>
        </p:sp>
        <p:sp>
          <p:nvSpPr>
            <p:cNvPr id="1688" name="矢印: 五方向 29"/>
            <p:cNvSpPr/>
            <p:nvPr/>
          </p:nvSpPr>
          <p:spPr>
            <a:xfrm>
              <a:off x="6759720" y="44640"/>
              <a:ext cx="1094040" cy="428040"/>
            </a:xfrm>
            <a:prstGeom prst="homePlate">
              <a:avLst>
                <a:gd name="adj" fmla="val 33995"/>
              </a:avLst>
            </a:prstGeom>
            <a:solidFill>
              <a:schemeClr val="bg1">
                <a:lumMod val="75000"/>
              </a:schemeClr>
            </a:solidFill>
            <a:ln w="0">
              <a:solidFill>
                <a:srgbClr val="ffffff"/>
              </a:solidFill>
            </a:ln>
          </p:spPr>
          <p:style>
            <a:lnRef idx="0"/>
            <a:fillRef idx="0"/>
            <a:effectRef idx="0"/>
            <a:fontRef idx="minor"/>
          </p:style>
          <p:txBody>
            <a:bodyPr numCol="1" spcCol="0" horzOverflow="overflow" anchor="ctr">
              <a:noAutofit/>
            </a:bodyPr>
            <a:p>
              <a:pPr algn="ctr" defTabSz="457200">
                <a:lnSpc>
                  <a:spcPts val="1301"/>
                </a:lnSpc>
              </a:pPr>
              <a:r>
                <a:rPr b="1" lang="en-US" sz="1200" strike="noStrike" u="none">
                  <a:solidFill>
                    <a:schemeClr val="lt1"/>
                  </a:solidFill>
                  <a:effectLst/>
                  <a:uFillTx/>
                  <a:latin typeface="Meiryo UI"/>
                  <a:ea typeface="Meiryo UI"/>
                </a:rPr>
                <a:t>②</a:t>
              </a:r>
              <a:endParaRPr b="0" lang="en-US" sz="1200" strike="noStrike" u="none">
                <a:solidFill>
                  <a:srgbClr val="000000"/>
                </a:solidFill>
                <a:effectLst/>
                <a:uFillTx/>
                <a:latin typeface="Arial"/>
              </a:endParaRPr>
            </a:p>
            <a:p>
              <a:pPr algn="ctr" defTabSz="457200">
                <a:lnSpc>
                  <a:spcPts val="1301"/>
                </a:lnSpc>
              </a:pPr>
              <a:r>
                <a:rPr b="1" lang="ja-JP" sz="1200" strike="noStrike" u="none">
                  <a:solidFill>
                    <a:schemeClr val="lt1"/>
                  </a:solidFill>
                  <a:effectLst/>
                  <a:uFillTx/>
                  <a:latin typeface="Meiryo UI"/>
                  <a:ea typeface="Meiryo UI"/>
                </a:rPr>
                <a:t>アセスメント</a:t>
              </a:r>
              <a:endParaRPr b="0" lang="en-US" sz="1200" strike="noStrike" u="none">
                <a:solidFill>
                  <a:srgbClr val="000000"/>
                </a:solidFill>
                <a:effectLst/>
                <a:uFillTx/>
                <a:latin typeface="Arial"/>
              </a:endParaRPr>
            </a:p>
          </p:txBody>
        </p:sp>
        <p:sp>
          <p:nvSpPr>
            <p:cNvPr id="1689" name="矢印: 五方向 30"/>
            <p:cNvSpPr/>
            <p:nvPr/>
          </p:nvSpPr>
          <p:spPr>
            <a:xfrm>
              <a:off x="5745240" y="44640"/>
              <a:ext cx="1094040" cy="428040"/>
            </a:xfrm>
            <a:prstGeom prst="homePlate">
              <a:avLst>
                <a:gd name="adj" fmla="val 39617"/>
              </a:avLst>
            </a:prstGeom>
            <a:solidFill>
              <a:schemeClr val="bg1">
                <a:lumMod val="75000"/>
              </a:schemeClr>
            </a:solidFill>
            <a:ln w="0">
              <a:solidFill>
                <a:srgbClr val="ffffff"/>
              </a:solidFill>
            </a:ln>
          </p:spPr>
          <p:style>
            <a:lnRef idx="0"/>
            <a:fillRef idx="0"/>
            <a:effectRef idx="0"/>
            <a:fontRef idx="minor"/>
          </p:style>
          <p:txBody>
            <a:bodyPr numCol="1" spcCol="0" horzOverflow="overflow" anchor="ctr">
              <a:noAutofit/>
            </a:bodyPr>
            <a:p>
              <a:pPr algn="ctr" defTabSz="457200">
                <a:lnSpc>
                  <a:spcPts val="1301"/>
                </a:lnSpc>
              </a:pPr>
              <a:r>
                <a:rPr b="1" lang="en-US" sz="1200" strike="noStrike" u="none">
                  <a:solidFill>
                    <a:schemeClr val="lt1"/>
                  </a:solidFill>
                  <a:effectLst/>
                  <a:uFillTx/>
                  <a:latin typeface="Meiryo UI"/>
                  <a:ea typeface="Meiryo UI"/>
                </a:rPr>
                <a:t>①</a:t>
              </a:r>
              <a:endParaRPr b="0" lang="en-US" sz="1200" strike="noStrike" u="none">
                <a:solidFill>
                  <a:srgbClr val="000000"/>
                </a:solidFill>
                <a:effectLst/>
                <a:uFillTx/>
                <a:latin typeface="Arial"/>
              </a:endParaRPr>
            </a:p>
            <a:p>
              <a:pPr algn="ctr" defTabSz="457200">
                <a:lnSpc>
                  <a:spcPts val="1301"/>
                </a:lnSpc>
              </a:pPr>
              <a:r>
                <a:rPr b="1" lang="ja-JP" sz="1200" strike="noStrike" u="none">
                  <a:solidFill>
                    <a:schemeClr val="lt1"/>
                  </a:solidFill>
                  <a:effectLst/>
                  <a:uFillTx/>
                  <a:latin typeface="Meiryo UI"/>
                  <a:ea typeface="Meiryo UI"/>
                </a:rPr>
                <a:t>必要性検討</a:t>
              </a:r>
              <a:endParaRPr b="0" lang="en-US" sz="1200" strike="noStrike" u="none">
                <a:solidFill>
                  <a:srgbClr val="000000"/>
                </a:solidFill>
                <a:effectLst/>
                <a:uFillTx/>
                <a:latin typeface="Arial"/>
              </a:endParaRPr>
            </a:p>
          </p:txBody>
        </p:sp>
      </p:grpSp>
      <p:sp>
        <p:nvSpPr>
          <p:cNvPr id="1690" name="正方形/長方形 23"/>
          <p:cNvSpPr/>
          <p:nvPr/>
        </p:nvSpPr>
        <p:spPr>
          <a:xfrm>
            <a:off x="2072520" y="1016640"/>
            <a:ext cx="7631640" cy="935640"/>
          </a:xfrm>
          <a:prstGeom prst="rect">
            <a:avLst/>
          </a:prstGeom>
          <a:noFill/>
          <a:ln w="9525">
            <a:solidFill>
              <a:srgbClr val="029676">
                <a:lumMod val="75000"/>
              </a:srgbClr>
            </a:solidFill>
            <a:round/>
          </a:ln>
        </p:spPr>
        <p:style>
          <a:lnRef idx="0"/>
          <a:fillRef idx="0"/>
          <a:effectRef idx="0"/>
          <a:fontRef idx="minor"/>
        </p:style>
        <p:txBody>
          <a:bodyPr numCol="1" spcCol="0" horzOverflow="overflow" anchor="ctr">
            <a:noAutofit/>
          </a:bodyPr>
          <a:p>
            <a:pPr marL="343080" indent="-343080" algn="just" defTabSz="914400">
              <a:lnSpc>
                <a:spcPct val="120000"/>
              </a:lnSpc>
              <a:buClr>
                <a:srgbClr val="000000"/>
              </a:buClr>
              <a:buFont typeface="Wingdings" charset="2"/>
              <a:buChar char=""/>
            </a:pPr>
            <a:r>
              <a:rPr b="0" lang="ja-JP" sz="1800" strike="noStrike" u="none">
                <a:solidFill>
                  <a:schemeClr val="dk1"/>
                </a:solidFill>
                <a:effectLst/>
                <a:uFillTx/>
                <a:latin typeface="Meiryo UI"/>
                <a:ea typeface="Meiryo UI"/>
              </a:rPr>
              <a:t>シーティングの実施計画を日々のスケジュールに落とし込む際に、</a:t>
            </a:r>
            <a:r>
              <a:rPr b="1" lang="ja-JP" sz="1800" strike="noStrike" u="none">
                <a:solidFill>
                  <a:srgbClr val="c00000"/>
                </a:solidFill>
                <a:effectLst/>
                <a:uFillTx/>
                <a:latin typeface="Meiryo UI"/>
                <a:ea typeface="Meiryo UI"/>
              </a:rPr>
              <a:t>高齢者の日々の様子を看護師やリハビリテーション専門職等に情報共有する</a:t>
            </a:r>
            <a:r>
              <a:rPr b="0" lang="ja-JP" sz="1800" strike="noStrike" u="none">
                <a:solidFill>
                  <a:schemeClr val="dk1"/>
                </a:solidFill>
                <a:effectLst/>
                <a:uFillTx/>
                <a:latin typeface="Meiryo UI"/>
                <a:ea typeface="Meiryo UI"/>
              </a:rPr>
              <a:t>役割を担う</a:t>
            </a:r>
            <a:endParaRPr b="0" lang="en-US" sz="1800" strike="noStrike" u="none">
              <a:solidFill>
                <a:srgbClr val="000000"/>
              </a:solidFill>
              <a:effectLst/>
              <a:uFillTx/>
              <a:latin typeface="Arial"/>
            </a:endParaRPr>
          </a:p>
        </p:txBody>
      </p:sp>
      <p:sp>
        <p:nvSpPr>
          <p:cNvPr id="1691" name="正方形/長方形 26"/>
          <p:cNvSpPr/>
          <p:nvPr/>
        </p:nvSpPr>
        <p:spPr>
          <a:xfrm>
            <a:off x="452520" y="1016640"/>
            <a:ext cx="1511640" cy="93564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1" lang="en-US" sz="2400" strike="noStrike" u="none">
                <a:solidFill>
                  <a:schemeClr val="dk1"/>
                </a:solidFill>
                <a:effectLst/>
                <a:uFillTx/>
                <a:latin typeface="Meiryo UI"/>
                <a:ea typeface="Meiryo UI"/>
              </a:rPr>
              <a:t>Plan</a:t>
            </a:r>
            <a:endParaRPr b="0" lang="en-US" sz="2400" strike="noStrike" u="none">
              <a:solidFill>
                <a:srgbClr val="000000"/>
              </a:solidFill>
              <a:effectLst/>
              <a:uFillTx/>
              <a:latin typeface="Arial"/>
            </a:endParaRPr>
          </a:p>
        </p:txBody>
      </p:sp>
      <p:sp>
        <p:nvSpPr>
          <p:cNvPr id="1692" name="正方形/長方形 12"/>
          <p:cNvSpPr/>
          <p:nvPr/>
        </p:nvSpPr>
        <p:spPr>
          <a:xfrm>
            <a:off x="2072520" y="600840"/>
            <a:ext cx="7631640" cy="369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1" lang="ja-JP" sz="2000" strike="noStrike" u="none">
                <a:solidFill>
                  <a:schemeClr val="lt1"/>
                </a:solidFill>
                <a:effectLst/>
                <a:uFillTx/>
                <a:latin typeface="Meiryo UI"/>
                <a:ea typeface="Meiryo UI"/>
              </a:rPr>
              <a:t>介護職員の役割とポイント</a:t>
            </a:r>
            <a:endParaRPr b="0" lang="en-US" sz="2000" strike="noStrike" u="none">
              <a:solidFill>
                <a:srgbClr val="ffffff"/>
              </a:solidFill>
              <a:effectLst/>
              <a:uFillTx/>
              <a:latin typeface="Arial"/>
            </a:endParaRPr>
          </a:p>
        </p:txBody>
      </p:sp>
      <p:sp>
        <p:nvSpPr>
          <p:cNvPr id="1693" name="正方形/長方形 13"/>
          <p:cNvSpPr/>
          <p:nvPr/>
        </p:nvSpPr>
        <p:spPr>
          <a:xfrm>
            <a:off x="465480" y="600120"/>
            <a:ext cx="1499040" cy="369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1" lang="ja-JP" sz="2000" strike="noStrike" u="none">
                <a:solidFill>
                  <a:schemeClr val="lt1"/>
                </a:solidFill>
                <a:effectLst/>
                <a:uFillTx/>
                <a:latin typeface="Meiryo UI"/>
                <a:ea typeface="Meiryo UI"/>
              </a:rPr>
              <a:t>プロセス</a:t>
            </a:r>
            <a:endParaRPr b="0" lang="en-US" sz="2000" strike="noStrike" u="none">
              <a:solidFill>
                <a:srgbClr val="ffffff"/>
              </a:solidFill>
              <a:effectLst/>
              <a:uFillTx/>
              <a:latin typeface="Arial"/>
            </a:endParaRPr>
          </a:p>
        </p:txBody>
      </p:sp>
      <p:sp>
        <p:nvSpPr>
          <p:cNvPr id="1694" name="正方形/長方形 15"/>
          <p:cNvSpPr/>
          <p:nvPr/>
        </p:nvSpPr>
        <p:spPr>
          <a:xfrm>
            <a:off x="452520" y="2025000"/>
            <a:ext cx="1511640" cy="158364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1" lang="en-US" sz="2400" strike="noStrike" u="none">
                <a:solidFill>
                  <a:schemeClr val="dk1"/>
                </a:solidFill>
                <a:effectLst/>
                <a:uFillTx/>
                <a:latin typeface="Meiryo UI"/>
                <a:ea typeface="Meiryo UI"/>
              </a:rPr>
              <a:t>Do</a:t>
            </a:r>
            <a:endParaRPr b="0" lang="en-US" sz="2400" strike="noStrike" u="none">
              <a:solidFill>
                <a:srgbClr val="000000"/>
              </a:solidFill>
              <a:effectLst/>
              <a:uFillTx/>
              <a:latin typeface="Arial"/>
            </a:endParaRPr>
          </a:p>
        </p:txBody>
      </p:sp>
      <p:sp>
        <p:nvSpPr>
          <p:cNvPr id="1695" name="正方形/長方形 16"/>
          <p:cNvSpPr/>
          <p:nvPr/>
        </p:nvSpPr>
        <p:spPr>
          <a:xfrm>
            <a:off x="452520" y="3681000"/>
            <a:ext cx="1511640" cy="122364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1" lang="en-US" sz="2400" strike="noStrike" u="none">
                <a:solidFill>
                  <a:schemeClr val="dk1"/>
                </a:solidFill>
                <a:effectLst/>
                <a:uFillTx/>
                <a:latin typeface="Meiryo UI"/>
                <a:ea typeface="Meiryo UI"/>
              </a:rPr>
              <a:t>Check</a:t>
            </a:r>
            <a:endParaRPr b="0" lang="en-US" sz="2400" strike="noStrike" u="none">
              <a:solidFill>
                <a:srgbClr val="000000"/>
              </a:solidFill>
              <a:effectLst/>
              <a:uFillTx/>
              <a:latin typeface="Arial"/>
            </a:endParaRPr>
          </a:p>
        </p:txBody>
      </p:sp>
      <p:sp>
        <p:nvSpPr>
          <p:cNvPr id="1696" name="正方形/長方形 18"/>
          <p:cNvSpPr/>
          <p:nvPr/>
        </p:nvSpPr>
        <p:spPr>
          <a:xfrm>
            <a:off x="452520" y="4977000"/>
            <a:ext cx="1511640" cy="122364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1" lang="en-US" sz="2400" strike="noStrike" u="none">
                <a:solidFill>
                  <a:schemeClr val="dk1"/>
                </a:solidFill>
                <a:effectLst/>
                <a:uFillTx/>
                <a:latin typeface="Meiryo UI"/>
                <a:ea typeface="Meiryo UI"/>
              </a:rPr>
              <a:t>Action</a:t>
            </a:r>
            <a:endParaRPr b="0" lang="en-US" sz="2400" strike="noStrike" u="none">
              <a:solidFill>
                <a:srgbClr val="000000"/>
              </a:solidFill>
              <a:effectLst/>
              <a:uFillTx/>
              <a:latin typeface="Arial"/>
            </a:endParaRPr>
          </a:p>
        </p:txBody>
      </p:sp>
      <p:sp>
        <p:nvSpPr>
          <p:cNvPr id="1697" name="正方形/長方形 19"/>
          <p:cNvSpPr/>
          <p:nvPr/>
        </p:nvSpPr>
        <p:spPr>
          <a:xfrm>
            <a:off x="2072520" y="2025000"/>
            <a:ext cx="7631640" cy="1583640"/>
          </a:xfrm>
          <a:prstGeom prst="rect">
            <a:avLst/>
          </a:prstGeom>
          <a:noFill/>
          <a:ln w="9525">
            <a:solidFill>
              <a:srgbClr val="029676">
                <a:lumMod val="75000"/>
              </a:srgbClr>
            </a:solidFill>
            <a:round/>
          </a:ln>
        </p:spPr>
        <p:style>
          <a:lnRef idx="0"/>
          <a:fillRef idx="0"/>
          <a:effectRef idx="0"/>
          <a:fontRef idx="minor"/>
        </p:style>
        <p:txBody>
          <a:bodyPr numCol="1" spcCol="0" horzOverflow="overflow" anchor="ctr">
            <a:noAutofit/>
          </a:bodyPr>
          <a:p>
            <a:pPr marL="343080" indent="-343080" algn="just" defTabSz="914400">
              <a:lnSpc>
                <a:spcPct val="120000"/>
              </a:lnSpc>
              <a:buClr>
                <a:srgbClr val="000000"/>
              </a:buClr>
              <a:buFont typeface="Wingdings" charset="2"/>
              <a:buChar char=""/>
            </a:pPr>
            <a:r>
              <a:rPr b="0" lang="ja-JP" sz="1800" strike="noStrike" u="none">
                <a:solidFill>
                  <a:schemeClr val="dk1"/>
                </a:solidFill>
                <a:effectLst/>
                <a:uFillTx/>
                <a:latin typeface="Meiryo UI"/>
                <a:ea typeface="Meiryo UI"/>
              </a:rPr>
              <a:t>リハビリテーション専門職等とともに、</a:t>
            </a:r>
            <a:r>
              <a:rPr b="1" lang="ja-JP" sz="1800" strike="noStrike" u="none">
                <a:solidFill>
                  <a:srgbClr val="c00000"/>
                </a:solidFill>
                <a:effectLst/>
                <a:uFillTx/>
                <a:latin typeface="Meiryo UI"/>
                <a:ea typeface="Meiryo UI"/>
              </a:rPr>
              <a:t>日々の生活でシーティングを実施</a:t>
            </a:r>
            <a:endParaRPr b="0" lang="en-US" sz="1800" strike="noStrike" u="none">
              <a:solidFill>
                <a:srgbClr val="000000"/>
              </a:solidFill>
              <a:effectLst/>
              <a:uFillTx/>
              <a:latin typeface="Arial"/>
            </a:endParaRPr>
          </a:p>
          <a:p>
            <a:pPr marL="343080" indent="-343080" algn="just" defTabSz="914400">
              <a:lnSpc>
                <a:spcPct val="120000"/>
              </a:lnSpc>
              <a:buClr>
                <a:srgbClr val="000000"/>
              </a:buClr>
              <a:buFont typeface="Wingdings" charset="2"/>
              <a:buChar char=""/>
            </a:pPr>
            <a:r>
              <a:rPr b="0" lang="ja-JP" sz="1800" strike="noStrike" u="none">
                <a:solidFill>
                  <a:schemeClr val="dk1"/>
                </a:solidFill>
                <a:effectLst/>
                <a:uFillTx/>
                <a:latin typeface="Meiryo UI"/>
                <a:ea typeface="Meiryo UI"/>
              </a:rPr>
              <a:t>シーティングの</a:t>
            </a:r>
            <a:r>
              <a:rPr b="1" lang="ja-JP" sz="1800" strike="noStrike" u="none">
                <a:solidFill>
                  <a:srgbClr val="c00000"/>
                </a:solidFill>
                <a:effectLst/>
                <a:uFillTx/>
                <a:latin typeface="Meiryo UI"/>
                <a:ea typeface="Meiryo UI"/>
              </a:rPr>
              <a:t>実施方法等を介護職員間で共有</a:t>
            </a:r>
            <a:endParaRPr b="0" lang="en-US" sz="1800" strike="noStrike" u="none">
              <a:solidFill>
                <a:srgbClr val="000000"/>
              </a:solidFill>
              <a:effectLst/>
              <a:uFillTx/>
              <a:latin typeface="Arial"/>
            </a:endParaRPr>
          </a:p>
          <a:p>
            <a:pPr marL="343080" indent="-343080" algn="just" defTabSz="914400">
              <a:lnSpc>
                <a:spcPct val="120000"/>
              </a:lnSpc>
              <a:buClr>
                <a:srgbClr val="000000"/>
              </a:buClr>
              <a:buFont typeface="Wingdings" charset="2"/>
              <a:buChar char=""/>
            </a:pPr>
            <a:r>
              <a:rPr b="0" lang="ja-JP" sz="1800" strike="noStrike" u="none">
                <a:solidFill>
                  <a:schemeClr val="dk1"/>
                </a:solidFill>
                <a:effectLst/>
                <a:uFillTx/>
                <a:latin typeface="Meiryo UI"/>
                <a:ea typeface="Meiryo UI"/>
              </a:rPr>
              <a:t>日々の様子を観察し、</a:t>
            </a:r>
            <a:r>
              <a:rPr b="1" lang="ja-JP" sz="1800" strike="noStrike" u="none">
                <a:solidFill>
                  <a:srgbClr val="c00000"/>
                </a:solidFill>
                <a:effectLst/>
                <a:uFillTx/>
                <a:latin typeface="Meiryo UI"/>
                <a:ea typeface="Meiryo UI"/>
              </a:rPr>
              <a:t>変化に気づいた場合は、必要に応じてリハビリテーション専門職に情報を共有</a:t>
            </a:r>
            <a:endParaRPr b="0" lang="en-US" sz="1800" strike="noStrike" u="none">
              <a:solidFill>
                <a:srgbClr val="000000"/>
              </a:solidFill>
              <a:effectLst/>
              <a:uFillTx/>
              <a:latin typeface="Arial"/>
            </a:endParaRPr>
          </a:p>
        </p:txBody>
      </p:sp>
      <p:sp>
        <p:nvSpPr>
          <p:cNvPr id="1698" name="正方形/長方形 20"/>
          <p:cNvSpPr/>
          <p:nvPr/>
        </p:nvSpPr>
        <p:spPr>
          <a:xfrm>
            <a:off x="2072520" y="3681000"/>
            <a:ext cx="7631640" cy="2519640"/>
          </a:xfrm>
          <a:prstGeom prst="rect">
            <a:avLst/>
          </a:prstGeom>
          <a:noFill/>
          <a:ln w="9525">
            <a:solidFill>
              <a:srgbClr val="029676">
                <a:lumMod val="75000"/>
              </a:srgbClr>
            </a:solidFill>
            <a:round/>
          </a:ln>
        </p:spPr>
        <p:style>
          <a:lnRef idx="0"/>
          <a:fillRef idx="0"/>
          <a:effectRef idx="0"/>
          <a:fontRef idx="minor"/>
        </p:style>
        <p:txBody>
          <a:bodyPr numCol="1" spcCol="0" horzOverflow="overflow" anchor="ctr">
            <a:noAutofit/>
          </a:bodyPr>
          <a:p>
            <a:pPr marL="343080" indent="-343080" algn="just" defTabSz="914400">
              <a:lnSpc>
                <a:spcPct val="120000"/>
              </a:lnSpc>
              <a:buClr>
                <a:srgbClr val="000000"/>
              </a:buClr>
              <a:buFont typeface="Wingdings" charset="2"/>
              <a:buChar char=""/>
            </a:pPr>
            <a:r>
              <a:rPr b="0" lang="ja-JP" sz="1800" strike="noStrike" u="none">
                <a:solidFill>
                  <a:schemeClr val="dk1"/>
                </a:solidFill>
                <a:effectLst/>
                <a:uFillTx/>
                <a:latin typeface="Meiryo UI"/>
                <a:ea typeface="Meiryo UI"/>
              </a:rPr>
              <a:t>シーティング実施後の変化を観察し、</a:t>
            </a:r>
            <a:r>
              <a:rPr b="1" lang="ja-JP" sz="1800" strike="noStrike" u="none">
                <a:solidFill>
                  <a:srgbClr val="c00000"/>
                </a:solidFill>
                <a:effectLst/>
                <a:uFillTx/>
                <a:latin typeface="Meiryo UI"/>
                <a:ea typeface="Meiryo UI"/>
              </a:rPr>
              <a:t>日常生活場面での目標達成度を確認</a:t>
            </a:r>
            <a:r>
              <a:rPr b="0" lang="ja-JP" sz="1800" strike="noStrike" u="none">
                <a:solidFill>
                  <a:schemeClr val="dk1"/>
                </a:solidFill>
                <a:effectLst/>
                <a:uFillTx/>
                <a:latin typeface="Meiryo UI"/>
                <a:ea typeface="Meiryo UI"/>
              </a:rPr>
              <a:t>し、その結果を</a:t>
            </a:r>
            <a:r>
              <a:rPr b="1" lang="ja-JP" sz="1800" strike="noStrike" u="none">
                <a:solidFill>
                  <a:srgbClr val="c00000"/>
                </a:solidFill>
                <a:effectLst/>
                <a:uFillTx/>
                <a:latin typeface="Meiryo UI"/>
                <a:ea typeface="Meiryo UI"/>
              </a:rPr>
              <a:t>リハビリテーション専門職等に共有</a:t>
            </a:r>
            <a:r>
              <a:rPr b="0" lang="ja-JP" sz="1800" strike="noStrike" u="none">
                <a:solidFill>
                  <a:schemeClr val="dk1"/>
                </a:solidFill>
                <a:effectLst/>
                <a:uFillTx/>
                <a:latin typeface="Meiryo UI"/>
                <a:ea typeface="Meiryo UI"/>
              </a:rPr>
              <a:t>する</a:t>
            </a:r>
            <a:endParaRPr b="0" lang="en-US" sz="1800" strike="noStrike" u="none">
              <a:solidFill>
                <a:srgbClr val="000000"/>
              </a:solidFill>
              <a:effectLst/>
              <a:uFillTx/>
              <a:latin typeface="Arial"/>
            </a:endParaRPr>
          </a:p>
          <a:p>
            <a:pPr marL="343080" indent="-343080" algn="just" defTabSz="914400">
              <a:lnSpc>
                <a:spcPct val="120000"/>
              </a:lnSpc>
              <a:buClr>
                <a:srgbClr val="000000"/>
              </a:buClr>
              <a:buFont typeface="Wingdings" charset="2"/>
              <a:buChar char=""/>
            </a:pPr>
            <a:r>
              <a:rPr b="0" lang="ja-JP" sz="1800" strike="noStrike" u="none">
                <a:solidFill>
                  <a:schemeClr val="dk1"/>
                </a:solidFill>
                <a:effectLst/>
                <a:uFillTx/>
                <a:latin typeface="Meiryo UI"/>
                <a:ea typeface="Meiryo UI"/>
              </a:rPr>
              <a:t>シーティング実施内容が変更された場合は、介護職員同士で情報共有する</a:t>
            </a:r>
            <a:endParaRPr b="0" lang="en-US" sz="1800" strike="noStrike" u="none">
              <a:solidFill>
                <a:srgbClr val="000000"/>
              </a:solidFill>
              <a:effectLst/>
              <a:uFillTx/>
              <a:latin typeface="Arial"/>
            </a:endParaRPr>
          </a:p>
          <a:p>
            <a:pPr marL="343080" indent="-343080" algn="just" defTabSz="914400">
              <a:lnSpc>
                <a:spcPct val="120000"/>
              </a:lnSpc>
              <a:buClr>
                <a:srgbClr val="000000"/>
              </a:buClr>
              <a:buFont typeface="Wingdings" charset="2"/>
              <a:buChar char=""/>
            </a:pPr>
            <a:r>
              <a:rPr b="1" lang="ja-JP" sz="1800" strike="noStrike" u="none">
                <a:solidFill>
                  <a:srgbClr val="c00000"/>
                </a:solidFill>
                <a:effectLst/>
                <a:uFillTx/>
                <a:latin typeface="Meiryo UI"/>
                <a:ea typeface="Meiryo UI"/>
              </a:rPr>
              <a:t>目標が達成</a:t>
            </a:r>
            <a:r>
              <a:rPr b="0" lang="ja-JP" sz="1800" strike="noStrike" u="none">
                <a:solidFill>
                  <a:schemeClr val="dk1"/>
                </a:solidFill>
                <a:effectLst/>
                <a:uFillTx/>
                <a:latin typeface="Meiryo UI"/>
                <a:ea typeface="Meiryo UI"/>
              </a:rPr>
              <a:t>したことが確認された場合は、</a:t>
            </a:r>
            <a:r>
              <a:rPr b="1" lang="ja-JP" sz="1800" strike="noStrike" u="none">
                <a:solidFill>
                  <a:srgbClr val="c00000"/>
                </a:solidFill>
                <a:effectLst/>
                <a:uFillTx/>
                <a:latin typeface="Meiryo UI"/>
                <a:ea typeface="Meiryo UI"/>
              </a:rPr>
              <a:t>継続的な観察に移行</a:t>
            </a:r>
            <a:endParaRPr b="0" lang="en-US" sz="1800" strike="noStrike" u="none">
              <a:solidFill>
                <a:srgbClr val="000000"/>
              </a:solidFill>
              <a:effectLst/>
              <a:uFillTx/>
              <a:latin typeface="Arial"/>
            </a:endParaRPr>
          </a:p>
          <a:p>
            <a:pPr marL="343080" indent="-343080" algn="just" defTabSz="914400">
              <a:lnSpc>
                <a:spcPct val="120000"/>
              </a:lnSpc>
              <a:buClr>
                <a:srgbClr val="000000"/>
              </a:buClr>
              <a:buFont typeface="Wingdings" charset="2"/>
              <a:buChar char=""/>
            </a:pPr>
            <a:r>
              <a:rPr b="1" lang="ja-JP" sz="1800" strike="noStrike" u="none">
                <a:solidFill>
                  <a:srgbClr val="c00000"/>
                </a:solidFill>
                <a:effectLst/>
                <a:uFillTx/>
                <a:latin typeface="Meiryo UI"/>
                <a:ea typeface="Meiryo UI"/>
              </a:rPr>
              <a:t>目標が未達成</a:t>
            </a:r>
            <a:r>
              <a:rPr b="0" lang="ja-JP" sz="1800" strike="noStrike" u="none">
                <a:solidFill>
                  <a:schemeClr val="dk1"/>
                </a:solidFill>
                <a:effectLst/>
                <a:uFillTx/>
                <a:latin typeface="Meiryo UI"/>
                <a:ea typeface="Meiryo UI"/>
              </a:rPr>
              <a:t>であった場合や、</a:t>
            </a:r>
            <a:r>
              <a:rPr b="1" lang="ja-JP" sz="1800" strike="noStrike" u="none">
                <a:solidFill>
                  <a:srgbClr val="c00000"/>
                </a:solidFill>
                <a:effectLst/>
                <a:uFillTx/>
                <a:latin typeface="Meiryo UI"/>
                <a:ea typeface="Meiryo UI"/>
              </a:rPr>
              <a:t>シーティング実施内容に修正が必要</a:t>
            </a:r>
            <a:r>
              <a:rPr b="0" lang="ja-JP" sz="1800" strike="noStrike" u="none">
                <a:solidFill>
                  <a:schemeClr val="dk1"/>
                </a:solidFill>
                <a:effectLst/>
                <a:uFillTx/>
                <a:latin typeface="Meiryo UI"/>
                <a:ea typeface="Meiryo UI"/>
              </a:rPr>
              <a:t>である場合は、</a:t>
            </a:r>
            <a:r>
              <a:rPr b="1" lang="ja-JP" sz="1800" strike="noStrike" u="none">
                <a:solidFill>
                  <a:srgbClr val="c00000"/>
                </a:solidFill>
                <a:effectLst/>
                <a:uFillTx/>
                <a:latin typeface="Meiryo UI"/>
                <a:ea typeface="Meiryo UI"/>
              </a:rPr>
              <a:t>再びアセスメント</a:t>
            </a:r>
            <a:r>
              <a:rPr b="0" lang="ja-JP" sz="1800" strike="noStrike" u="none">
                <a:solidFill>
                  <a:schemeClr val="dk1"/>
                </a:solidFill>
                <a:effectLst/>
                <a:uFillTx/>
                <a:latin typeface="Meiryo UI"/>
                <a:ea typeface="Meiryo UI"/>
              </a:rPr>
              <a:t>を行い、シーティング</a:t>
            </a:r>
            <a:r>
              <a:rPr b="1" lang="ja-JP" sz="1800" strike="noStrike" u="none">
                <a:solidFill>
                  <a:srgbClr val="c00000"/>
                </a:solidFill>
                <a:effectLst/>
                <a:uFillTx/>
                <a:latin typeface="Meiryo UI"/>
                <a:ea typeface="Meiryo UI"/>
              </a:rPr>
              <a:t>実施の具体的な方法について再度検討</a:t>
            </a:r>
            <a:r>
              <a:rPr b="0" lang="ja-JP" sz="1800" strike="noStrike" u="none">
                <a:solidFill>
                  <a:schemeClr val="dk1"/>
                </a:solidFill>
                <a:effectLst/>
                <a:uFillTx/>
                <a:latin typeface="Meiryo UI"/>
                <a:ea typeface="Meiryo UI"/>
              </a:rPr>
              <a:t>する</a:t>
            </a:r>
            <a:endParaRPr b="0" lang="en-US" sz="1800" strike="noStrike" u="none">
              <a:solidFill>
                <a:srgbClr val="000000"/>
              </a:solidFill>
              <a:effectLst/>
              <a:uFillTx/>
              <a:latin typeface="Arial"/>
            </a:endParaRPr>
          </a:p>
        </p:txBody>
      </p:sp>
      <p:sp>
        <p:nvSpPr>
          <p:cNvPr id="1699" name="二等辺三角形 21"/>
          <p:cNvSpPr/>
          <p:nvPr/>
        </p:nvSpPr>
        <p:spPr>
          <a:xfrm rot="10800000">
            <a:off x="813240" y="3573360"/>
            <a:ext cx="791640" cy="216720"/>
          </a:xfrm>
          <a:prstGeom prst="triangle">
            <a:avLst>
              <a:gd name="adj" fmla="val 50000"/>
            </a:avLst>
          </a:prstGeom>
          <a:solidFill>
            <a:schemeClr val="bg2">
              <a:lumMod val="90000"/>
            </a:schemeClr>
          </a:solidFill>
          <a:ln w="0">
            <a:noFill/>
          </a:ln>
        </p:spPr>
        <p:style>
          <a:lnRef idx="0"/>
          <a:fillRef idx="0"/>
          <a:effectRef idx="0"/>
          <a:fontRef idx="minor"/>
        </p:style>
        <p:txBody>
          <a:bodyPr numCol="1" spcCol="0" horzOverflow="overflow" anchor="ctr">
            <a:noAutofit/>
          </a:bodyPr>
          <a:p>
            <a:pPr algn="ctr" defTabSz="457200">
              <a:lnSpc>
                <a:spcPct val="100000"/>
              </a:lnSpc>
              <a:spcAft>
                <a:spcPts val="601"/>
              </a:spcAft>
            </a:pPr>
            <a:endParaRPr b="1" lang="en-US" sz="1800" strike="noStrike" u="none">
              <a:solidFill>
                <a:schemeClr val="lt1"/>
              </a:solidFill>
              <a:effectLst/>
              <a:uFillTx/>
              <a:latin typeface="Meiryo UI"/>
              <a:ea typeface="Meiryo UI"/>
            </a:endParaRPr>
          </a:p>
        </p:txBody>
      </p:sp>
      <p:sp>
        <p:nvSpPr>
          <p:cNvPr id="1700" name="二等辺三角形 22"/>
          <p:cNvSpPr/>
          <p:nvPr/>
        </p:nvSpPr>
        <p:spPr>
          <a:xfrm rot="10800000">
            <a:off x="813240" y="4868640"/>
            <a:ext cx="791640" cy="216720"/>
          </a:xfrm>
          <a:prstGeom prst="triangle">
            <a:avLst>
              <a:gd name="adj" fmla="val 50000"/>
            </a:avLst>
          </a:prstGeom>
          <a:solidFill>
            <a:schemeClr val="bg2">
              <a:lumMod val="90000"/>
            </a:schemeClr>
          </a:solidFill>
          <a:ln w="0">
            <a:noFill/>
          </a:ln>
        </p:spPr>
        <p:style>
          <a:lnRef idx="0"/>
          <a:fillRef idx="0"/>
          <a:effectRef idx="0"/>
          <a:fontRef idx="minor"/>
        </p:style>
        <p:txBody>
          <a:bodyPr numCol="1" spcCol="0" horzOverflow="overflow" anchor="ctr">
            <a:noAutofit/>
          </a:bodyPr>
          <a:p>
            <a:pPr algn="ctr" defTabSz="457200">
              <a:lnSpc>
                <a:spcPct val="100000"/>
              </a:lnSpc>
              <a:spcAft>
                <a:spcPts val="601"/>
              </a:spcAft>
            </a:pPr>
            <a:endParaRPr b="1" lang="en-US" sz="1800" strike="noStrike" u="none">
              <a:solidFill>
                <a:schemeClr val="lt1"/>
              </a:solidFill>
              <a:effectLst/>
              <a:uFillTx/>
              <a:latin typeface="Meiryo UI"/>
              <a:ea typeface="Meiryo UI"/>
            </a:endParaRPr>
          </a:p>
        </p:txBody>
      </p:sp>
      <p:sp>
        <p:nvSpPr>
          <p:cNvPr id="1701" name="二等辺三角形 24"/>
          <p:cNvSpPr/>
          <p:nvPr/>
        </p:nvSpPr>
        <p:spPr>
          <a:xfrm rot="10800000">
            <a:off x="813240" y="1916280"/>
            <a:ext cx="791640" cy="216720"/>
          </a:xfrm>
          <a:prstGeom prst="triangle">
            <a:avLst>
              <a:gd name="adj" fmla="val 50000"/>
            </a:avLst>
          </a:prstGeom>
          <a:solidFill>
            <a:schemeClr val="bg2">
              <a:lumMod val="90000"/>
            </a:schemeClr>
          </a:solidFill>
          <a:ln w="0">
            <a:noFill/>
          </a:ln>
        </p:spPr>
        <p:style>
          <a:lnRef idx="0"/>
          <a:fillRef idx="0"/>
          <a:effectRef idx="0"/>
          <a:fontRef idx="minor"/>
        </p:style>
        <p:txBody>
          <a:bodyPr numCol="1" spcCol="0" horzOverflow="overflow" anchor="ctr">
            <a:noAutofit/>
          </a:bodyPr>
          <a:p>
            <a:pPr algn="ctr" defTabSz="457200">
              <a:lnSpc>
                <a:spcPct val="100000"/>
              </a:lnSpc>
              <a:spcAft>
                <a:spcPts val="601"/>
              </a:spcAft>
            </a:pPr>
            <a:endParaRPr b="1" lang="en-US" sz="1800" strike="noStrike" u="none">
              <a:solidFill>
                <a:schemeClr val="lt1"/>
              </a:solidFill>
              <a:effectLst/>
              <a:uFillTx/>
              <a:latin typeface="Meiryo UI"/>
              <a:ea typeface="Meiryo UI"/>
            </a:endParaRPr>
          </a:p>
        </p:txBody>
      </p:sp>
      <p:cxnSp>
        <p:nvCxnSpPr>
          <p:cNvPr id="1702" name="コネクタ: カギ線 3"/>
          <p:cNvCxnSpPr>
            <a:stCxn id="1696" idx="1"/>
            <a:endCxn id="1691" idx="1"/>
          </p:cNvCxnSpPr>
          <p:nvPr/>
        </p:nvCxnSpPr>
        <p:spPr>
          <a:xfrm rot="10800000">
            <a:off x="452520" y="1483920"/>
            <a:ext cx="360" cy="4104720"/>
          </a:xfrm>
          <a:prstGeom prst="bentConnector3">
            <a:avLst>
              <a:gd name="adj1" fmla="val -59900000"/>
            </a:avLst>
          </a:prstGeom>
          <a:ln w="19050">
            <a:solidFill>
              <a:srgbClr val="ffffff">
                <a:lumMod val="50000"/>
              </a:srgbClr>
            </a:solidFill>
            <a:tailEnd len="med" type="triangle" w="med"/>
          </a:ln>
        </p:spPr>
      </p:cxnSp>
      <p:pic>
        <p:nvPicPr>
          <p:cNvPr id="1703" name="グラフィックス 32" descr="電球と歯車"/>
          <p:cNvPicPr/>
          <p:nvPr/>
        </p:nvPicPr>
        <p:blipFill>
          <a:blip r:embed="rId1">
            <a:extLst>
              <a:ext uri="{96DAC541-7B7A-43D3-8B79-37D633B846F1}">
                <asvg:svgBlip xmlns:asvg="http://schemas.microsoft.com/office/drawing/2016/SVG/main" r:embed="rId2"/>
              </a:ext>
            </a:extLst>
          </a:blip>
          <a:stretch/>
        </p:blipFill>
        <p:spPr>
          <a:xfrm>
            <a:off x="4160880" y="645840"/>
            <a:ext cx="298440" cy="298440"/>
          </a:xfrm>
          <a:prstGeom prst="rect">
            <a:avLst/>
          </a:prstGeom>
          <a:noFill/>
          <a:ln w="0">
            <a:noFill/>
          </a:ln>
        </p:spPr>
      </p:pic>
      <p:sp>
        <p:nvSpPr>
          <p:cNvPr id="1704" name="テキスト ボックス 33"/>
          <p:cNvSpPr/>
          <p:nvPr/>
        </p:nvSpPr>
        <p:spPr>
          <a:xfrm>
            <a:off x="1424520" y="6271920"/>
            <a:ext cx="8280360" cy="25344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0" lang="ja-JP" sz="1050" strike="noStrike" u="none">
                <a:solidFill>
                  <a:srgbClr val="000000"/>
                </a:solidFill>
                <a:effectLst/>
                <a:uFillTx/>
                <a:latin typeface="Meiryo UI"/>
                <a:ea typeface="Meiryo UI"/>
              </a:rPr>
              <a:t>出所：令和２年度厚生労働省老人保健健康増進等事業「高齢者の適切なケアとシーティングに関する手引き」を基に作成</a:t>
            </a:r>
            <a:endParaRPr b="0" lang="en-US" sz="105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5" name="PlaceHolder 1"/>
          <p:cNvSpPr>
            <a:spLocks noGrp="1"/>
          </p:cNvSpPr>
          <p:nvPr>
            <p:ph type="title"/>
          </p:nvPr>
        </p:nvSpPr>
        <p:spPr>
          <a:xfrm>
            <a:off x="1964520" y="86760"/>
            <a:ext cx="7770600" cy="369000"/>
          </a:xfrm>
          <a:prstGeom prst="rect">
            <a:avLst/>
          </a:prstGeom>
          <a:noFill/>
          <a:ln w="0">
            <a:noFill/>
          </a:ln>
        </p:spPr>
        <p:txBody>
          <a:bodyPr lIns="36000" rIns="0" tIns="45720" bIns="45720" anchor="ctr">
            <a:noAutofit/>
          </a:bodyPr>
          <a:p>
            <a:pPr indent="0" defTabSz="914400">
              <a:lnSpc>
                <a:spcPct val="90000"/>
              </a:lnSpc>
              <a:buNone/>
            </a:pPr>
            <a:r>
              <a:rPr b="1" lang="ja-JP" sz="2000" strike="noStrike" u="none">
                <a:solidFill>
                  <a:schemeClr val="dk1"/>
                </a:solidFill>
                <a:effectLst/>
                <a:uFillTx/>
                <a:latin typeface="Meiryo UI"/>
                <a:ea typeface="Meiryo UI"/>
              </a:rPr>
              <a:t>　椅子に座っている際に体が大きく傾いてしまっている軽度認知症の</a:t>
            </a:r>
            <a:r>
              <a:rPr b="1" lang="ja-JP" sz="2000" strike="noStrike" u="none">
                <a:solidFill>
                  <a:schemeClr val="dk1"/>
                </a:solidFill>
                <a:effectLst/>
                <a:uFillTx/>
                <a:latin typeface="Meiryo UI"/>
                <a:ea typeface="Meiryo UI"/>
              </a:rPr>
              <a:t>事例</a:t>
            </a:r>
            <a:endParaRPr b="0" lang="en-US" sz="2000" strike="noStrike" u="none">
              <a:solidFill>
                <a:schemeClr val="dk1"/>
              </a:solidFill>
              <a:effectLst/>
              <a:uFillTx/>
              <a:latin typeface="Meiryo UI"/>
            </a:endParaRPr>
          </a:p>
        </p:txBody>
      </p:sp>
      <p:sp>
        <p:nvSpPr>
          <p:cNvPr id="1706" name="テキスト プレースホルダー 2"/>
          <p:cNvSpPr/>
          <p:nvPr/>
        </p:nvSpPr>
        <p:spPr>
          <a:xfrm>
            <a:off x="230400" y="558000"/>
            <a:ext cx="9505440" cy="849600"/>
          </a:xfrm>
          <a:prstGeom prst="rect">
            <a:avLst/>
          </a:prstGeom>
          <a:noFill/>
          <a:ln w="0">
            <a:noFill/>
          </a:ln>
        </p:spPr>
        <p:style>
          <a:lnRef idx="0"/>
          <a:fillRef idx="0"/>
          <a:effectRef idx="0"/>
          <a:fontRef idx="minor"/>
        </p:style>
        <p:txBody>
          <a:bodyPr lIns="36000" rIns="0" anchor="t">
            <a:noAutofit/>
          </a:bodyPr>
          <a:p>
            <a:pPr defTabSz="914400">
              <a:lnSpc>
                <a:spcPct val="90000"/>
              </a:lnSpc>
            </a:pPr>
            <a:endParaRPr b="0" lang="en-US" sz="1800" strike="noStrike" u="none">
              <a:solidFill>
                <a:schemeClr val="dk1"/>
              </a:solidFill>
              <a:effectLst/>
              <a:uFillTx/>
              <a:latin typeface="Meiryo UI"/>
              <a:ea typeface="Meiryo UI"/>
            </a:endParaRPr>
          </a:p>
        </p:txBody>
      </p:sp>
      <p:sp>
        <p:nvSpPr>
          <p:cNvPr id="1707" name="テキスト ボックス 15"/>
          <p:cNvSpPr/>
          <p:nvPr/>
        </p:nvSpPr>
        <p:spPr>
          <a:xfrm>
            <a:off x="410760" y="6245280"/>
            <a:ext cx="9324720" cy="25344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0" lang="ja-JP" sz="1050" strike="noStrike" u="none">
                <a:solidFill>
                  <a:srgbClr val="000000"/>
                </a:solidFill>
                <a:effectLst/>
                <a:uFillTx/>
                <a:latin typeface="Meiryo UI"/>
                <a:ea typeface="Meiryo UI"/>
              </a:rPr>
              <a:t>出所：令和</a:t>
            </a:r>
            <a:r>
              <a:rPr b="0" lang="en-US" sz="1050" strike="noStrike" u="none">
                <a:solidFill>
                  <a:srgbClr val="000000"/>
                </a:solidFill>
                <a:effectLst/>
                <a:uFillTx/>
                <a:latin typeface="Meiryo UI"/>
                <a:ea typeface="Meiryo UI"/>
              </a:rPr>
              <a:t>3</a:t>
            </a:r>
            <a:r>
              <a:rPr b="0" lang="ja-JP" sz="1050" strike="noStrike" u="none">
                <a:solidFill>
                  <a:srgbClr val="000000"/>
                </a:solidFill>
                <a:effectLst/>
                <a:uFillTx/>
                <a:latin typeface="Meiryo UI"/>
                <a:ea typeface="Meiryo UI"/>
              </a:rPr>
              <a:t>年度厚生労働省老健事業「介護現場における適切なシーティングの実施に係る事例及び研修に関する調査研究事業」ヒアリング結果に基づき作成</a:t>
            </a:r>
            <a:endParaRPr b="0" lang="en-US" sz="1050" strike="noStrike" u="none">
              <a:solidFill>
                <a:srgbClr val="000000"/>
              </a:solidFill>
              <a:effectLst/>
              <a:uFillTx/>
              <a:latin typeface="Arial"/>
            </a:endParaRPr>
          </a:p>
        </p:txBody>
      </p:sp>
      <p:sp>
        <p:nvSpPr>
          <p:cNvPr id="1708" name="正方形/長方形 27"/>
          <p:cNvSpPr/>
          <p:nvPr/>
        </p:nvSpPr>
        <p:spPr>
          <a:xfrm>
            <a:off x="2576880" y="609840"/>
            <a:ext cx="7158600" cy="1054800"/>
          </a:xfrm>
          <a:prstGeom prst="rect">
            <a:avLst/>
          </a:prstGeom>
          <a:noFill/>
          <a:ln w="0">
            <a:solidFill>
              <a:srgbClr val="029676"/>
            </a:solidFill>
          </a:ln>
        </p:spPr>
        <p:style>
          <a:lnRef idx="0"/>
          <a:fillRef idx="0"/>
          <a:effectRef idx="0"/>
          <a:fontRef idx="minor"/>
        </p:style>
        <p:txBody>
          <a:bodyPr numCol="1" spcCol="0" horzOverflow="overflow" anchor="ctr">
            <a:noAutofit/>
          </a:bodyPr>
          <a:p>
            <a:pPr marL="179280" indent="-179280" defTabSz="457200">
              <a:lnSpc>
                <a:spcPct val="100000"/>
              </a:lnSpc>
              <a:buClr>
                <a:srgbClr val="000000"/>
              </a:buClr>
              <a:buFont typeface="Arial"/>
              <a:buChar char="•"/>
            </a:pPr>
            <a:r>
              <a:rPr b="0" lang="ja-JP" sz="1400" strike="noStrike" u="none">
                <a:solidFill>
                  <a:schemeClr val="dk1"/>
                </a:solidFill>
                <a:effectLst/>
                <a:uFillTx/>
                <a:latin typeface="Meiryo UI"/>
                <a:ea typeface="Meiryo UI"/>
              </a:rPr>
              <a:t>施設内はシルバーカーを使って自力で歩いて移動している。</a:t>
            </a:r>
            <a:endParaRPr b="0" lang="en-US" sz="1400" strike="noStrike" u="none">
              <a:solidFill>
                <a:srgbClr val="000000"/>
              </a:solidFill>
              <a:effectLst/>
              <a:uFillTx/>
              <a:latin typeface="Arial"/>
            </a:endParaRPr>
          </a:p>
          <a:p>
            <a:pPr marL="179280" indent="-179280" defTabSz="457200">
              <a:lnSpc>
                <a:spcPct val="100000"/>
              </a:lnSpc>
              <a:buClr>
                <a:srgbClr val="000000"/>
              </a:buClr>
              <a:buFont typeface="Arial"/>
              <a:buChar char="•"/>
            </a:pPr>
            <a:r>
              <a:rPr b="0" lang="ja-JP" sz="1400" strike="noStrike" u="none">
                <a:solidFill>
                  <a:schemeClr val="dk1"/>
                </a:solidFill>
                <a:effectLst/>
                <a:uFillTx/>
                <a:latin typeface="Meiryo UI"/>
                <a:ea typeface="Meiryo UI"/>
              </a:rPr>
              <a:t>ホールで椅子に座って休憩していても、体が右に大きく傾いてしまい、</a:t>
            </a:r>
            <a:r>
              <a:rPr b="0" lang="en-US" sz="1400" strike="noStrike" u="none">
                <a:solidFill>
                  <a:schemeClr val="dk1"/>
                </a:solidFill>
                <a:effectLst/>
                <a:uFillTx/>
                <a:latin typeface="Meiryo UI"/>
                <a:ea typeface="Meiryo UI"/>
              </a:rPr>
              <a:t>1</a:t>
            </a:r>
            <a:r>
              <a:rPr b="0" lang="ja-JP" sz="1400" strike="noStrike" u="none">
                <a:solidFill>
                  <a:schemeClr val="dk1"/>
                </a:solidFill>
                <a:effectLst/>
                <a:uFillTx/>
                <a:latin typeface="Meiryo UI"/>
                <a:ea typeface="Meiryo UI"/>
              </a:rPr>
              <a:t>時間ごとに介護職員による座り直し介助が必要な状況。</a:t>
            </a:r>
            <a:endParaRPr b="0" lang="en-US" sz="1400" strike="noStrike" u="none">
              <a:solidFill>
                <a:srgbClr val="000000"/>
              </a:solidFill>
              <a:effectLst/>
              <a:uFillTx/>
              <a:latin typeface="Arial"/>
            </a:endParaRPr>
          </a:p>
          <a:p>
            <a:pPr marL="179280" indent="-179280" defTabSz="457200">
              <a:lnSpc>
                <a:spcPct val="100000"/>
              </a:lnSpc>
              <a:buClr>
                <a:srgbClr val="000000"/>
              </a:buClr>
              <a:buFont typeface="Arial"/>
              <a:buChar char="•"/>
            </a:pPr>
            <a:r>
              <a:rPr b="0" lang="ja-JP" sz="1400" strike="noStrike" u="none">
                <a:solidFill>
                  <a:schemeClr val="dk1"/>
                </a:solidFill>
                <a:effectLst/>
                <a:uFillTx/>
                <a:latin typeface="Meiryo UI"/>
                <a:ea typeface="Meiryo UI"/>
              </a:rPr>
              <a:t>塗り絵等のレクリエーションの際も、体が傾いてしまい、</a:t>
            </a:r>
            <a:r>
              <a:rPr b="0" lang="en-US" sz="1400" strike="noStrike" u="none">
                <a:solidFill>
                  <a:schemeClr val="dk1"/>
                </a:solidFill>
                <a:effectLst/>
                <a:uFillTx/>
                <a:latin typeface="Meiryo UI"/>
                <a:ea typeface="Meiryo UI"/>
              </a:rPr>
              <a:t>15</a:t>
            </a:r>
            <a:r>
              <a:rPr b="0" lang="ja-JP" sz="1400" strike="noStrike" u="none">
                <a:solidFill>
                  <a:schemeClr val="dk1"/>
                </a:solidFill>
                <a:effectLst/>
                <a:uFillTx/>
                <a:latin typeface="Meiryo UI"/>
                <a:ea typeface="Meiryo UI"/>
              </a:rPr>
              <a:t>分経たずに集中力が切れてしまっていた。 </a:t>
            </a:r>
            <a:endParaRPr b="0" lang="en-US" sz="1400" strike="noStrike" u="none">
              <a:solidFill>
                <a:srgbClr val="000000"/>
              </a:solidFill>
              <a:effectLst/>
              <a:uFillTx/>
              <a:latin typeface="Arial"/>
            </a:endParaRPr>
          </a:p>
        </p:txBody>
      </p:sp>
      <p:sp>
        <p:nvSpPr>
          <p:cNvPr id="1709" name="フローチャート: 他ページ結合子 30"/>
          <p:cNvSpPr/>
          <p:nvPr/>
        </p:nvSpPr>
        <p:spPr>
          <a:xfrm>
            <a:off x="230040" y="1763280"/>
            <a:ext cx="1404720" cy="1007640"/>
          </a:xfrm>
          <a:prstGeom prst="flowChartOffpageConnector">
            <a:avLst/>
          </a:prstGeom>
          <a:solidFill>
            <a:schemeClr val="accent4">
              <a:lumMod val="20000"/>
              <a:lumOff val="80000"/>
            </a:schemeClr>
          </a:solidFill>
          <a:ln w="0">
            <a:noFill/>
          </a:ln>
        </p:spPr>
        <p:style>
          <a:lnRef idx="0"/>
          <a:fillRef idx="0"/>
          <a:effectRef idx="0"/>
          <a:fontRef idx="minor"/>
        </p:style>
        <p:txBody>
          <a:bodyPr lIns="90000" rIns="90000" tIns="45000" bIns="45000" anchor="ctr">
            <a:noAutofit/>
          </a:bodyPr>
          <a:p>
            <a:pPr algn="ctr" defTabSz="457200">
              <a:lnSpc>
                <a:spcPts val="2001"/>
              </a:lnSpc>
            </a:pPr>
            <a:r>
              <a:rPr b="1" lang="ja-JP" sz="1600" strike="noStrike" u="none">
                <a:solidFill>
                  <a:schemeClr val="dk1"/>
                </a:solidFill>
                <a:effectLst/>
                <a:uFillTx/>
                <a:latin typeface="Meiryo UI"/>
                <a:ea typeface="Meiryo UI"/>
              </a:rPr>
              <a:t>シーティングの</a:t>
            </a:r>
            <a:endParaRPr b="0" lang="en-US" sz="1600" strike="noStrike" u="none">
              <a:solidFill>
                <a:srgbClr val="000000"/>
              </a:solidFill>
              <a:effectLst/>
              <a:uFillTx/>
              <a:latin typeface="Arial"/>
            </a:endParaRPr>
          </a:p>
          <a:p>
            <a:pPr algn="ctr" defTabSz="457200">
              <a:lnSpc>
                <a:spcPts val="2001"/>
              </a:lnSpc>
            </a:pPr>
            <a:r>
              <a:rPr b="1" lang="ja-JP" sz="1600" strike="noStrike" u="none">
                <a:solidFill>
                  <a:schemeClr val="dk1"/>
                </a:solidFill>
                <a:effectLst/>
                <a:uFillTx/>
                <a:latin typeface="Meiryo UI"/>
                <a:ea typeface="Meiryo UI"/>
              </a:rPr>
              <a:t>必要性検討</a:t>
            </a:r>
            <a:endParaRPr b="0" lang="en-US" sz="1600" strike="noStrike" u="none">
              <a:solidFill>
                <a:srgbClr val="000000"/>
              </a:solidFill>
              <a:effectLst/>
              <a:uFillTx/>
              <a:latin typeface="Arial"/>
            </a:endParaRPr>
          </a:p>
        </p:txBody>
      </p:sp>
      <p:sp>
        <p:nvSpPr>
          <p:cNvPr id="1710" name="正方形/長方形 31"/>
          <p:cNvSpPr/>
          <p:nvPr/>
        </p:nvSpPr>
        <p:spPr>
          <a:xfrm>
            <a:off x="1748520" y="1763280"/>
            <a:ext cx="7986600" cy="971640"/>
          </a:xfrm>
          <a:prstGeom prst="rect">
            <a:avLst/>
          </a:prstGeom>
          <a:noFill/>
          <a:ln w="6350">
            <a:solidFill>
              <a:srgbClr val="4ab5c4">
                <a:lumMod val="60000"/>
                <a:lumOff val="40000"/>
              </a:srgbClr>
            </a:solidFill>
            <a:round/>
          </a:ln>
        </p:spPr>
        <p:style>
          <a:lnRef idx="0"/>
          <a:fillRef idx="0"/>
          <a:effectRef idx="0"/>
          <a:fontRef idx="minor"/>
        </p:style>
        <p:txBody>
          <a:bodyPr lIns="90000" rIns="90000" tIns="45000" bIns="45000" anchor="ctr">
            <a:noAutofit/>
          </a:bodyPr>
          <a:p>
            <a:pPr marL="177840" indent="-177840" defTabSz="914400">
              <a:lnSpc>
                <a:spcPct val="100000"/>
              </a:lnSpc>
              <a:buClr>
                <a:srgbClr val="000000"/>
              </a:buClr>
              <a:buFont typeface="Arial"/>
              <a:buChar char="•"/>
            </a:pPr>
            <a:r>
              <a:rPr b="0" lang="ja-JP" sz="1500" strike="noStrike" u="none">
                <a:solidFill>
                  <a:schemeClr val="dk1"/>
                </a:solidFill>
                <a:effectLst/>
                <a:uFillTx/>
                <a:latin typeface="Meiryo UI"/>
                <a:ea typeface="Meiryo UI"/>
              </a:rPr>
              <a:t>ホールで椅子に座っている際、</a:t>
            </a:r>
            <a:r>
              <a:rPr b="1" lang="ja-JP" sz="1500" strike="noStrike" u="none">
                <a:solidFill>
                  <a:srgbClr val="c00000"/>
                </a:solidFill>
                <a:effectLst/>
                <a:uFillTx/>
                <a:latin typeface="Meiryo UI"/>
                <a:ea typeface="Meiryo UI"/>
              </a:rPr>
              <a:t>体が左右に大きく傾いており姿勢の崩れが目立っていることに</a:t>
            </a:r>
            <a:br>
              <a:rPr sz="1500"/>
            </a:br>
            <a:r>
              <a:rPr b="1" lang="ja-JP" sz="1500" strike="noStrike" u="none">
                <a:solidFill>
                  <a:srgbClr val="c00000"/>
                </a:solidFill>
                <a:effectLst/>
                <a:uFillTx/>
                <a:latin typeface="Meiryo UI"/>
                <a:ea typeface="Meiryo UI"/>
              </a:rPr>
              <a:t>介護職員</a:t>
            </a:r>
            <a:r>
              <a:rPr b="1" lang="en-US" sz="1500" strike="noStrike" u="none">
                <a:solidFill>
                  <a:srgbClr val="c00000"/>
                </a:solidFill>
                <a:effectLst/>
                <a:uFillTx/>
                <a:latin typeface="Meiryo UI"/>
                <a:ea typeface="Meiryo UI"/>
              </a:rPr>
              <a:t>A</a:t>
            </a:r>
            <a:r>
              <a:rPr b="1" lang="ja-JP" sz="1500" strike="noStrike" u="none">
                <a:solidFill>
                  <a:srgbClr val="c00000"/>
                </a:solidFill>
                <a:effectLst/>
                <a:uFillTx/>
                <a:latin typeface="Meiryo UI"/>
                <a:ea typeface="Meiryo UI"/>
              </a:rPr>
              <a:t>さんが気づいた。</a:t>
            </a:r>
            <a:endParaRPr b="0" lang="en-US" sz="1500" strike="noStrike" u="none">
              <a:solidFill>
                <a:srgbClr val="000000"/>
              </a:solidFill>
              <a:effectLst/>
              <a:uFillTx/>
              <a:latin typeface="Arial"/>
            </a:endParaRPr>
          </a:p>
          <a:p>
            <a:pPr marL="177840" indent="-177840" defTabSz="914400">
              <a:lnSpc>
                <a:spcPct val="100000"/>
              </a:lnSpc>
              <a:buClr>
                <a:srgbClr val="000000"/>
              </a:buClr>
              <a:buFont typeface="Arial"/>
              <a:buChar char="•"/>
            </a:pPr>
            <a:r>
              <a:rPr b="0" lang="en-US" sz="1500" strike="noStrike" u="none">
                <a:solidFill>
                  <a:schemeClr val="dk1"/>
                </a:solidFill>
                <a:effectLst/>
                <a:uFillTx/>
                <a:latin typeface="Meiryo UI"/>
                <a:ea typeface="Meiryo UI"/>
              </a:rPr>
              <a:t>A</a:t>
            </a:r>
            <a:r>
              <a:rPr b="0" lang="ja-JP" sz="1500" strike="noStrike" u="none">
                <a:solidFill>
                  <a:schemeClr val="dk1"/>
                </a:solidFill>
                <a:effectLst/>
                <a:uFillTx/>
                <a:latin typeface="Meiryo UI"/>
                <a:ea typeface="Meiryo UI"/>
              </a:rPr>
              <a:t>さんは、足台の活用や座り直しによって対応していたが、</a:t>
            </a:r>
            <a:r>
              <a:rPr b="1" lang="ja-JP" sz="1500" strike="noStrike" u="none">
                <a:solidFill>
                  <a:srgbClr val="c00000"/>
                </a:solidFill>
                <a:effectLst/>
                <a:uFillTx/>
                <a:latin typeface="Meiryo UI"/>
                <a:ea typeface="Meiryo UI"/>
              </a:rPr>
              <a:t>対策に限界があり、作業療法士に相談した。</a:t>
            </a:r>
            <a:endParaRPr b="0" lang="en-US" sz="1500" strike="noStrike" u="none">
              <a:solidFill>
                <a:srgbClr val="000000"/>
              </a:solidFill>
              <a:effectLst/>
              <a:uFillTx/>
              <a:latin typeface="Arial"/>
            </a:endParaRPr>
          </a:p>
        </p:txBody>
      </p:sp>
      <p:sp>
        <p:nvSpPr>
          <p:cNvPr id="1711" name="フローチャート: 他ページ結合子 32"/>
          <p:cNvSpPr/>
          <p:nvPr/>
        </p:nvSpPr>
        <p:spPr>
          <a:xfrm>
            <a:off x="230040" y="2853000"/>
            <a:ext cx="1404720" cy="971640"/>
          </a:xfrm>
          <a:prstGeom prst="flowChartOffpageConnector">
            <a:avLst/>
          </a:prstGeom>
          <a:solidFill>
            <a:schemeClr val="accent4">
              <a:lumMod val="20000"/>
              <a:lumOff val="80000"/>
            </a:schemeClr>
          </a:solidFill>
          <a:ln w="0">
            <a:noFill/>
          </a:ln>
        </p:spPr>
        <p:style>
          <a:lnRef idx="0"/>
          <a:fillRef idx="0"/>
          <a:effectRef idx="0"/>
          <a:fontRef idx="minor"/>
        </p:style>
        <p:txBody>
          <a:bodyPr lIns="90000" rIns="90000" tIns="45000" bIns="45000" anchor="ctr">
            <a:noAutofit/>
          </a:bodyPr>
          <a:p>
            <a:pPr algn="ctr" defTabSz="457200">
              <a:lnSpc>
                <a:spcPts val="2001"/>
              </a:lnSpc>
            </a:pPr>
            <a:r>
              <a:rPr b="1" lang="ja-JP" sz="1400" strike="noStrike" u="none">
                <a:solidFill>
                  <a:schemeClr val="dk1"/>
                </a:solidFill>
                <a:effectLst/>
                <a:uFillTx/>
                <a:latin typeface="Meiryo UI"/>
                <a:ea typeface="Meiryo UI"/>
              </a:rPr>
              <a:t>シーティング</a:t>
            </a:r>
            <a:endParaRPr b="0" lang="en-US" sz="1400" strike="noStrike" u="none">
              <a:solidFill>
                <a:srgbClr val="000000"/>
              </a:solidFill>
              <a:effectLst/>
              <a:uFillTx/>
              <a:latin typeface="Arial"/>
            </a:endParaRPr>
          </a:p>
          <a:p>
            <a:pPr algn="ctr" defTabSz="457200">
              <a:lnSpc>
                <a:spcPts val="2001"/>
              </a:lnSpc>
            </a:pPr>
            <a:r>
              <a:rPr b="1" lang="ja-JP" sz="1400" strike="noStrike" u="none">
                <a:solidFill>
                  <a:schemeClr val="dk1"/>
                </a:solidFill>
                <a:effectLst/>
                <a:uFillTx/>
                <a:latin typeface="Meiryo UI"/>
                <a:ea typeface="Meiryo UI"/>
              </a:rPr>
              <a:t>実施に向けた</a:t>
            </a:r>
            <a:endParaRPr b="0" lang="en-US" sz="1400" strike="noStrike" u="none">
              <a:solidFill>
                <a:srgbClr val="000000"/>
              </a:solidFill>
              <a:effectLst/>
              <a:uFillTx/>
              <a:latin typeface="Arial"/>
            </a:endParaRPr>
          </a:p>
          <a:p>
            <a:pPr algn="ctr" defTabSz="457200">
              <a:lnSpc>
                <a:spcPts val="2001"/>
              </a:lnSpc>
            </a:pPr>
            <a:r>
              <a:rPr b="1" lang="ja-JP" sz="1400" strike="noStrike" u="none">
                <a:solidFill>
                  <a:schemeClr val="dk1"/>
                </a:solidFill>
                <a:effectLst/>
                <a:uFillTx/>
                <a:latin typeface="Meiryo UI"/>
                <a:ea typeface="Meiryo UI"/>
              </a:rPr>
              <a:t>アセスメント</a:t>
            </a:r>
            <a:endParaRPr b="0" lang="en-US" sz="1400" strike="noStrike" u="none">
              <a:solidFill>
                <a:srgbClr val="000000"/>
              </a:solidFill>
              <a:effectLst/>
              <a:uFillTx/>
              <a:latin typeface="Arial"/>
            </a:endParaRPr>
          </a:p>
        </p:txBody>
      </p:sp>
      <p:sp>
        <p:nvSpPr>
          <p:cNvPr id="1712" name="正方形/長方形 33"/>
          <p:cNvSpPr/>
          <p:nvPr/>
        </p:nvSpPr>
        <p:spPr>
          <a:xfrm>
            <a:off x="1748520" y="2853000"/>
            <a:ext cx="7986600" cy="935640"/>
          </a:xfrm>
          <a:prstGeom prst="rect">
            <a:avLst/>
          </a:prstGeom>
          <a:noFill/>
          <a:ln w="6350">
            <a:solidFill>
              <a:srgbClr val="4ab5c4">
                <a:lumMod val="60000"/>
                <a:lumOff val="40000"/>
              </a:srgbClr>
            </a:solidFill>
            <a:round/>
          </a:ln>
        </p:spPr>
        <p:style>
          <a:lnRef idx="0"/>
          <a:fillRef idx="0"/>
          <a:effectRef idx="0"/>
          <a:fontRef idx="minor"/>
        </p:style>
        <p:txBody>
          <a:bodyPr lIns="90000" rIns="90000" tIns="45000" bIns="45000" anchor="ctr">
            <a:noAutofit/>
          </a:bodyPr>
          <a:p>
            <a:pPr marL="177840" indent="-177840" algn="just" defTabSz="914400">
              <a:lnSpc>
                <a:spcPct val="100000"/>
              </a:lnSpc>
              <a:buClr>
                <a:srgbClr val="000000"/>
              </a:buClr>
              <a:buFont typeface="Arial"/>
              <a:buChar char="•"/>
            </a:pPr>
            <a:r>
              <a:rPr b="0" lang="ja-JP" sz="1500" strike="noStrike" u="none">
                <a:solidFill>
                  <a:schemeClr val="dk1"/>
                </a:solidFill>
                <a:effectLst/>
                <a:uFillTx/>
                <a:latin typeface="Meiryo UI"/>
                <a:ea typeface="Meiryo UI"/>
              </a:rPr>
              <a:t>作業療法士が中心となり、ケアマネージャーおよび介護職員</a:t>
            </a:r>
            <a:r>
              <a:rPr b="0" lang="en-US" sz="1500" strike="noStrike" u="none">
                <a:solidFill>
                  <a:schemeClr val="dk1"/>
                </a:solidFill>
                <a:effectLst/>
                <a:uFillTx/>
                <a:latin typeface="Meiryo UI"/>
                <a:ea typeface="Meiryo UI"/>
              </a:rPr>
              <a:t>A</a:t>
            </a:r>
            <a:r>
              <a:rPr b="0" lang="ja-JP" sz="1500" strike="noStrike" u="none">
                <a:solidFill>
                  <a:schemeClr val="dk1"/>
                </a:solidFill>
                <a:effectLst/>
                <a:uFillTx/>
                <a:latin typeface="Meiryo UI"/>
                <a:ea typeface="Meiryo UI"/>
              </a:rPr>
              <a:t>さんとともにアセスメントを実施。</a:t>
            </a:r>
            <a:endParaRPr b="0" lang="en-US" sz="1500" strike="noStrike" u="none">
              <a:solidFill>
                <a:srgbClr val="000000"/>
              </a:solidFill>
              <a:effectLst/>
              <a:uFillTx/>
              <a:latin typeface="Arial"/>
            </a:endParaRPr>
          </a:p>
          <a:p>
            <a:pPr marL="177840" indent="-177840" algn="just" defTabSz="914400">
              <a:lnSpc>
                <a:spcPct val="100000"/>
              </a:lnSpc>
              <a:buClr>
                <a:srgbClr val="000000"/>
              </a:buClr>
              <a:buFont typeface="Arial"/>
              <a:buChar char="•"/>
            </a:pPr>
            <a:r>
              <a:rPr b="0" lang="ja-JP" sz="1500" strike="noStrike" u="none">
                <a:solidFill>
                  <a:schemeClr val="dk1"/>
                </a:solidFill>
                <a:effectLst/>
                <a:uFillTx/>
                <a:latin typeface="Meiryo UI"/>
                <a:ea typeface="Meiryo UI"/>
              </a:rPr>
              <a:t>円背のため椅子への適合が悪く、座り直しだけでは改善できないと作業療法士が判断した。</a:t>
            </a:r>
            <a:endParaRPr b="0" lang="en-US" sz="1500" strike="noStrike" u="none">
              <a:solidFill>
                <a:srgbClr val="000000"/>
              </a:solidFill>
              <a:effectLst/>
              <a:uFillTx/>
              <a:latin typeface="Arial"/>
            </a:endParaRPr>
          </a:p>
        </p:txBody>
      </p:sp>
      <p:sp>
        <p:nvSpPr>
          <p:cNvPr id="1713" name="フローチャート: 他ページ結合子 34"/>
          <p:cNvSpPr/>
          <p:nvPr/>
        </p:nvSpPr>
        <p:spPr>
          <a:xfrm>
            <a:off x="230040" y="3933360"/>
            <a:ext cx="1404720" cy="1223640"/>
          </a:xfrm>
          <a:prstGeom prst="flowChartOffpageConnector">
            <a:avLst/>
          </a:prstGeom>
          <a:solidFill>
            <a:schemeClr val="accent4">
              <a:lumMod val="20000"/>
              <a:lumOff val="80000"/>
            </a:schemeClr>
          </a:solidFill>
          <a:ln w="0">
            <a:noFill/>
          </a:ln>
        </p:spPr>
        <p:style>
          <a:lnRef idx="0"/>
          <a:fillRef idx="0"/>
          <a:effectRef idx="0"/>
          <a:fontRef idx="minor"/>
        </p:style>
        <p:txBody>
          <a:bodyPr lIns="90000" rIns="90000" tIns="45000" bIns="45000" anchor="ctr">
            <a:noAutofit/>
          </a:bodyPr>
          <a:p>
            <a:pPr algn="ctr" defTabSz="457200">
              <a:lnSpc>
                <a:spcPts val="2001"/>
              </a:lnSpc>
            </a:pPr>
            <a:r>
              <a:rPr b="1" lang="ja-JP" sz="1600" strike="noStrike" u="none">
                <a:solidFill>
                  <a:schemeClr val="dk1"/>
                </a:solidFill>
                <a:effectLst/>
                <a:uFillTx/>
                <a:latin typeface="Meiryo UI"/>
                <a:ea typeface="Meiryo UI"/>
              </a:rPr>
              <a:t>シーティング</a:t>
            </a:r>
            <a:endParaRPr b="0" lang="en-US" sz="1600" strike="noStrike" u="none">
              <a:solidFill>
                <a:srgbClr val="000000"/>
              </a:solidFill>
              <a:effectLst/>
              <a:uFillTx/>
              <a:latin typeface="Arial"/>
            </a:endParaRPr>
          </a:p>
          <a:p>
            <a:pPr algn="ctr" defTabSz="457200">
              <a:lnSpc>
                <a:spcPts val="2001"/>
              </a:lnSpc>
            </a:pPr>
            <a:r>
              <a:rPr b="1" lang="ja-JP" sz="1600" strike="noStrike" u="none">
                <a:solidFill>
                  <a:schemeClr val="dk1"/>
                </a:solidFill>
                <a:effectLst/>
                <a:uFillTx/>
                <a:latin typeface="Meiryo UI"/>
                <a:ea typeface="Meiryo UI"/>
              </a:rPr>
              <a:t>実施</a:t>
            </a:r>
            <a:endParaRPr b="0" lang="en-US" sz="1600" strike="noStrike" u="none">
              <a:solidFill>
                <a:srgbClr val="000000"/>
              </a:solidFill>
              <a:effectLst/>
              <a:uFillTx/>
              <a:latin typeface="Arial"/>
            </a:endParaRPr>
          </a:p>
        </p:txBody>
      </p:sp>
      <p:sp>
        <p:nvSpPr>
          <p:cNvPr id="1714" name="正方形/長方形 35"/>
          <p:cNvSpPr/>
          <p:nvPr/>
        </p:nvSpPr>
        <p:spPr>
          <a:xfrm>
            <a:off x="1748520" y="3897360"/>
            <a:ext cx="7986600" cy="1259640"/>
          </a:xfrm>
          <a:prstGeom prst="rect">
            <a:avLst/>
          </a:prstGeom>
          <a:noFill/>
          <a:ln w="6350">
            <a:solidFill>
              <a:srgbClr val="4ab5c4">
                <a:lumMod val="60000"/>
                <a:lumOff val="40000"/>
              </a:srgbClr>
            </a:solidFill>
            <a:round/>
          </a:ln>
        </p:spPr>
        <p:style>
          <a:lnRef idx="0"/>
          <a:fillRef idx="0"/>
          <a:effectRef idx="0"/>
          <a:fontRef idx="minor"/>
        </p:style>
        <p:txBody>
          <a:bodyPr lIns="90000" rIns="90000" tIns="45000" bIns="45000" anchor="ctr">
            <a:noAutofit/>
          </a:bodyPr>
          <a:p>
            <a:pPr marL="177840" indent="-177840" algn="just" defTabSz="914400">
              <a:lnSpc>
                <a:spcPct val="100000"/>
              </a:lnSpc>
              <a:buClr>
                <a:srgbClr val="000000"/>
              </a:buClr>
              <a:buFont typeface="Arial"/>
              <a:buChar char="•"/>
            </a:pPr>
            <a:r>
              <a:rPr b="0" lang="ja-JP" sz="1500" strike="noStrike" u="none">
                <a:solidFill>
                  <a:schemeClr val="dk1"/>
                </a:solidFill>
                <a:effectLst/>
                <a:uFillTx/>
                <a:latin typeface="Meiryo UI"/>
                <a:ea typeface="Meiryo UI"/>
              </a:rPr>
              <a:t>作業療法士が</a:t>
            </a:r>
            <a:r>
              <a:rPr b="1" lang="ja-JP" sz="1500" strike="noStrike" u="none">
                <a:solidFill>
                  <a:srgbClr val="c00000"/>
                </a:solidFill>
                <a:effectLst/>
                <a:uFillTx/>
                <a:latin typeface="Meiryo UI"/>
                <a:ea typeface="Meiryo UI"/>
              </a:rPr>
              <a:t>既製品のクッションをつなぎ合わせて、円背の形にあったクッションを作成。</a:t>
            </a:r>
            <a:endParaRPr b="0" lang="en-US" sz="1500" strike="noStrike" u="none">
              <a:solidFill>
                <a:srgbClr val="000000"/>
              </a:solidFill>
              <a:effectLst/>
              <a:uFillTx/>
              <a:latin typeface="Arial"/>
            </a:endParaRPr>
          </a:p>
          <a:p>
            <a:pPr marL="177840" indent="-177840" algn="just" defTabSz="914400">
              <a:lnSpc>
                <a:spcPct val="100000"/>
              </a:lnSpc>
              <a:buClr>
                <a:srgbClr val="c00000"/>
              </a:buClr>
              <a:buFont typeface="Arial"/>
              <a:buChar char="•"/>
            </a:pPr>
            <a:r>
              <a:rPr b="1" lang="ja-JP" sz="1500" strike="noStrike" u="none">
                <a:solidFill>
                  <a:srgbClr val="c00000"/>
                </a:solidFill>
                <a:effectLst/>
                <a:uFillTx/>
                <a:latin typeface="Meiryo UI"/>
                <a:ea typeface="Meiryo UI"/>
              </a:rPr>
              <a:t>介護職員</a:t>
            </a:r>
            <a:r>
              <a:rPr b="1" lang="en-US" sz="1500" strike="noStrike" u="none">
                <a:solidFill>
                  <a:srgbClr val="c00000"/>
                </a:solidFill>
                <a:effectLst/>
                <a:uFillTx/>
                <a:latin typeface="Meiryo UI"/>
                <a:ea typeface="Meiryo UI"/>
              </a:rPr>
              <a:t>A</a:t>
            </a:r>
            <a:r>
              <a:rPr b="1" lang="ja-JP" sz="1500" strike="noStrike" u="none">
                <a:solidFill>
                  <a:srgbClr val="c00000"/>
                </a:solidFill>
                <a:effectLst/>
                <a:uFillTx/>
                <a:latin typeface="Meiryo UI"/>
                <a:ea typeface="Meiryo UI"/>
              </a:rPr>
              <a:t>さんは、クッションを使った様子を</a:t>
            </a:r>
            <a:r>
              <a:rPr b="1" lang="en-US" sz="1500" strike="noStrike" u="none">
                <a:solidFill>
                  <a:srgbClr val="c00000"/>
                </a:solidFill>
                <a:effectLst/>
                <a:uFillTx/>
                <a:latin typeface="Meiryo UI"/>
                <a:ea typeface="Meiryo UI"/>
              </a:rPr>
              <a:t>3</a:t>
            </a:r>
            <a:r>
              <a:rPr b="1" lang="ja-JP" sz="1500" strike="noStrike" u="none">
                <a:solidFill>
                  <a:srgbClr val="c00000"/>
                </a:solidFill>
                <a:effectLst/>
                <a:uFillTx/>
                <a:latin typeface="Meiryo UI"/>
                <a:ea typeface="Meiryo UI"/>
              </a:rPr>
              <a:t>日間記録</a:t>
            </a:r>
            <a:r>
              <a:rPr b="0" lang="ja-JP" sz="1500" strike="noStrike" u="none">
                <a:solidFill>
                  <a:schemeClr val="dk1"/>
                </a:solidFill>
                <a:effectLst/>
                <a:uFillTx/>
                <a:latin typeface="Meiryo UI"/>
                <a:ea typeface="Meiryo UI"/>
              </a:rPr>
              <a:t>してフィードバックするよう、作業療法士から依頼を受けた。</a:t>
            </a:r>
            <a:endParaRPr b="0" lang="en-US" sz="1500" strike="noStrike" u="none">
              <a:solidFill>
                <a:srgbClr val="000000"/>
              </a:solidFill>
              <a:effectLst/>
              <a:uFillTx/>
              <a:latin typeface="Arial"/>
            </a:endParaRPr>
          </a:p>
          <a:p>
            <a:pPr marL="177840" indent="-177840" algn="just" defTabSz="914400">
              <a:lnSpc>
                <a:spcPct val="100000"/>
              </a:lnSpc>
              <a:buClr>
                <a:srgbClr val="c00000"/>
              </a:buClr>
              <a:buFont typeface="Arial"/>
              <a:buChar char="•"/>
            </a:pPr>
            <a:r>
              <a:rPr b="1" lang="ja-JP" sz="1500" strike="noStrike" u="none">
                <a:solidFill>
                  <a:srgbClr val="c00000"/>
                </a:solidFill>
                <a:effectLst/>
                <a:uFillTx/>
                <a:latin typeface="Meiryo UI"/>
                <a:ea typeface="Meiryo UI"/>
              </a:rPr>
              <a:t>まだ右方向への傾きが残っていることに介護職員</a:t>
            </a:r>
            <a:r>
              <a:rPr b="1" lang="en-US" sz="1500" strike="noStrike" u="none">
                <a:solidFill>
                  <a:srgbClr val="c00000"/>
                </a:solidFill>
                <a:effectLst/>
                <a:uFillTx/>
                <a:latin typeface="Meiryo UI"/>
                <a:ea typeface="Meiryo UI"/>
              </a:rPr>
              <a:t>A</a:t>
            </a:r>
            <a:r>
              <a:rPr b="1" lang="ja-JP" sz="1500" strike="noStrike" u="none">
                <a:solidFill>
                  <a:srgbClr val="c00000"/>
                </a:solidFill>
                <a:effectLst/>
                <a:uFillTx/>
                <a:latin typeface="Meiryo UI"/>
                <a:ea typeface="Meiryo UI"/>
              </a:rPr>
              <a:t>さんが気づいた</a:t>
            </a:r>
            <a:r>
              <a:rPr b="0" lang="ja-JP" sz="1500" strike="noStrike" u="none">
                <a:solidFill>
                  <a:schemeClr val="dk1"/>
                </a:solidFill>
                <a:effectLst/>
                <a:uFillTx/>
                <a:latin typeface="Meiryo UI"/>
                <a:ea typeface="Meiryo UI"/>
              </a:rPr>
              <a:t>ため、作業療法士に共有し、作業療法士が右側のクッションを調整した。</a:t>
            </a:r>
            <a:endParaRPr b="0" lang="en-US" sz="1500" strike="noStrike" u="none">
              <a:solidFill>
                <a:srgbClr val="000000"/>
              </a:solidFill>
              <a:effectLst/>
              <a:uFillTx/>
              <a:latin typeface="Arial"/>
            </a:endParaRPr>
          </a:p>
        </p:txBody>
      </p:sp>
      <p:sp>
        <p:nvSpPr>
          <p:cNvPr id="1715" name="フローチャート: 他ページ結合子 36"/>
          <p:cNvSpPr/>
          <p:nvPr/>
        </p:nvSpPr>
        <p:spPr>
          <a:xfrm>
            <a:off x="230040" y="5243400"/>
            <a:ext cx="1404720" cy="991800"/>
          </a:xfrm>
          <a:prstGeom prst="flowChartOffpageConnector">
            <a:avLst/>
          </a:prstGeom>
          <a:solidFill>
            <a:schemeClr val="accent4">
              <a:lumMod val="20000"/>
              <a:lumOff val="80000"/>
            </a:schemeClr>
          </a:solidFill>
          <a:ln w="0">
            <a:noFill/>
          </a:ln>
        </p:spPr>
        <p:style>
          <a:lnRef idx="0"/>
          <a:fillRef idx="0"/>
          <a:effectRef idx="0"/>
          <a:fontRef idx="minor"/>
        </p:style>
        <p:txBody>
          <a:bodyPr lIns="90000" rIns="90000" tIns="45000" bIns="45000" anchor="ctr">
            <a:noAutofit/>
          </a:bodyPr>
          <a:p>
            <a:pPr algn="ctr" defTabSz="457200">
              <a:lnSpc>
                <a:spcPts val="2001"/>
              </a:lnSpc>
            </a:pPr>
            <a:r>
              <a:rPr b="1" lang="ja-JP" sz="1600" strike="noStrike" u="none">
                <a:solidFill>
                  <a:schemeClr val="dk1"/>
                </a:solidFill>
                <a:effectLst/>
                <a:uFillTx/>
                <a:latin typeface="Meiryo UI"/>
                <a:ea typeface="Meiryo UI"/>
              </a:rPr>
              <a:t>効果検証</a:t>
            </a:r>
            <a:endParaRPr b="0" lang="en-US" sz="1600" strike="noStrike" u="none">
              <a:solidFill>
                <a:srgbClr val="000000"/>
              </a:solidFill>
              <a:effectLst/>
              <a:uFillTx/>
              <a:latin typeface="Arial"/>
            </a:endParaRPr>
          </a:p>
          <a:p>
            <a:pPr algn="ctr" defTabSz="457200">
              <a:lnSpc>
                <a:spcPts val="2001"/>
              </a:lnSpc>
            </a:pPr>
            <a:r>
              <a:rPr b="1" lang="ja-JP" sz="1600" strike="noStrike" u="none">
                <a:solidFill>
                  <a:schemeClr val="dk1"/>
                </a:solidFill>
                <a:effectLst/>
                <a:uFillTx/>
                <a:latin typeface="Meiryo UI"/>
                <a:ea typeface="Meiryo UI"/>
              </a:rPr>
              <a:t>継続的な観察</a:t>
            </a:r>
            <a:endParaRPr b="0" lang="en-US" sz="1600" strike="noStrike" u="none">
              <a:solidFill>
                <a:srgbClr val="000000"/>
              </a:solidFill>
              <a:effectLst/>
              <a:uFillTx/>
              <a:latin typeface="Arial"/>
            </a:endParaRPr>
          </a:p>
        </p:txBody>
      </p:sp>
      <p:sp>
        <p:nvSpPr>
          <p:cNvPr id="1716" name="正方形/長方形 37"/>
          <p:cNvSpPr/>
          <p:nvPr/>
        </p:nvSpPr>
        <p:spPr>
          <a:xfrm>
            <a:off x="1748520" y="5243400"/>
            <a:ext cx="7986600" cy="991800"/>
          </a:xfrm>
          <a:prstGeom prst="rect">
            <a:avLst/>
          </a:prstGeom>
          <a:noFill/>
          <a:ln w="6350">
            <a:solidFill>
              <a:srgbClr val="4ab5c4">
                <a:lumMod val="60000"/>
                <a:lumOff val="40000"/>
              </a:srgbClr>
            </a:solidFill>
            <a:round/>
          </a:ln>
        </p:spPr>
        <p:style>
          <a:lnRef idx="0"/>
          <a:fillRef idx="0"/>
          <a:effectRef idx="0"/>
          <a:fontRef idx="minor"/>
        </p:style>
        <p:txBody>
          <a:bodyPr lIns="90000" rIns="90000" tIns="45000" bIns="45000" anchor="ctr">
            <a:noAutofit/>
          </a:bodyPr>
          <a:p>
            <a:pPr marL="177840" indent="-177840" algn="just" defTabSz="914400">
              <a:lnSpc>
                <a:spcPct val="100000"/>
              </a:lnSpc>
              <a:buClr>
                <a:srgbClr val="000000"/>
              </a:buClr>
              <a:buFont typeface="Arial"/>
              <a:buChar char="•"/>
              <a:tabLst>
                <a:tab algn="l" pos="177840"/>
              </a:tabLst>
            </a:pPr>
            <a:r>
              <a:rPr b="0" lang="ja-JP" sz="1500" strike="noStrike" u="none">
                <a:solidFill>
                  <a:schemeClr val="dk1"/>
                </a:solidFill>
                <a:effectLst/>
                <a:uFillTx/>
                <a:latin typeface="Meiryo UI"/>
                <a:ea typeface="Meiryo UI"/>
              </a:rPr>
              <a:t>体の左右の傾きが改善し、</a:t>
            </a:r>
            <a:r>
              <a:rPr b="1" lang="ja-JP" sz="1500" strike="noStrike" u="none">
                <a:solidFill>
                  <a:srgbClr val="c00000"/>
                </a:solidFill>
                <a:effectLst/>
                <a:uFillTx/>
                <a:latin typeface="Meiryo UI"/>
                <a:ea typeface="Meiryo UI"/>
              </a:rPr>
              <a:t>座位姿勢が安定し、レクリエーションの塗り絵等に集中して取り組めるようになった。 </a:t>
            </a:r>
            <a:endParaRPr b="0" lang="en-US" sz="1500" strike="noStrike" u="none">
              <a:solidFill>
                <a:srgbClr val="000000"/>
              </a:solidFill>
              <a:effectLst/>
              <a:uFillTx/>
              <a:latin typeface="Arial"/>
            </a:endParaRPr>
          </a:p>
          <a:p>
            <a:pPr marL="177840" indent="-177840" algn="just" defTabSz="914400">
              <a:lnSpc>
                <a:spcPct val="100000"/>
              </a:lnSpc>
              <a:buClr>
                <a:srgbClr val="000000"/>
              </a:buClr>
              <a:buFont typeface="Arial"/>
              <a:buChar char="•"/>
              <a:tabLst>
                <a:tab algn="l" pos="177840"/>
              </a:tabLst>
            </a:pPr>
            <a:r>
              <a:rPr b="0" lang="ja-JP" sz="1500" strike="noStrike" u="none">
                <a:solidFill>
                  <a:schemeClr val="dk1"/>
                </a:solidFill>
                <a:effectLst/>
                <a:uFillTx/>
                <a:latin typeface="Meiryo UI"/>
                <a:ea typeface="Meiryo UI"/>
              </a:rPr>
              <a:t>起床から朝食までのおよそ１時間半のあいだ、座り直すことなく、椅子で問題なく過ごせるようになった。</a:t>
            </a:r>
            <a:endParaRPr b="0" lang="en-US" sz="1500" strike="noStrike" u="none">
              <a:solidFill>
                <a:srgbClr val="000000"/>
              </a:solidFill>
              <a:effectLst/>
              <a:uFillTx/>
              <a:latin typeface="Arial"/>
            </a:endParaRPr>
          </a:p>
        </p:txBody>
      </p:sp>
      <p:sp>
        <p:nvSpPr>
          <p:cNvPr id="1717" name="正方形/長方形 2"/>
          <p:cNvSpPr/>
          <p:nvPr/>
        </p:nvSpPr>
        <p:spPr>
          <a:xfrm>
            <a:off x="230040" y="85680"/>
            <a:ext cx="1734480" cy="369000"/>
          </a:xfrm>
          <a:prstGeom prst="rect">
            <a:avLst/>
          </a:prstGeom>
          <a:solidFill>
            <a:srgbClr val="ffff99"/>
          </a:solidFill>
          <a:ln w="0">
            <a:noFill/>
          </a:ln>
        </p:spPr>
        <p:style>
          <a:lnRef idx="0"/>
          <a:fillRef idx="0"/>
          <a:effectRef idx="0"/>
          <a:fontRef idx="minor"/>
        </p:style>
        <p:txBody>
          <a:bodyPr lIns="90000" rIns="90000" tIns="45000" bIns="45000" anchor="b">
            <a:noAutofit/>
          </a:bodyPr>
          <a:p>
            <a:pPr defTabSz="457200">
              <a:lnSpc>
                <a:spcPts val="2001"/>
              </a:lnSpc>
            </a:pPr>
            <a:r>
              <a:rPr b="1" lang="ja-JP" sz="2000" strike="noStrike" u="none">
                <a:solidFill>
                  <a:schemeClr val="lt1"/>
                </a:solidFill>
                <a:effectLst/>
                <a:uFillTx/>
                <a:latin typeface="Meiryo UI"/>
                <a:ea typeface="Meiryo UI"/>
              </a:rPr>
              <a:t>　 　</a:t>
            </a:r>
            <a:r>
              <a:rPr b="1" lang="ja-JP" sz="2000" strike="noStrike" u="none">
                <a:solidFill>
                  <a:schemeClr val="dk1"/>
                </a:solidFill>
                <a:effectLst/>
                <a:uFillTx/>
                <a:latin typeface="Meiryo UI"/>
                <a:ea typeface="Meiryo UI"/>
              </a:rPr>
              <a:t>事例紹介　</a:t>
            </a:r>
            <a:endParaRPr b="0" lang="en-US" sz="2000" strike="noStrike" u="none">
              <a:solidFill>
                <a:srgbClr val="000000"/>
              </a:solidFill>
              <a:effectLst/>
              <a:uFillTx/>
              <a:latin typeface="Arial"/>
            </a:endParaRPr>
          </a:p>
        </p:txBody>
      </p:sp>
      <p:pic>
        <p:nvPicPr>
          <p:cNvPr id="1718" name="グラフィックス 7" descr="電球と歯車"/>
          <p:cNvPicPr/>
          <p:nvPr/>
        </p:nvPicPr>
        <p:blipFill>
          <a:blip r:embed="rId1">
            <a:extLst>
              <a:ext uri="{96DAC541-7B7A-43D3-8B79-37D633B846F1}">
                <asvg:svgBlip xmlns:asvg="http://schemas.microsoft.com/office/drawing/2016/SVG/main" r:embed="rId2"/>
              </a:ext>
            </a:extLst>
          </a:blip>
          <a:stretch/>
        </p:blipFill>
        <p:spPr>
          <a:xfrm>
            <a:off x="272520" y="120960"/>
            <a:ext cx="298440" cy="298440"/>
          </a:xfrm>
          <a:prstGeom prst="rect">
            <a:avLst/>
          </a:prstGeom>
          <a:noFill/>
          <a:ln w="0">
            <a:noFill/>
          </a:ln>
        </p:spPr>
      </p:pic>
      <p:sp>
        <p:nvSpPr>
          <p:cNvPr id="1719" name="正方形/長方形 16"/>
          <p:cNvSpPr/>
          <p:nvPr/>
        </p:nvSpPr>
        <p:spPr>
          <a:xfrm>
            <a:off x="211320" y="609840"/>
            <a:ext cx="2364840" cy="1054800"/>
          </a:xfrm>
          <a:prstGeom prst="rect">
            <a:avLst/>
          </a:prstGeom>
          <a:solidFill>
            <a:schemeClr val="accent4"/>
          </a:solidFill>
          <a:ln w="9525">
            <a:solidFill>
              <a:srgbClr val="029676"/>
            </a:solidFill>
            <a:round/>
          </a:ln>
        </p:spPr>
        <p:style>
          <a:lnRef idx="0"/>
          <a:fillRef idx="0"/>
          <a:effectRef idx="0"/>
          <a:fontRef idx="minor"/>
        </p:style>
        <p:txBody>
          <a:bodyPr numCol="1" spcCol="0" horzOverflow="overflow" anchor="ctr">
            <a:noAutofit/>
          </a:bodyPr>
          <a:p>
            <a:pPr marL="285840" indent="-285840" defTabSz="457200">
              <a:lnSpc>
                <a:spcPct val="100000"/>
              </a:lnSpc>
              <a:buClr>
                <a:srgbClr val="ffffff"/>
              </a:buClr>
              <a:buFont typeface="Wingdings" charset="2"/>
              <a:buChar char=""/>
            </a:pPr>
            <a:r>
              <a:rPr b="1" lang="en-US" sz="1600" strike="noStrike" u="none">
                <a:solidFill>
                  <a:schemeClr val="lt1"/>
                </a:solidFill>
                <a:effectLst/>
                <a:uFillTx/>
                <a:latin typeface="Meiryo UI"/>
                <a:ea typeface="Meiryo UI"/>
              </a:rPr>
              <a:t>90</a:t>
            </a:r>
            <a:r>
              <a:rPr b="1" lang="ja-JP" sz="1600" strike="noStrike" u="none">
                <a:solidFill>
                  <a:schemeClr val="lt1"/>
                </a:solidFill>
                <a:effectLst/>
                <a:uFillTx/>
                <a:latin typeface="Meiryo UI"/>
                <a:ea typeface="Meiryo UI"/>
              </a:rPr>
              <a:t>代女性</a:t>
            </a:r>
            <a:endParaRPr b="0" lang="en-US" sz="1600" strike="noStrike" u="none">
              <a:solidFill>
                <a:srgbClr val="ffffff"/>
              </a:solidFill>
              <a:effectLst/>
              <a:uFillTx/>
              <a:latin typeface="Arial"/>
            </a:endParaRPr>
          </a:p>
          <a:p>
            <a:pPr marL="285840" indent="-285840" defTabSz="457200">
              <a:lnSpc>
                <a:spcPct val="100000"/>
              </a:lnSpc>
              <a:buClr>
                <a:srgbClr val="ffffff"/>
              </a:buClr>
              <a:buFont typeface="Wingdings" charset="2"/>
              <a:buChar char=""/>
            </a:pPr>
            <a:r>
              <a:rPr b="1" lang="ja-JP" sz="1600" strike="noStrike" u="none">
                <a:solidFill>
                  <a:schemeClr val="lt1"/>
                </a:solidFill>
                <a:effectLst/>
                <a:uFillTx/>
                <a:latin typeface="Meiryo UI"/>
                <a:ea typeface="Meiryo UI"/>
              </a:rPr>
              <a:t>要介護２</a:t>
            </a:r>
            <a:endParaRPr b="0" lang="en-US" sz="1600" strike="noStrike" u="none">
              <a:solidFill>
                <a:srgbClr val="ffffff"/>
              </a:solidFill>
              <a:effectLst/>
              <a:uFillTx/>
              <a:latin typeface="Arial"/>
            </a:endParaRPr>
          </a:p>
          <a:p>
            <a:pPr marL="285840" indent="-285840" defTabSz="457200">
              <a:lnSpc>
                <a:spcPct val="100000"/>
              </a:lnSpc>
              <a:buClr>
                <a:srgbClr val="ffffff"/>
              </a:buClr>
              <a:buFont typeface="Wingdings" charset="2"/>
              <a:buChar char=""/>
            </a:pPr>
            <a:r>
              <a:rPr b="1" lang="ja-JP" sz="1600" strike="noStrike" u="none">
                <a:solidFill>
                  <a:schemeClr val="lt1"/>
                </a:solidFill>
                <a:effectLst/>
                <a:uFillTx/>
                <a:latin typeface="Meiryo UI"/>
                <a:ea typeface="Meiryo UI"/>
              </a:rPr>
              <a:t>軽度右片麻痺、円背</a:t>
            </a:r>
            <a:endParaRPr b="0" lang="en-US" sz="1600" strike="noStrike" u="none">
              <a:solidFill>
                <a:srgbClr val="ffffff"/>
              </a:solidFill>
              <a:effectLst/>
              <a:uFillTx/>
              <a:latin typeface="Arial"/>
            </a:endParaRPr>
          </a:p>
          <a:p>
            <a:pPr marL="285840" indent="-285840" defTabSz="457200">
              <a:lnSpc>
                <a:spcPct val="100000"/>
              </a:lnSpc>
              <a:buClr>
                <a:srgbClr val="ffffff"/>
              </a:buClr>
              <a:buFont typeface="Wingdings" charset="2"/>
              <a:buChar char=""/>
            </a:pPr>
            <a:r>
              <a:rPr b="1" lang="ja-JP" sz="1600" strike="noStrike" u="none">
                <a:solidFill>
                  <a:schemeClr val="lt1"/>
                </a:solidFill>
                <a:effectLst/>
                <a:uFillTx/>
                <a:latin typeface="Meiryo UI"/>
                <a:ea typeface="Meiryo UI"/>
              </a:rPr>
              <a:t>軽度認知症</a:t>
            </a:r>
            <a:endParaRPr b="0" lang="en-US" sz="16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0" name="PlaceHolder 1"/>
          <p:cNvSpPr>
            <a:spLocks noGrp="1"/>
          </p:cNvSpPr>
          <p:nvPr>
            <p:ph type="title"/>
          </p:nvPr>
        </p:nvSpPr>
        <p:spPr>
          <a:xfrm>
            <a:off x="199440" y="136800"/>
            <a:ext cx="9505440" cy="369000"/>
          </a:xfrm>
          <a:prstGeom prst="rect">
            <a:avLst/>
          </a:prstGeom>
          <a:noFill/>
          <a:ln w="0">
            <a:noFill/>
          </a:ln>
        </p:spPr>
        <p:txBody>
          <a:bodyPr lIns="36000" rIns="0" tIns="45720" bIns="45720" anchor="ctr">
            <a:noAutofit/>
          </a:bodyPr>
          <a:p>
            <a:pPr indent="0" defTabSz="914400">
              <a:lnSpc>
                <a:spcPct val="90000"/>
              </a:lnSpc>
              <a:buNone/>
            </a:pPr>
            <a:r>
              <a:rPr b="1" lang="en-US" sz="2000" strike="noStrike" u="none">
                <a:solidFill>
                  <a:schemeClr val="dk1"/>
                </a:solidFill>
                <a:effectLst/>
                <a:uFillTx/>
                <a:latin typeface="Meiryo UI"/>
                <a:ea typeface="Meiryo UI"/>
              </a:rPr>
              <a:t>5.4</a:t>
            </a:r>
            <a:r>
              <a:rPr b="1" lang="ja-JP" sz="2000" strike="noStrike" u="none">
                <a:solidFill>
                  <a:schemeClr val="dk1"/>
                </a:solidFill>
                <a:effectLst/>
                <a:uFillTx/>
                <a:latin typeface="Meiryo UI"/>
                <a:ea typeface="Meiryo UI"/>
              </a:rPr>
              <a:t>　身体拘束がもたらす多くの弊害</a:t>
            </a:r>
            <a:endParaRPr b="0" lang="en-US" sz="2000" strike="noStrike" u="none">
              <a:solidFill>
                <a:schemeClr val="dk1"/>
              </a:solidFill>
              <a:effectLst/>
              <a:uFillTx/>
              <a:latin typeface="Meiryo UI"/>
            </a:endParaRPr>
          </a:p>
        </p:txBody>
      </p:sp>
      <p:sp>
        <p:nvSpPr>
          <p:cNvPr id="1721" name="正方形/長方形 8"/>
          <p:cNvSpPr/>
          <p:nvPr/>
        </p:nvSpPr>
        <p:spPr>
          <a:xfrm>
            <a:off x="632520" y="1017000"/>
            <a:ext cx="1331640" cy="1475640"/>
          </a:xfrm>
          <a:prstGeom prst="rect">
            <a:avLst/>
          </a:prstGeom>
          <a:solidFill>
            <a:schemeClr val="accent4">
              <a:lumMod val="20000"/>
              <a:lumOff val="80000"/>
            </a:schemeClr>
          </a:solidFill>
          <a:ln w="19050">
            <a:solidFill>
              <a:srgbClr val="029676">
                <a:lumMod val="20000"/>
                <a:lumOff val="80000"/>
              </a:srgbClr>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1" lang="ja-JP" sz="2000" strike="noStrike" u="none">
                <a:solidFill>
                  <a:schemeClr val="dk1"/>
                </a:solidFill>
                <a:effectLst/>
                <a:uFillTx/>
                <a:latin typeface="Meiryo UI"/>
                <a:ea typeface="Meiryo UI"/>
              </a:rPr>
              <a:t>身体的</a:t>
            </a:r>
            <a:endParaRPr b="0" lang="en-US" sz="2000" strike="noStrike" u="none">
              <a:solidFill>
                <a:srgbClr val="000000"/>
              </a:solidFill>
              <a:effectLst/>
              <a:uFillTx/>
              <a:latin typeface="Arial"/>
            </a:endParaRPr>
          </a:p>
          <a:p>
            <a:pPr algn="ctr" defTabSz="457200">
              <a:lnSpc>
                <a:spcPct val="100000"/>
              </a:lnSpc>
            </a:pPr>
            <a:r>
              <a:rPr b="1" lang="ja-JP" sz="2000" strike="noStrike" u="none">
                <a:solidFill>
                  <a:schemeClr val="dk1"/>
                </a:solidFill>
                <a:effectLst/>
                <a:uFillTx/>
                <a:latin typeface="Meiryo UI"/>
                <a:ea typeface="Meiryo UI"/>
              </a:rPr>
              <a:t>弊害</a:t>
            </a:r>
            <a:endParaRPr b="0" lang="en-US" sz="2000" strike="noStrike" u="none">
              <a:solidFill>
                <a:srgbClr val="000000"/>
              </a:solidFill>
              <a:effectLst/>
              <a:uFillTx/>
              <a:latin typeface="Arial"/>
            </a:endParaRPr>
          </a:p>
        </p:txBody>
      </p:sp>
      <p:sp>
        <p:nvSpPr>
          <p:cNvPr id="1722" name="正方形/長方形 10"/>
          <p:cNvSpPr/>
          <p:nvPr/>
        </p:nvSpPr>
        <p:spPr>
          <a:xfrm>
            <a:off x="632520" y="2889000"/>
            <a:ext cx="1331640" cy="1475640"/>
          </a:xfrm>
          <a:prstGeom prst="rect">
            <a:avLst/>
          </a:prstGeom>
          <a:solidFill>
            <a:schemeClr val="accent4">
              <a:lumMod val="20000"/>
              <a:lumOff val="80000"/>
            </a:schemeClr>
          </a:solidFill>
          <a:ln w="19050">
            <a:solidFill>
              <a:srgbClr val="029676">
                <a:lumMod val="20000"/>
                <a:lumOff val="80000"/>
              </a:srgbClr>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1" lang="ja-JP" sz="2000" strike="noStrike" u="none">
                <a:solidFill>
                  <a:schemeClr val="dk1"/>
                </a:solidFill>
                <a:effectLst/>
                <a:uFillTx/>
                <a:latin typeface="Meiryo UI"/>
                <a:ea typeface="Meiryo UI"/>
              </a:rPr>
              <a:t>精神的</a:t>
            </a:r>
            <a:endParaRPr b="0" lang="en-US" sz="2000" strike="noStrike" u="none">
              <a:solidFill>
                <a:srgbClr val="000000"/>
              </a:solidFill>
              <a:effectLst/>
              <a:uFillTx/>
              <a:latin typeface="Arial"/>
            </a:endParaRPr>
          </a:p>
          <a:p>
            <a:pPr algn="ctr" defTabSz="457200">
              <a:lnSpc>
                <a:spcPct val="100000"/>
              </a:lnSpc>
            </a:pPr>
            <a:r>
              <a:rPr b="1" lang="ja-JP" sz="2000" strike="noStrike" u="none">
                <a:solidFill>
                  <a:schemeClr val="dk1"/>
                </a:solidFill>
                <a:effectLst/>
                <a:uFillTx/>
                <a:latin typeface="Meiryo UI"/>
                <a:ea typeface="Meiryo UI"/>
              </a:rPr>
              <a:t>弊害</a:t>
            </a:r>
            <a:endParaRPr b="0" lang="en-US" sz="2000" strike="noStrike" u="none">
              <a:solidFill>
                <a:srgbClr val="000000"/>
              </a:solidFill>
              <a:effectLst/>
              <a:uFillTx/>
              <a:latin typeface="Arial"/>
            </a:endParaRPr>
          </a:p>
        </p:txBody>
      </p:sp>
      <p:sp>
        <p:nvSpPr>
          <p:cNvPr id="1723" name="正方形/長方形 11"/>
          <p:cNvSpPr/>
          <p:nvPr/>
        </p:nvSpPr>
        <p:spPr>
          <a:xfrm>
            <a:off x="632520" y="4689000"/>
            <a:ext cx="1331640" cy="1475640"/>
          </a:xfrm>
          <a:prstGeom prst="rect">
            <a:avLst/>
          </a:prstGeom>
          <a:solidFill>
            <a:schemeClr val="accent4">
              <a:lumMod val="20000"/>
              <a:lumOff val="80000"/>
            </a:schemeClr>
          </a:solidFill>
          <a:ln w="19050">
            <a:solidFill>
              <a:srgbClr val="029676">
                <a:lumMod val="20000"/>
                <a:lumOff val="80000"/>
              </a:srgbClr>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1" lang="ja-JP" sz="2000" strike="noStrike" u="none">
                <a:solidFill>
                  <a:schemeClr val="dk1"/>
                </a:solidFill>
                <a:effectLst/>
                <a:uFillTx/>
                <a:latin typeface="Meiryo UI"/>
                <a:ea typeface="Meiryo UI"/>
              </a:rPr>
              <a:t>社会的</a:t>
            </a:r>
            <a:endParaRPr b="0" lang="en-US" sz="2000" strike="noStrike" u="none">
              <a:solidFill>
                <a:srgbClr val="000000"/>
              </a:solidFill>
              <a:effectLst/>
              <a:uFillTx/>
              <a:latin typeface="Arial"/>
            </a:endParaRPr>
          </a:p>
          <a:p>
            <a:pPr algn="ctr" defTabSz="457200">
              <a:lnSpc>
                <a:spcPct val="100000"/>
              </a:lnSpc>
            </a:pPr>
            <a:r>
              <a:rPr b="1" lang="ja-JP" sz="2000" strike="noStrike" u="none">
                <a:solidFill>
                  <a:schemeClr val="dk1"/>
                </a:solidFill>
                <a:effectLst/>
                <a:uFillTx/>
                <a:latin typeface="Meiryo UI"/>
                <a:ea typeface="Meiryo UI"/>
              </a:rPr>
              <a:t>弊害</a:t>
            </a:r>
            <a:endParaRPr b="0" lang="en-US" sz="2000" strike="noStrike" u="none">
              <a:solidFill>
                <a:srgbClr val="000000"/>
              </a:solidFill>
              <a:effectLst/>
              <a:uFillTx/>
              <a:latin typeface="Arial"/>
            </a:endParaRPr>
          </a:p>
        </p:txBody>
      </p:sp>
      <p:sp>
        <p:nvSpPr>
          <p:cNvPr id="1724" name="正方形/長方形 12"/>
          <p:cNvSpPr/>
          <p:nvPr/>
        </p:nvSpPr>
        <p:spPr>
          <a:xfrm>
            <a:off x="1964520" y="1017000"/>
            <a:ext cx="7267680" cy="1475640"/>
          </a:xfrm>
          <a:prstGeom prst="rect">
            <a:avLst/>
          </a:prstGeom>
          <a:noFill/>
          <a:ln w="19050">
            <a:solidFill>
              <a:srgbClr val="029676">
                <a:lumMod val="20000"/>
                <a:lumOff val="80000"/>
              </a:srgbClr>
            </a:solidFill>
            <a:round/>
          </a:ln>
        </p:spPr>
        <p:style>
          <a:lnRef idx="0"/>
          <a:fillRef idx="0"/>
          <a:effectRef idx="0"/>
          <a:fontRef idx="minor"/>
        </p:style>
        <p:txBody>
          <a:bodyPr numCol="1" spcCol="0" horzOverflow="overflow" anchor="ctr">
            <a:noAutofit/>
          </a:bodyPr>
          <a:p>
            <a:pPr marL="343080" indent="-343080" defTabSz="914400">
              <a:lnSpc>
                <a:spcPts val="2880"/>
              </a:lnSpc>
              <a:buClr>
                <a:srgbClr val="000000"/>
              </a:buClr>
              <a:buFont typeface="Wingdings" charset="2"/>
              <a:buChar char=""/>
            </a:pPr>
            <a:r>
              <a:rPr b="0" lang="ja-JP" sz="1800" strike="noStrike" u="none">
                <a:solidFill>
                  <a:schemeClr val="dk1"/>
                </a:solidFill>
                <a:effectLst/>
                <a:uFillTx/>
                <a:latin typeface="Meiryo UI"/>
                <a:ea typeface="Meiryo UI"/>
              </a:rPr>
              <a:t>関節の拘縮、筋力の低下といった身体機能の低下や圧迫部位の褥瘡の発生などの外的弊害</a:t>
            </a:r>
            <a:endParaRPr b="0" lang="en-US" sz="1800" strike="noStrike" u="none">
              <a:solidFill>
                <a:srgbClr val="000000"/>
              </a:solidFill>
              <a:effectLst/>
              <a:uFillTx/>
              <a:latin typeface="Arial"/>
            </a:endParaRPr>
          </a:p>
          <a:p>
            <a:pPr marL="343080" indent="-343080" defTabSz="914400">
              <a:lnSpc>
                <a:spcPts val="2880"/>
              </a:lnSpc>
              <a:buClr>
                <a:srgbClr val="000000"/>
              </a:buClr>
              <a:buFont typeface="Wingdings" charset="2"/>
              <a:buChar char=""/>
            </a:pPr>
            <a:r>
              <a:rPr b="0" lang="ja-JP" sz="1800" strike="noStrike" u="none">
                <a:solidFill>
                  <a:schemeClr val="dk1"/>
                </a:solidFill>
                <a:effectLst/>
                <a:uFillTx/>
                <a:latin typeface="Meiryo UI"/>
                <a:ea typeface="Meiryo UI"/>
              </a:rPr>
              <a:t>食欲の低下、心肺機能や感染症への抵抗力の低下などの内的弊害</a:t>
            </a:r>
            <a:endParaRPr b="0" lang="en-US" sz="1800" strike="noStrike" u="none">
              <a:solidFill>
                <a:srgbClr val="000000"/>
              </a:solidFill>
              <a:effectLst/>
              <a:uFillTx/>
              <a:latin typeface="Arial"/>
            </a:endParaRPr>
          </a:p>
          <a:p>
            <a:pPr marL="343080" indent="-343080" defTabSz="914400">
              <a:lnSpc>
                <a:spcPts val="2880"/>
              </a:lnSpc>
              <a:buClr>
                <a:srgbClr val="000000"/>
              </a:buClr>
              <a:buFont typeface="Wingdings" charset="2"/>
              <a:buChar char=""/>
            </a:pPr>
            <a:r>
              <a:rPr b="0" lang="ja-JP" sz="1800" strike="noStrike" u="none">
                <a:solidFill>
                  <a:schemeClr val="dk1"/>
                </a:solidFill>
                <a:effectLst/>
                <a:uFillTx/>
                <a:latin typeface="Meiryo UI"/>
                <a:ea typeface="Meiryo UI"/>
              </a:rPr>
              <a:t>転倒や転落事故、窒息などの大事故を発生させる危険性</a:t>
            </a:r>
            <a:endParaRPr b="0" lang="en-US" sz="1800" strike="noStrike" u="none">
              <a:solidFill>
                <a:srgbClr val="000000"/>
              </a:solidFill>
              <a:effectLst/>
              <a:uFillTx/>
              <a:latin typeface="Arial"/>
            </a:endParaRPr>
          </a:p>
        </p:txBody>
      </p:sp>
      <p:sp>
        <p:nvSpPr>
          <p:cNvPr id="1725" name="正方形/長方形 13"/>
          <p:cNvSpPr/>
          <p:nvPr/>
        </p:nvSpPr>
        <p:spPr>
          <a:xfrm>
            <a:off x="1964520" y="2889000"/>
            <a:ext cx="7267680" cy="1475640"/>
          </a:xfrm>
          <a:prstGeom prst="rect">
            <a:avLst/>
          </a:prstGeom>
          <a:noFill/>
          <a:ln w="19050">
            <a:solidFill>
              <a:srgbClr val="029676">
                <a:lumMod val="20000"/>
                <a:lumOff val="80000"/>
              </a:srgbClr>
            </a:solidFill>
            <a:round/>
          </a:ln>
        </p:spPr>
        <p:style>
          <a:lnRef idx="0"/>
          <a:fillRef idx="0"/>
          <a:effectRef idx="0"/>
          <a:fontRef idx="minor"/>
        </p:style>
        <p:txBody>
          <a:bodyPr numCol="1" spcCol="0" horzOverflow="overflow" anchor="ctr">
            <a:noAutofit/>
          </a:bodyPr>
          <a:p>
            <a:pPr marL="343080" indent="-343080" defTabSz="914400">
              <a:lnSpc>
                <a:spcPts val="2880"/>
              </a:lnSpc>
              <a:buClr>
                <a:srgbClr val="000000"/>
              </a:buClr>
              <a:buFont typeface="Wingdings" charset="2"/>
              <a:buChar char=""/>
            </a:pPr>
            <a:r>
              <a:rPr b="0" lang="ja-JP" sz="1800" strike="noStrike" u="none">
                <a:solidFill>
                  <a:schemeClr val="dk1"/>
                </a:solidFill>
                <a:effectLst/>
                <a:uFillTx/>
                <a:latin typeface="Meiryo UI"/>
                <a:ea typeface="Meiryo UI"/>
              </a:rPr>
              <a:t>本人は縛られる理由も分からず、生きる意欲を奪われる。</a:t>
            </a:r>
            <a:endParaRPr b="0" lang="en-US" sz="1800" strike="noStrike" u="none">
              <a:solidFill>
                <a:srgbClr val="000000"/>
              </a:solidFill>
              <a:effectLst/>
              <a:uFillTx/>
              <a:latin typeface="Arial"/>
            </a:endParaRPr>
          </a:p>
          <a:p>
            <a:pPr marL="343080" indent="-343080" defTabSz="914400">
              <a:lnSpc>
                <a:spcPts val="2880"/>
              </a:lnSpc>
              <a:buClr>
                <a:srgbClr val="000000"/>
              </a:buClr>
              <a:buFont typeface="Wingdings" charset="2"/>
              <a:buChar char=""/>
            </a:pPr>
            <a:r>
              <a:rPr b="0" lang="ja-JP" sz="1800" strike="noStrike" u="none">
                <a:solidFill>
                  <a:schemeClr val="dk1"/>
                </a:solidFill>
                <a:effectLst/>
                <a:uFillTx/>
                <a:latin typeface="Meiryo UI"/>
                <a:ea typeface="Meiryo UI"/>
              </a:rPr>
              <a:t>不安、怒り、屈辱、あきらめなどの精神的苦痛、認知症の進行やせん妄の頻発</a:t>
            </a:r>
            <a:endParaRPr b="0" lang="en-US" sz="1800" strike="noStrike" u="none">
              <a:solidFill>
                <a:srgbClr val="000000"/>
              </a:solidFill>
              <a:effectLst/>
              <a:uFillTx/>
              <a:latin typeface="Arial"/>
            </a:endParaRPr>
          </a:p>
          <a:p>
            <a:pPr marL="343080" indent="-343080" defTabSz="914400">
              <a:lnSpc>
                <a:spcPts val="2880"/>
              </a:lnSpc>
              <a:buClr>
                <a:srgbClr val="000000"/>
              </a:buClr>
              <a:buFont typeface="Wingdings" charset="2"/>
              <a:buChar char=""/>
            </a:pPr>
            <a:r>
              <a:rPr b="0" lang="ja-JP" sz="1800" strike="noStrike" u="none">
                <a:solidFill>
                  <a:schemeClr val="dk1"/>
                </a:solidFill>
                <a:effectLst/>
                <a:uFillTx/>
                <a:latin typeface="Meiryo UI"/>
                <a:ea typeface="Meiryo UI"/>
              </a:rPr>
              <a:t>家族に与える精神的苦痛、罪悪感や後悔 </a:t>
            </a:r>
            <a:endParaRPr b="0" lang="en-US" sz="1800" strike="noStrike" u="none">
              <a:solidFill>
                <a:srgbClr val="000000"/>
              </a:solidFill>
              <a:effectLst/>
              <a:uFillTx/>
              <a:latin typeface="Arial"/>
            </a:endParaRPr>
          </a:p>
        </p:txBody>
      </p:sp>
      <p:sp>
        <p:nvSpPr>
          <p:cNvPr id="1726" name="正方形/長方形 15"/>
          <p:cNvSpPr/>
          <p:nvPr/>
        </p:nvSpPr>
        <p:spPr>
          <a:xfrm>
            <a:off x="1964520" y="4689000"/>
            <a:ext cx="7267680" cy="1475640"/>
          </a:xfrm>
          <a:prstGeom prst="rect">
            <a:avLst/>
          </a:prstGeom>
          <a:noFill/>
          <a:ln w="19050">
            <a:solidFill>
              <a:srgbClr val="029676">
                <a:lumMod val="20000"/>
                <a:lumOff val="80000"/>
              </a:srgbClr>
            </a:solidFill>
            <a:round/>
          </a:ln>
        </p:spPr>
        <p:style>
          <a:lnRef idx="0"/>
          <a:fillRef idx="0"/>
          <a:effectRef idx="0"/>
          <a:fontRef idx="minor"/>
        </p:style>
        <p:txBody>
          <a:bodyPr numCol="1" spcCol="0" horzOverflow="overflow" anchor="ctr">
            <a:noAutofit/>
          </a:bodyPr>
          <a:p>
            <a:pPr marL="343080" indent="-343080" defTabSz="914400">
              <a:lnSpc>
                <a:spcPts val="2880"/>
              </a:lnSpc>
              <a:buClr>
                <a:srgbClr val="000000"/>
              </a:buClr>
              <a:buFont typeface="Wingdings" charset="2"/>
              <a:buChar char=""/>
            </a:pPr>
            <a:r>
              <a:rPr b="0" lang="ja-JP" sz="1800" strike="noStrike" u="none">
                <a:solidFill>
                  <a:schemeClr val="dk1"/>
                </a:solidFill>
                <a:effectLst/>
                <a:uFillTx/>
                <a:latin typeface="Meiryo UI"/>
                <a:ea typeface="Meiryo UI"/>
              </a:rPr>
              <a:t>看護・介護スタッフ自身の士気の低下を招くこと。また、介護保険施設等に対する社会的な不信、偏見を引き起こすおそれがあること。</a:t>
            </a:r>
            <a:endParaRPr b="0" lang="en-US" sz="1800" strike="noStrike" u="none">
              <a:solidFill>
                <a:srgbClr val="000000"/>
              </a:solidFill>
              <a:effectLst/>
              <a:uFillTx/>
              <a:latin typeface="Arial"/>
            </a:endParaRPr>
          </a:p>
          <a:p>
            <a:pPr marL="343080" indent="-343080" defTabSz="914400">
              <a:lnSpc>
                <a:spcPts val="2880"/>
              </a:lnSpc>
              <a:buClr>
                <a:srgbClr val="000000"/>
              </a:buClr>
              <a:buFont typeface="Wingdings" charset="2"/>
              <a:buChar char=""/>
            </a:pPr>
            <a:r>
              <a:rPr b="0" lang="ja-JP" sz="1800" strike="noStrike" u="none">
                <a:solidFill>
                  <a:schemeClr val="dk1"/>
                </a:solidFill>
                <a:effectLst/>
                <a:uFillTx/>
                <a:latin typeface="Meiryo UI"/>
                <a:ea typeface="Meiryo UI"/>
              </a:rPr>
              <a:t>身体拘束による高齢者の心身機能の低下は、その人の</a:t>
            </a:r>
            <a:r>
              <a:rPr b="0" lang="en-US" sz="1800" strike="noStrike" u="none">
                <a:solidFill>
                  <a:schemeClr val="dk1"/>
                </a:solidFill>
                <a:effectLst/>
                <a:uFillTx/>
                <a:latin typeface="Meiryo UI"/>
                <a:ea typeface="Meiryo UI"/>
              </a:rPr>
              <a:t>QOL</a:t>
            </a:r>
            <a:r>
              <a:rPr b="0" lang="ja-JP" sz="1800" strike="noStrike" u="none">
                <a:solidFill>
                  <a:schemeClr val="dk1"/>
                </a:solidFill>
                <a:effectLst/>
                <a:uFillTx/>
                <a:latin typeface="Meiryo UI"/>
                <a:ea typeface="Meiryo UI"/>
              </a:rPr>
              <a:t>を低下させるだけでなく、さらなる医療的処置を生じさせ、経済的にも影響をもたらす。</a:t>
            </a:r>
            <a:endParaRPr b="0" lang="en-US" sz="1800" strike="noStrike" u="none">
              <a:solidFill>
                <a:srgbClr val="000000"/>
              </a:solidFill>
              <a:effectLst/>
              <a:uFillTx/>
              <a:latin typeface="Arial"/>
            </a:endParaRPr>
          </a:p>
        </p:txBody>
      </p:sp>
      <p:sp>
        <p:nvSpPr>
          <p:cNvPr id="1727" name="テキスト ボックス 4"/>
          <p:cNvSpPr/>
          <p:nvPr/>
        </p:nvSpPr>
        <p:spPr>
          <a:xfrm>
            <a:off x="3358080" y="6296040"/>
            <a:ext cx="6346800" cy="241200"/>
          </a:xfrm>
          <a:prstGeom prst="rect">
            <a:avLst/>
          </a:prstGeom>
          <a:noFill/>
          <a:ln w="0">
            <a:noFill/>
          </a:ln>
        </p:spPr>
        <p:style>
          <a:lnRef idx="0"/>
          <a:fillRef idx="0"/>
          <a:effectRef idx="0"/>
          <a:fontRef idx="minor"/>
        </p:style>
        <p:txBody>
          <a:bodyPr lIns="90000" rIns="90000" tIns="45000" bIns="45000" anchor="t">
            <a:spAutoFit/>
          </a:bodyPr>
          <a:p>
            <a:pPr algn="r" defTabSz="844200">
              <a:lnSpc>
                <a:spcPct val="100000"/>
              </a:lnSpc>
            </a:pPr>
            <a:r>
              <a:rPr b="0" lang="ja-JP" sz="970" strike="noStrike" u="none">
                <a:solidFill>
                  <a:srgbClr val="000000"/>
                </a:solidFill>
                <a:effectLst/>
                <a:uFillTx/>
                <a:latin typeface="メイリオ"/>
                <a:ea typeface="メイリオ"/>
              </a:rPr>
              <a:t>出所：「身体拘束ゼロへの手引き」（平成</a:t>
            </a:r>
            <a:r>
              <a:rPr b="0" lang="en-US" sz="970" strike="noStrike" u="none">
                <a:solidFill>
                  <a:srgbClr val="000000"/>
                </a:solidFill>
                <a:effectLst/>
                <a:uFillTx/>
                <a:latin typeface="メイリオ"/>
                <a:ea typeface="メイリオ"/>
              </a:rPr>
              <a:t>13</a:t>
            </a:r>
            <a:r>
              <a:rPr b="0" lang="ja-JP" sz="970" strike="noStrike" u="none">
                <a:solidFill>
                  <a:srgbClr val="000000"/>
                </a:solidFill>
                <a:effectLst/>
                <a:uFillTx/>
                <a:latin typeface="メイリオ"/>
                <a:ea typeface="メイリオ"/>
              </a:rPr>
              <a:t>年</a:t>
            </a:r>
            <a:r>
              <a:rPr b="0" lang="en-US" sz="970" strike="noStrike" u="none">
                <a:solidFill>
                  <a:srgbClr val="000000"/>
                </a:solidFill>
                <a:effectLst/>
                <a:uFillTx/>
                <a:latin typeface="メイリオ"/>
                <a:ea typeface="メイリオ"/>
              </a:rPr>
              <a:t>3</a:t>
            </a:r>
            <a:r>
              <a:rPr b="0" lang="ja-JP" sz="970" strike="noStrike" u="none">
                <a:solidFill>
                  <a:srgbClr val="000000"/>
                </a:solidFill>
                <a:effectLst/>
                <a:uFillTx/>
                <a:latin typeface="メイリオ"/>
                <a:ea typeface="メイリオ"/>
              </a:rPr>
              <a:t>月　厚生労働省「身体拘束ゼロ作戦推進会議」）を基に作成</a:t>
            </a:r>
            <a:endParaRPr b="0" lang="en-US" sz="97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8" name="PlaceHolder 1"/>
          <p:cNvSpPr>
            <a:spLocks noGrp="1"/>
          </p:cNvSpPr>
          <p:nvPr>
            <p:ph type="title"/>
          </p:nvPr>
        </p:nvSpPr>
        <p:spPr>
          <a:xfrm>
            <a:off x="199440" y="136800"/>
            <a:ext cx="9505440" cy="369000"/>
          </a:xfrm>
          <a:prstGeom prst="rect">
            <a:avLst/>
          </a:prstGeom>
          <a:noFill/>
          <a:ln w="0">
            <a:noFill/>
          </a:ln>
        </p:spPr>
        <p:txBody>
          <a:bodyPr lIns="36000" rIns="0" tIns="45720" bIns="45720" anchor="ctr">
            <a:noAutofit/>
          </a:bodyPr>
          <a:p>
            <a:pPr indent="0" defTabSz="914400">
              <a:lnSpc>
                <a:spcPct val="90000"/>
              </a:lnSpc>
              <a:buNone/>
            </a:pPr>
            <a:r>
              <a:rPr b="1" lang="ja-JP" sz="2000" strike="noStrike" u="none">
                <a:solidFill>
                  <a:schemeClr val="dk1"/>
                </a:solidFill>
                <a:effectLst/>
                <a:uFillTx/>
                <a:latin typeface="Meiryo UI"/>
                <a:ea typeface="Meiryo UI"/>
              </a:rPr>
              <a:t>　事例ワーク</a:t>
            </a:r>
            <a:r>
              <a:rPr b="1" lang="en-US" sz="2000" strike="noStrike" u="none">
                <a:solidFill>
                  <a:schemeClr val="dk1"/>
                </a:solidFill>
                <a:effectLst/>
                <a:uFillTx/>
                <a:latin typeface="Meiryo UI"/>
                <a:ea typeface="Meiryo UI"/>
              </a:rPr>
              <a:t>Ⅰの解説①　施設で実施されたシーティング　続き</a:t>
            </a:r>
            <a:endParaRPr b="0" lang="en-US" sz="2000" strike="noStrike" u="none">
              <a:solidFill>
                <a:schemeClr val="dk1"/>
              </a:solidFill>
              <a:effectLst/>
              <a:uFillTx/>
              <a:latin typeface="Meiryo UI"/>
            </a:endParaRPr>
          </a:p>
        </p:txBody>
      </p:sp>
      <p:sp>
        <p:nvSpPr>
          <p:cNvPr id="1729" name="PlaceHolder 2"/>
          <p:cNvSpPr>
            <a:spLocks noGrp="1"/>
          </p:cNvSpPr>
          <p:nvPr>
            <p:ph/>
          </p:nvPr>
        </p:nvSpPr>
        <p:spPr>
          <a:xfrm>
            <a:off x="200160" y="586080"/>
            <a:ext cx="9505440" cy="849600"/>
          </a:xfrm>
          <a:prstGeom prst="rect">
            <a:avLst/>
          </a:prstGeom>
          <a:noFill/>
          <a:ln w="0">
            <a:noFill/>
          </a:ln>
        </p:spPr>
        <p:txBody>
          <a:bodyPr lIns="36000" rIns="0" tIns="45720" bIns="45720" anchor="t">
            <a:noAutofit/>
          </a:bodyPr>
          <a:p>
            <a:pPr defTabSz="914400">
              <a:lnSpc>
                <a:spcPct val="90000"/>
              </a:lnSpc>
              <a:buClr>
                <a:srgbClr val="ffffff"/>
              </a:buClr>
              <a:buSzPct val="25000"/>
              <a:buFont typeface="Arial"/>
              <a:buChar char="•"/>
            </a:pPr>
            <a:r>
              <a:rPr b="0" lang="ja-JP" sz="1800" strike="noStrike" u="none">
                <a:solidFill>
                  <a:schemeClr val="dk1"/>
                </a:solidFill>
                <a:effectLst/>
                <a:uFillTx/>
                <a:latin typeface="Meiryo UI"/>
                <a:ea typeface="Meiryo UI"/>
              </a:rPr>
              <a:t>座面がたわんだ古い車椅子から椅子に座り変えることによって、食事中に立ち上がる場面が少なくなりました。また、移乗動作を継続することで筋力向上しました。</a:t>
            </a:r>
            <a:endParaRPr b="0" lang="en-US" sz="1800" strike="noStrike" u="none">
              <a:solidFill>
                <a:schemeClr val="dk1"/>
              </a:solidFill>
              <a:effectLst/>
              <a:uFillTx/>
              <a:latin typeface="Meiryo UI"/>
            </a:endParaRPr>
          </a:p>
        </p:txBody>
      </p:sp>
      <p:sp>
        <p:nvSpPr>
          <p:cNvPr id="1730" name="矢印: 五方向 5"/>
          <p:cNvSpPr/>
          <p:nvPr/>
        </p:nvSpPr>
        <p:spPr>
          <a:xfrm>
            <a:off x="2646720" y="1545480"/>
            <a:ext cx="2247840" cy="507960"/>
          </a:xfrm>
          <a:prstGeom prst="homePlate">
            <a:avLst>
              <a:gd name="adj" fmla="val 31128"/>
            </a:avLst>
          </a:prstGeom>
          <a:solidFill>
            <a:schemeClr val="accent4"/>
          </a:solidFill>
          <a:ln w="0">
            <a:noFill/>
          </a:ln>
        </p:spPr>
        <p:style>
          <a:lnRef idx="0"/>
          <a:fillRef idx="0"/>
          <a:effectRef idx="0"/>
          <a:fontRef idx="minor"/>
        </p:style>
        <p:txBody>
          <a:bodyPr numCol="1" spcCol="0" horzOverflow="overflow" anchor="ctr">
            <a:noAutofit/>
          </a:bodyPr>
          <a:p>
            <a:pPr algn="ctr" defTabSz="457200">
              <a:lnSpc>
                <a:spcPts val="2001"/>
              </a:lnSpc>
            </a:pPr>
            <a:r>
              <a:rPr b="1" lang="ja-JP" sz="1600" strike="noStrike" u="none">
                <a:solidFill>
                  <a:schemeClr val="lt1"/>
                </a:solidFill>
                <a:effectLst/>
                <a:uFillTx/>
                <a:latin typeface="Meiryo UI"/>
                <a:ea typeface="Meiryo UI"/>
              </a:rPr>
              <a:t>効果検証</a:t>
            </a:r>
            <a:endParaRPr b="0" lang="en-US" sz="1600" strike="noStrike" u="none">
              <a:solidFill>
                <a:srgbClr val="ffffff"/>
              </a:solidFill>
              <a:effectLst/>
              <a:uFillTx/>
              <a:latin typeface="Arial"/>
            </a:endParaRPr>
          </a:p>
          <a:p>
            <a:pPr algn="ctr" defTabSz="457200">
              <a:lnSpc>
                <a:spcPts val="2001"/>
              </a:lnSpc>
            </a:pPr>
            <a:r>
              <a:rPr b="1" lang="ja-JP" sz="1600" strike="noStrike" u="none">
                <a:solidFill>
                  <a:schemeClr val="lt1"/>
                </a:solidFill>
                <a:effectLst/>
                <a:uFillTx/>
                <a:latin typeface="Meiryo UI"/>
                <a:ea typeface="Meiryo UI"/>
              </a:rPr>
              <a:t>継続的な観察</a:t>
            </a:r>
            <a:endParaRPr b="0" lang="en-US" sz="1600" strike="noStrike" u="none">
              <a:solidFill>
                <a:srgbClr val="ffffff"/>
              </a:solidFill>
              <a:effectLst/>
              <a:uFillTx/>
              <a:latin typeface="Arial"/>
            </a:endParaRPr>
          </a:p>
        </p:txBody>
      </p:sp>
      <p:sp>
        <p:nvSpPr>
          <p:cNvPr id="1731" name="矢印: 五方向 7"/>
          <p:cNvSpPr/>
          <p:nvPr/>
        </p:nvSpPr>
        <p:spPr>
          <a:xfrm>
            <a:off x="199440" y="1545480"/>
            <a:ext cx="2247840" cy="507960"/>
          </a:xfrm>
          <a:prstGeom prst="homePlate">
            <a:avLst>
              <a:gd name="adj" fmla="val 36526"/>
            </a:avLst>
          </a:prstGeom>
          <a:solidFill>
            <a:schemeClr val="accent4"/>
          </a:solidFill>
          <a:ln w="0">
            <a:noFill/>
          </a:ln>
        </p:spPr>
        <p:style>
          <a:lnRef idx="0"/>
          <a:fillRef idx="0"/>
          <a:effectRef idx="0"/>
          <a:fontRef idx="minor"/>
        </p:style>
        <p:txBody>
          <a:bodyPr numCol="1" spcCol="0" horzOverflow="overflow" anchor="ctr">
            <a:noAutofit/>
          </a:bodyPr>
          <a:p>
            <a:pPr algn="ctr" defTabSz="457200">
              <a:lnSpc>
                <a:spcPts val="2001"/>
              </a:lnSpc>
            </a:pPr>
            <a:r>
              <a:rPr b="1" lang="ja-JP" sz="1600" strike="noStrike" u="none">
                <a:solidFill>
                  <a:schemeClr val="lt1"/>
                </a:solidFill>
                <a:effectLst/>
                <a:uFillTx/>
                <a:latin typeface="Meiryo UI"/>
                <a:ea typeface="Meiryo UI"/>
              </a:rPr>
              <a:t>アセスメントに基づいた</a:t>
            </a:r>
            <a:endParaRPr b="0" lang="en-US" sz="1600" strike="noStrike" u="none">
              <a:solidFill>
                <a:srgbClr val="ffffff"/>
              </a:solidFill>
              <a:effectLst/>
              <a:uFillTx/>
              <a:latin typeface="Arial"/>
            </a:endParaRPr>
          </a:p>
          <a:p>
            <a:pPr algn="ctr" defTabSz="457200">
              <a:lnSpc>
                <a:spcPts val="2001"/>
              </a:lnSpc>
            </a:pPr>
            <a:r>
              <a:rPr b="1" lang="ja-JP" sz="1600" strike="noStrike" u="none">
                <a:solidFill>
                  <a:schemeClr val="lt1"/>
                </a:solidFill>
                <a:effectLst/>
                <a:uFillTx/>
                <a:latin typeface="Meiryo UI"/>
                <a:ea typeface="Meiryo UI"/>
              </a:rPr>
              <a:t>シーティングの実施</a:t>
            </a:r>
            <a:endParaRPr b="0" lang="en-US" sz="1600" strike="noStrike" u="none">
              <a:solidFill>
                <a:srgbClr val="ffffff"/>
              </a:solidFill>
              <a:effectLst/>
              <a:uFillTx/>
              <a:latin typeface="Arial"/>
            </a:endParaRPr>
          </a:p>
        </p:txBody>
      </p:sp>
      <p:sp>
        <p:nvSpPr>
          <p:cNvPr id="1732" name="正方形/長方形 12"/>
          <p:cNvSpPr/>
          <p:nvPr/>
        </p:nvSpPr>
        <p:spPr>
          <a:xfrm>
            <a:off x="199440" y="5257800"/>
            <a:ext cx="2159640" cy="862560"/>
          </a:xfrm>
          <a:prstGeom prst="rect">
            <a:avLst/>
          </a:prstGeom>
          <a:solidFill>
            <a:schemeClr val="bg1"/>
          </a:solidFill>
          <a:ln w="0">
            <a:solidFill>
              <a:srgbClr val="000000"/>
            </a:solidFill>
          </a:ln>
        </p:spPr>
        <p:style>
          <a:lnRef idx="0"/>
          <a:fillRef idx="0"/>
          <a:effectRef idx="0"/>
          <a:fontRef idx="minor"/>
        </p:style>
        <p:txBody>
          <a:bodyPr lIns="90000" rIns="90000" tIns="45000" bIns="45000" anchor="ctr">
            <a:noAutofit/>
          </a:bodyPr>
          <a:p>
            <a:pPr algn="just" defTabSz="914400">
              <a:lnSpc>
                <a:spcPct val="100000"/>
              </a:lnSpc>
              <a:spcAft>
                <a:spcPts val="601"/>
              </a:spcAft>
            </a:pPr>
            <a:r>
              <a:rPr b="1" lang="ja-JP" sz="1600" strike="noStrike" u="none">
                <a:solidFill>
                  <a:schemeClr val="accent1"/>
                </a:solidFill>
                <a:effectLst/>
                <a:uFillTx/>
                <a:latin typeface="Meiryo UI"/>
                <a:ea typeface="Meiryo UI"/>
              </a:rPr>
              <a:t>椅子での食事の様子を観察する</a:t>
            </a:r>
            <a:r>
              <a:rPr b="0" lang="ja-JP" sz="1600" strike="noStrike" u="none">
                <a:solidFill>
                  <a:schemeClr val="dk1"/>
                </a:solidFill>
                <a:effectLst/>
                <a:uFillTx/>
                <a:latin typeface="Meiryo UI"/>
                <a:ea typeface="Meiryo UI"/>
              </a:rPr>
              <a:t>よう、ユニット内で共有した。</a:t>
            </a:r>
            <a:endParaRPr b="0" lang="en-US" sz="1600" strike="noStrike" u="none">
              <a:solidFill>
                <a:srgbClr val="000000"/>
              </a:solidFill>
              <a:effectLst/>
              <a:uFillTx/>
              <a:latin typeface="Arial"/>
            </a:endParaRPr>
          </a:p>
        </p:txBody>
      </p:sp>
      <p:sp>
        <p:nvSpPr>
          <p:cNvPr id="1733" name="正方形/長方形 13"/>
          <p:cNvSpPr/>
          <p:nvPr/>
        </p:nvSpPr>
        <p:spPr>
          <a:xfrm>
            <a:off x="199440" y="4006800"/>
            <a:ext cx="2159640" cy="1069200"/>
          </a:xfrm>
          <a:prstGeom prst="rect">
            <a:avLst/>
          </a:prstGeom>
          <a:solidFill>
            <a:schemeClr val="bg1"/>
          </a:solidFill>
          <a:ln w="0">
            <a:solidFill>
              <a:srgbClr val="000000"/>
            </a:solidFill>
          </a:ln>
        </p:spPr>
        <p:style>
          <a:lnRef idx="0"/>
          <a:fillRef idx="0"/>
          <a:effectRef idx="0"/>
          <a:fontRef idx="minor"/>
        </p:style>
        <p:txBody>
          <a:bodyPr lIns="90000" rIns="90000" tIns="45000" bIns="45000" anchor="ctr">
            <a:noAutofit/>
          </a:bodyPr>
          <a:p>
            <a:pPr algn="just" defTabSz="914400">
              <a:lnSpc>
                <a:spcPct val="100000"/>
              </a:lnSpc>
              <a:spcAft>
                <a:spcPts val="601"/>
              </a:spcAft>
            </a:pPr>
            <a:r>
              <a:rPr b="0" lang="ja-JP" sz="1600" strike="noStrike" u="none">
                <a:solidFill>
                  <a:schemeClr val="dk1"/>
                </a:solidFill>
                <a:effectLst/>
                <a:uFillTx/>
                <a:latin typeface="Meiryo UI"/>
                <a:ea typeface="Meiryo UI"/>
              </a:rPr>
              <a:t>ユニット会議で相談し、</a:t>
            </a:r>
            <a:r>
              <a:rPr b="1" lang="ja-JP" sz="1600" strike="noStrike" u="none">
                <a:solidFill>
                  <a:schemeClr val="accent1"/>
                </a:solidFill>
                <a:effectLst/>
                <a:uFillTx/>
                <a:latin typeface="Meiryo UI"/>
                <a:ea typeface="Meiryo UI"/>
              </a:rPr>
              <a:t>試しに</a:t>
            </a:r>
            <a:r>
              <a:rPr b="1" lang="en-US" sz="1600" strike="noStrike" u="none">
                <a:solidFill>
                  <a:schemeClr val="accent1"/>
                </a:solidFill>
                <a:effectLst/>
                <a:uFillTx/>
                <a:latin typeface="Meiryo UI"/>
                <a:ea typeface="Meiryo UI"/>
              </a:rPr>
              <a:t>1</a:t>
            </a:r>
            <a:r>
              <a:rPr b="1" lang="ja-JP" sz="1600" strike="noStrike" u="none">
                <a:solidFill>
                  <a:schemeClr val="accent1"/>
                </a:solidFill>
                <a:effectLst/>
                <a:uFillTx/>
                <a:latin typeface="Meiryo UI"/>
                <a:ea typeface="Meiryo UI"/>
              </a:rPr>
              <a:t>週間食事中に椅子へ移乗してもらうことにした。</a:t>
            </a:r>
            <a:endParaRPr b="0" lang="en-US" sz="1600" strike="noStrike" u="none">
              <a:solidFill>
                <a:srgbClr val="000000"/>
              </a:solidFill>
              <a:effectLst/>
              <a:uFillTx/>
              <a:latin typeface="Arial"/>
            </a:endParaRPr>
          </a:p>
        </p:txBody>
      </p:sp>
      <p:sp>
        <p:nvSpPr>
          <p:cNvPr id="1734" name="正方形/長方形 14"/>
          <p:cNvSpPr/>
          <p:nvPr/>
        </p:nvSpPr>
        <p:spPr>
          <a:xfrm>
            <a:off x="2662200" y="2205000"/>
            <a:ext cx="2159640" cy="1045800"/>
          </a:xfrm>
          <a:prstGeom prst="rect">
            <a:avLst/>
          </a:prstGeom>
          <a:solidFill>
            <a:schemeClr val="bg1"/>
          </a:solidFill>
          <a:ln w="0">
            <a:solidFill>
              <a:srgbClr val="000000"/>
            </a:solidFill>
          </a:ln>
        </p:spPr>
        <p:style>
          <a:lnRef idx="0"/>
          <a:fillRef idx="0"/>
          <a:effectRef idx="0"/>
          <a:fontRef idx="minor"/>
        </p:style>
        <p:txBody>
          <a:bodyPr lIns="90000" rIns="90000" tIns="45000" bIns="45000" anchor="ctr">
            <a:noAutofit/>
          </a:bodyPr>
          <a:p>
            <a:pPr algn="just" defTabSz="914400">
              <a:lnSpc>
                <a:spcPct val="100000"/>
              </a:lnSpc>
              <a:spcAft>
                <a:spcPts val="601"/>
              </a:spcAft>
            </a:pPr>
            <a:r>
              <a:rPr b="0" lang="ja-JP" sz="1600" strike="noStrike" u="none">
                <a:solidFill>
                  <a:schemeClr val="dk1"/>
                </a:solidFill>
                <a:effectLst/>
                <a:uFillTx/>
                <a:latin typeface="Meiryo UI"/>
                <a:ea typeface="Meiryo UI"/>
              </a:rPr>
              <a:t>その結果、</a:t>
            </a:r>
            <a:r>
              <a:rPr b="1" lang="ja-JP" sz="1600" strike="noStrike" u="none">
                <a:solidFill>
                  <a:schemeClr val="accent1"/>
                </a:solidFill>
                <a:effectLst/>
                <a:uFillTx/>
                <a:latin typeface="Meiryo UI"/>
                <a:ea typeface="Meiryo UI"/>
              </a:rPr>
              <a:t>食事中の体動や急な立ち上がりが少なくなったことに</a:t>
            </a:r>
            <a:r>
              <a:rPr b="0" lang="ja-JP" sz="1600" strike="noStrike" u="none">
                <a:solidFill>
                  <a:schemeClr val="dk1"/>
                </a:solidFill>
                <a:effectLst/>
                <a:uFillTx/>
                <a:latin typeface="Meiryo UI"/>
                <a:ea typeface="Meiryo UI"/>
              </a:rPr>
              <a:t>介護職員</a:t>
            </a:r>
            <a:r>
              <a:rPr b="0" lang="en-US" sz="1600" strike="noStrike" u="none">
                <a:solidFill>
                  <a:schemeClr val="dk1"/>
                </a:solidFill>
                <a:effectLst/>
                <a:uFillTx/>
                <a:latin typeface="Meiryo UI"/>
                <a:ea typeface="Meiryo UI"/>
              </a:rPr>
              <a:t>A</a:t>
            </a:r>
            <a:r>
              <a:rPr b="0" lang="ja-JP" sz="1600" strike="noStrike" u="none">
                <a:solidFill>
                  <a:schemeClr val="dk1"/>
                </a:solidFill>
                <a:effectLst/>
                <a:uFillTx/>
                <a:latin typeface="Meiryo UI"/>
                <a:ea typeface="Meiryo UI"/>
              </a:rPr>
              <a:t>さんが気づいた。</a:t>
            </a:r>
            <a:endParaRPr b="0" lang="en-US" sz="1600" strike="noStrike" u="none">
              <a:solidFill>
                <a:srgbClr val="000000"/>
              </a:solidFill>
              <a:effectLst/>
              <a:uFillTx/>
              <a:latin typeface="Arial"/>
            </a:endParaRPr>
          </a:p>
        </p:txBody>
      </p:sp>
      <p:cxnSp>
        <p:nvCxnSpPr>
          <p:cNvPr id="1735" name="直線矢印コネクタ 20"/>
          <p:cNvCxnSpPr>
            <a:stCxn id="1733" idx="2"/>
            <a:endCxn id="1732" idx="0"/>
          </p:cNvCxnSpPr>
          <p:nvPr/>
        </p:nvCxnSpPr>
        <p:spPr>
          <a:xfrm>
            <a:off x="1279080" y="5076000"/>
            <a:ext cx="360" cy="182160"/>
          </a:xfrm>
          <a:prstGeom prst="straightConnector1">
            <a:avLst/>
          </a:prstGeom>
          <a:ln w="9525">
            <a:solidFill>
              <a:srgbClr val="000000"/>
            </a:solidFill>
            <a:tailEnd len="med" type="triangle" w="med"/>
          </a:ln>
        </p:spPr>
      </p:cxnSp>
      <p:cxnSp>
        <p:nvCxnSpPr>
          <p:cNvPr id="1736" name="コネクタ: カギ線 22"/>
          <p:cNvCxnSpPr>
            <a:stCxn id="1732" idx="3"/>
            <a:endCxn id="1734" idx="1"/>
          </p:cNvCxnSpPr>
          <p:nvPr/>
        </p:nvCxnSpPr>
        <p:spPr>
          <a:xfrm flipV="1">
            <a:off x="2359080" y="2727720"/>
            <a:ext cx="303480" cy="2961720"/>
          </a:xfrm>
          <a:prstGeom prst="bentConnector3">
            <a:avLst>
              <a:gd name="adj1" fmla="val 50118"/>
            </a:avLst>
          </a:prstGeom>
          <a:ln w="9525">
            <a:solidFill>
              <a:srgbClr val="000000"/>
            </a:solidFill>
            <a:tailEnd len="med" type="triangle" w="med"/>
          </a:ln>
        </p:spPr>
      </p:cxnSp>
      <p:sp>
        <p:nvSpPr>
          <p:cNvPr id="1737" name="テキスト ボックス 24"/>
          <p:cNvSpPr/>
          <p:nvPr/>
        </p:nvSpPr>
        <p:spPr>
          <a:xfrm>
            <a:off x="380520" y="6273360"/>
            <a:ext cx="9324720" cy="25344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0" lang="ja-JP" sz="1050" strike="noStrike" u="none">
                <a:solidFill>
                  <a:srgbClr val="000000"/>
                </a:solidFill>
                <a:effectLst/>
                <a:uFillTx/>
                <a:latin typeface="Meiryo UI"/>
                <a:ea typeface="Meiryo UI"/>
              </a:rPr>
              <a:t>出所：令和</a:t>
            </a:r>
            <a:r>
              <a:rPr b="0" lang="en-US" sz="1050" strike="noStrike" u="none">
                <a:solidFill>
                  <a:srgbClr val="000000"/>
                </a:solidFill>
                <a:effectLst/>
                <a:uFillTx/>
                <a:latin typeface="Meiryo UI"/>
                <a:ea typeface="Meiryo UI"/>
              </a:rPr>
              <a:t>3</a:t>
            </a:r>
            <a:r>
              <a:rPr b="0" lang="ja-JP" sz="1050" strike="noStrike" u="none">
                <a:solidFill>
                  <a:srgbClr val="000000"/>
                </a:solidFill>
                <a:effectLst/>
                <a:uFillTx/>
                <a:latin typeface="Meiryo UI"/>
                <a:ea typeface="Meiryo UI"/>
              </a:rPr>
              <a:t>年度厚生労働省老健事業「介護現場における適切なシーティングの実施に係る事例及び研修に関する調査研究事業」ヒアリング結果に基づき作成</a:t>
            </a:r>
            <a:endParaRPr b="0" lang="en-US" sz="1050" strike="noStrike" u="none">
              <a:solidFill>
                <a:srgbClr val="000000"/>
              </a:solidFill>
              <a:effectLst/>
              <a:uFillTx/>
              <a:latin typeface="Arial"/>
            </a:endParaRPr>
          </a:p>
        </p:txBody>
      </p:sp>
      <p:sp>
        <p:nvSpPr>
          <p:cNvPr id="1738" name="正方形/長方形 29"/>
          <p:cNvSpPr/>
          <p:nvPr/>
        </p:nvSpPr>
        <p:spPr>
          <a:xfrm>
            <a:off x="199440" y="2205000"/>
            <a:ext cx="2159640" cy="1547640"/>
          </a:xfrm>
          <a:prstGeom prst="rect">
            <a:avLst/>
          </a:prstGeom>
          <a:solidFill>
            <a:schemeClr val="bg1"/>
          </a:solidFill>
          <a:ln w="0">
            <a:solidFill>
              <a:srgbClr val="000000"/>
            </a:solidFill>
          </a:ln>
        </p:spPr>
        <p:style>
          <a:lnRef idx="0"/>
          <a:fillRef idx="0"/>
          <a:effectRef idx="0"/>
          <a:fontRef idx="minor"/>
        </p:style>
        <p:txBody>
          <a:bodyPr lIns="90000" rIns="90000" tIns="45000" bIns="45000" anchor="ctr">
            <a:noAutofit/>
          </a:bodyPr>
          <a:p>
            <a:pPr algn="just" defTabSz="914400">
              <a:lnSpc>
                <a:spcPct val="100000"/>
              </a:lnSpc>
              <a:spcAft>
                <a:spcPts val="601"/>
              </a:spcAft>
            </a:pPr>
            <a:r>
              <a:rPr b="0" lang="ja-JP" sz="1600" strike="noStrike" u="none">
                <a:solidFill>
                  <a:schemeClr val="dk1"/>
                </a:solidFill>
                <a:effectLst/>
                <a:uFillTx/>
                <a:latin typeface="Meiryo UI"/>
                <a:ea typeface="Meiryo UI"/>
              </a:rPr>
              <a:t>座面がたわんだ古い車椅子ではなく、</a:t>
            </a:r>
            <a:r>
              <a:rPr b="1" lang="ja-JP" sz="1600" strike="noStrike" u="none">
                <a:solidFill>
                  <a:schemeClr val="accent1"/>
                </a:solidFill>
                <a:effectLst/>
                <a:uFillTx/>
                <a:latin typeface="Meiryo UI"/>
                <a:ea typeface="Meiryo UI"/>
              </a:rPr>
              <a:t>椅子に座ったほうが体が安定していることがわかったため、</a:t>
            </a:r>
            <a:r>
              <a:rPr b="0" lang="ja-JP" sz="1600" strike="noStrike" u="none">
                <a:solidFill>
                  <a:schemeClr val="dk1"/>
                </a:solidFill>
                <a:effectLst/>
                <a:uFillTx/>
                <a:latin typeface="Meiryo UI"/>
                <a:ea typeface="Meiryo UI"/>
              </a:rPr>
              <a:t>椅子に座って食事をとった方がよいと考えた。</a:t>
            </a:r>
            <a:endParaRPr b="0" lang="en-US" sz="1600" strike="noStrike" u="none">
              <a:solidFill>
                <a:srgbClr val="000000"/>
              </a:solidFill>
              <a:effectLst/>
              <a:uFillTx/>
              <a:latin typeface="Arial"/>
            </a:endParaRPr>
          </a:p>
        </p:txBody>
      </p:sp>
      <p:sp>
        <p:nvSpPr>
          <p:cNvPr id="1739" name="正方形/長方形 30"/>
          <p:cNvSpPr/>
          <p:nvPr/>
        </p:nvSpPr>
        <p:spPr>
          <a:xfrm>
            <a:off x="2662200" y="4807080"/>
            <a:ext cx="2159640" cy="1313280"/>
          </a:xfrm>
          <a:prstGeom prst="rect">
            <a:avLst/>
          </a:prstGeom>
          <a:solidFill>
            <a:schemeClr val="bg1"/>
          </a:solidFill>
          <a:ln w="0">
            <a:solidFill>
              <a:srgbClr val="000000"/>
            </a:solidFill>
          </a:ln>
        </p:spPr>
        <p:style>
          <a:lnRef idx="0"/>
          <a:fillRef idx="0"/>
          <a:effectRef idx="0"/>
          <a:fontRef idx="minor"/>
        </p:style>
        <p:txBody>
          <a:bodyPr lIns="90000" rIns="90000" tIns="45000" bIns="45000" anchor="ctr">
            <a:noAutofit/>
          </a:bodyPr>
          <a:p>
            <a:pPr algn="just" defTabSz="914400">
              <a:lnSpc>
                <a:spcPct val="100000"/>
              </a:lnSpc>
              <a:spcAft>
                <a:spcPts val="601"/>
              </a:spcAft>
            </a:pPr>
            <a:r>
              <a:rPr b="1" lang="ja-JP" sz="1600" strike="noStrike" u="none">
                <a:solidFill>
                  <a:schemeClr val="accent1"/>
                </a:solidFill>
                <a:effectLst/>
                <a:uFillTx/>
                <a:latin typeface="Meiryo UI"/>
                <a:ea typeface="Meiryo UI"/>
              </a:rPr>
              <a:t>椅子への毎日の移乗動作が生活リハビリとして作用し</a:t>
            </a:r>
            <a:r>
              <a:rPr b="0" lang="ja-JP" sz="1600" strike="noStrike" u="none">
                <a:solidFill>
                  <a:schemeClr val="dk1"/>
                </a:solidFill>
                <a:effectLst/>
                <a:uFillTx/>
                <a:latin typeface="Meiryo UI"/>
                <a:ea typeface="Meiryo UI"/>
              </a:rPr>
              <a:t>、下肢筋力が向上した。全体的な介護量も減っている。</a:t>
            </a:r>
            <a:endParaRPr b="0" lang="en-US" sz="1600" strike="noStrike" u="none">
              <a:solidFill>
                <a:srgbClr val="000000"/>
              </a:solidFill>
              <a:effectLst/>
              <a:uFillTx/>
              <a:latin typeface="Arial"/>
            </a:endParaRPr>
          </a:p>
        </p:txBody>
      </p:sp>
      <p:cxnSp>
        <p:nvCxnSpPr>
          <p:cNvPr id="1740" name="直線矢印コネクタ 31"/>
          <p:cNvCxnSpPr>
            <a:stCxn id="1741" idx="2"/>
            <a:endCxn id="1739" idx="0"/>
          </p:cNvCxnSpPr>
          <p:nvPr/>
        </p:nvCxnSpPr>
        <p:spPr>
          <a:xfrm>
            <a:off x="3741840" y="4551840"/>
            <a:ext cx="360" cy="255600"/>
          </a:xfrm>
          <a:prstGeom prst="straightConnector1">
            <a:avLst/>
          </a:prstGeom>
          <a:ln w="9525">
            <a:solidFill>
              <a:srgbClr val="000000"/>
            </a:solidFill>
            <a:tailEnd len="med" type="triangle" w="med"/>
          </a:ln>
        </p:spPr>
      </p:cxnSp>
      <p:cxnSp>
        <p:nvCxnSpPr>
          <p:cNvPr id="1742" name="直線矢印コネクタ 39"/>
          <p:cNvCxnSpPr>
            <a:stCxn id="1738" idx="2"/>
            <a:endCxn id="1733" idx="0"/>
          </p:cNvCxnSpPr>
          <p:nvPr/>
        </p:nvCxnSpPr>
        <p:spPr>
          <a:xfrm>
            <a:off x="1279080" y="3752640"/>
            <a:ext cx="360" cy="254520"/>
          </a:xfrm>
          <a:prstGeom prst="straightConnector1">
            <a:avLst/>
          </a:prstGeom>
          <a:ln w="9525">
            <a:solidFill>
              <a:srgbClr val="000000"/>
            </a:solidFill>
            <a:tailEnd len="med" type="triangle" w="med"/>
          </a:ln>
        </p:spPr>
      </p:cxnSp>
      <p:sp>
        <p:nvSpPr>
          <p:cNvPr id="1741" name="正方形/長方形 25"/>
          <p:cNvSpPr/>
          <p:nvPr/>
        </p:nvSpPr>
        <p:spPr>
          <a:xfrm>
            <a:off x="2662200" y="3506040"/>
            <a:ext cx="2159640" cy="1045800"/>
          </a:xfrm>
          <a:prstGeom prst="rect">
            <a:avLst/>
          </a:prstGeom>
          <a:solidFill>
            <a:schemeClr val="bg1"/>
          </a:solidFill>
          <a:ln w="0">
            <a:solidFill>
              <a:srgbClr val="000000"/>
            </a:solidFill>
          </a:ln>
        </p:spPr>
        <p:style>
          <a:lnRef idx="0"/>
          <a:fillRef idx="0"/>
          <a:effectRef idx="0"/>
          <a:fontRef idx="minor"/>
        </p:style>
        <p:txBody>
          <a:bodyPr lIns="90000" rIns="90000" tIns="45000" bIns="45000" anchor="ctr">
            <a:noAutofit/>
          </a:bodyPr>
          <a:p>
            <a:pPr algn="just" defTabSz="914400">
              <a:lnSpc>
                <a:spcPct val="100000"/>
              </a:lnSpc>
              <a:spcAft>
                <a:spcPts val="601"/>
              </a:spcAft>
            </a:pPr>
            <a:r>
              <a:rPr b="1" lang="ja-JP" sz="1600" strike="noStrike" u="none">
                <a:solidFill>
                  <a:schemeClr val="accent1"/>
                </a:solidFill>
                <a:effectLst/>
                <a:uFillTx/>
                <a:latin typeface="Meiryo UI"/>
                <a:ea typeface="Meiryo UI"/>
              </a:rPr>
              <a:t>その結果をユニット会議で報告し</a:t>
            </a:r>
            <a:r>
              <a:rPr b="0" lang="ja-JP" sz="1600" strike="noStrike" u="none">
                <a:solidFill>
                  <a:schemeClr val="dk1"/>
                </a:solidFill>
                <a:effectLst/>
                <a:uFillTx/>
                <a:latin typeface="Meiryo UI"/>
                <a:ea typeface="Meiryo UI"/>
              </a:rPr>
              <a:t>、継続して車椅子から椅子へ移乗してもらうことを決めた。</a:t>
            </a:r>
            <a:endParaRPr b="0" lang="en-US" sz="1600" strike="noStrike" u="none">
              <a:solidFill>
                <a:srgbClr val="000000"/>
              </a:solidFill>
              <a:effectLst/>
              <a:uFillTx/>
              <a:latin typeface="Arial"/>
            </a:endParaRPr>
          </a:p>
        </p:txBody>
      </p:sp>
      <p:cxnSp>
        <p:nvCxnSpPr>
          <p:cNvPr id="1743" name="直線矢印コネクタ 27"/>
          <p:cNvCxnSpPr>
            <a:stCxn id="1734" idx="2"/>
            <a:endCxn id="1741" idx="0"/>
          </p:cNvCxnSpPr>
          <p:nvPr/>
        </p:nvCxnSpPr>
        <p:spPr>
          <a:xfrm>
            <a:off x="3741840" y="3250800"/>
            <a:ext cx="360" cy="255600"/>
          </a:xfrm>
          <a:prstGeom prst="straightConnector1">
            <a:avLst/>
          </a:prstGeom>
          <a:ln w="9525">
            <a:solidFill>
              <a:srgbClr val="000000"/>
            </a:solidFill>
            <a:tailEnd len="med" type="triangle" w="med"/>
          </a:ln>
        </p:spPr>
      </p:cxnSp>
      <p:pic>
        <p:nvPicPr>
          <p:cNvPr id="1744" name="図 11" descr=""/>
          <p:cNvPicPr/>
          <p:nvPr/>
        </p:nvPicPr>
        <p:blipFill>
          <a:blip r:embed="rId1"/>
          <a:stretch/>
        </p:blipFill>
        <p:spPr>
          <a:xfrm>
            <a:off x="4986720" y="1545480"/>
            <a:ext cx="4718520" cy="459972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5" name="PlaceHolder 1"/>
          <p:cNvSpPr>
            <a:spLocks noGrp="1"/>
          </p:cNvSpPr>
          <p:nvPr>
            <p:ph type="title"/>
          </p:nvPr>
        </p:nvSpPr>
        <p:spPr>
          <a:xfrm>
            <a:off x="199440" y="136800"/>
            <a:ext cx="9505440" cy="369000"/>
          </a:xfrm>
          <a:prstGeom prst="rect">
            <a:avLst/>
          </a:prstGeom>
          <a:noFill/>
          <a:ln w="0">
            <a:noFill/>
          </a:ln>
        </p:spPr>
        <p:txBody>
          <a:bodyPr lIns="36000" rIns="0" tIns="45720" bIns="45720" anchor="ctr">
            <a:noAutofit/>
          </a:bodyPr>
          <a:p>
            <a:pPr indent="0" defTabSz="914400">
              <a:lnSpc>
                <a:spcPct val="90000"/>
              </a:lnSpc>
              <a:buNone/>
            </a:pPr>
            <a:r>
              <a:rPr b="1" lang="ja-JP" sz="2000" strike="noStrike" u="none">
                <a:solidFill>
                  <a:schemeClr val="dk1"/>
                </a:solidFill>
                <a:effectLst/>
                <a:uFillTx/>
                <a:latin typeface="Meiryo UI"/>
                <a:ea typeface="Meiryo UI"/>
              </a:rPr>
              <a:t>事例ワーク</a:t>
            </a:r>
            <a:r>
              <a:rPr b="1" lang="en-US" sz="2000" strike="noStrike" u="none">
                <a:solidFill>
                  <a:schemeClr val="dk1"/>
                </a:solidFill>
                <a:effectLst/>
                <a:uFillTx/>
                <a:latin typeface="Meiryo UI"/>
                <a:ea typeface="Meiryo UI"/>
              </a:rPr>
              <a:t>Ⅱの解説②　この事例におけるポイント</a:t>
            </a:r>
            <a:endParaRPr b="0" lang="en-US" sz="2000" strike="noStrike" u="none">
              <a:solidFill>
                <a:schemeClr val="dk1"/>
              </a:solidFill>
              <a:effectLst/>
              <a:uFillTx/>
              <a:latin typeface="Meiryo UI"/>
            </a:endParaRPr>
          </a:p>
        </p:txBody>
      </p:sp>
      <p:sp>
        <p:nvSpPr>
          <p:cNvPr id="1746" name="PlaceHolder 2"/>
          <p:cNvSpPr>
            <a:spLocks noGrp="1"/>
          </p:cNvSpPr>
          <p:nvPr>
            <p:ph/>
          </p:nvPr>
        </p:nvSpPr>
        <p:spPr>
          <a:xfrm>
            <a:off x="200160" y="586080"/>
            <a:ext cx="9505440" cy="635760"/>
          </a:xfrm>
          <a:prstGeom prst="rect">
            <a:avLst/>
          </a:prstGeom>
          <a:noFill/>
          <a:ln w="0">
            <a:noFill/>
          </a:ln>
        </p:spPr>
        <p:txBody>
          <a:bodyPr lIns="36000" rIns="0" tIns="45720" bIns="45720" anchor="t">
            <a:noAutofit/>
          </a:bodyPr>
          <a:p>
            <a:pPr defTabSz="914400">
              <a:lnSpc>
                <a:spcPct val="90000"/>
              </a:lnSpc>
              <a:buClr>
                <a:srgbClr val="ffffff"/>
              </a:buClr>
              <a:buSzPct val="25000"/>
              <a:buFont typeface="Arial"/>
              <a:buChar char="•"/>
            </a:pPr>
            <a:r>
              <a:rPr b="0" lang="ja-JP" sz="1800" strike="noStrike" u="none">
                <a:solidFill>
                  <a:schemeClr val="dk1"/>
                </a:solidFill>
                <a:effectLst/>
                <a:uFillTx/>
                <a:latin typeface="Meiryo UI"/>
                <a:ea typeface="Meiryo UI"/>
              </a:rPr>
              <a:t>この事例のポイントは、介護職員の気づき、多職種でのアセスメントを通した原因の探索、多職種での情報共有、ケアプランへの反映です。</a:t>
            </a:r>
            <a:endParaRPr b="0" lang="en-US" sz="1800" strike="noStrike" u="none">
              <a:solidFill>
                <a:schemeClr val="dk1"/>
              </a:solidFill>
              <a:effectLst/>
              <a:uFillTx/>
              <a:latin typeface="Meiryo UI"/>
            </a:endParaRPr>
          </a:p>
        </p:txBody>
      </p:sp>
      <p:sp>
        <p:nvSpPr>
          <p:cNvPr id="1747" name="フローチャート: 他ページ結合子 26"/>
          <p:cNvSpPr/>
          <p:nvPr/>
        </p:nvSpPr>
        <p:spPr>
          <a:xfrm>
            <a:off x="201960" y="1302120"/>
            <a:ext cx="2159640" cy="1063800"/>
          </a:xfrm>
          <a:prstGeom prst="flowChartOffpageConnector">
            <a:avLst/>
          </a:prstGeom>
          <a:solidFill>
            <a:schemeClr val="accent4"/>
          </a:solidFill>
          <a:ln w="0">
            <a:noFill/>
          </a:ln>
        </p:spPr>
        <p:style>
          <a:lnRef idx="0"/>
          <a:fillRef idx="0"/>
          <a:effectRef idx="0"/>
          <a:fontRef idx="minor"/>
        </p:style>
        <p:txBody>
          <a:bodyPr numCol="1" spcCol="0" horzOverflow="overflow" anchor="ctr">
            <a:noAutofit/>
          </a:bodyPr>
          <a:p>
            <a:pPr algn="ctr" defTabSz="457200">
              <a:lnSpc>
                <a:spcPts val="2001"/>
              </a:lnSpc>
            </a:pPr>
            <a:r>
              <a:rPr b="1" lang="ja-JP" sz="1800" strike="noStrike" u="none">
                <a:solidFill>
                  <a:schemeClr val="lt1"/>
                </a:solidFill>
                <a:effectLst/>
                <a:uFillTx/>
                <a:latin typeface="Meiryo UI"/>
                <a:ea typeface="Meiryo UI"/>
              </a:rPr>
              <a:t>シーティング実施の</a:t>
            </a:r>
            <a:endParaRPr b="0" lang="en-US" sz="1800" strike="noStrike" u="none">
              <a:solidFill>
                <a:srgbClr val="ffffff"/>
              </a:solidFill>
              <a:effectLst/>
              <a:uFillTx/>
              <a:latin typeface="Arial"/>
            </a:endParaRPr>
          </a:p>
          <a:p>
            <a:pPr algn="ctr" defTabSz="457200">
              <a:lnSpc>
                <a:spcPts val="2001"/>
              </a:lnSpc>
            </a:pPr>
            <a:r>
              <a:rPr b="1" lang="ja-JP" sz="1800" strike="noStrike" u="none">
                <a:solidFill>
                  <a:schemeClr val="lt1"/>
                </a:solidFill>
                <a:effectLst/>
                <a:uFillTx/>
                <a:latin typeface="Meiryo UI"/>
                <a:ea typeface="Meiryo UI"/>
              </a:rPr>
              <a:t>必要性検討</a:t>
            </a:r>
            <a:endParaRPr b="0" lang="en-US" sz="1800" strike="noStrike" u="none">
              <a:solidFill>
                <a:srgbClr val="ffffff"/>
              </a:solidFill>
              <a:effectLst/>
              <a:uFillTx/>
              <a:latin typeface="Arial"/>
            </a:endParaRPr>
          </a:p>
        </p:txBody>
      </p:sp>
      <p:sp>
        <p:nvSpPr>
          <p:cNvPr id="1748" name="フローチャート: 他ページ結合子 27"/>
          <p:cNvSpPr/>
          <p:nvPr/>
        </p:nvSpPr>
        <p:spPr>
          <a:xfrm>
            <a:off x="209520" y="2583360"/>
            <a:ext cx="2159640" cy="1063800"/>
          </a:xfrm>
          <a:prstGeom prst="flowChartOffpageConnector">
            <a:avLst/>
          </a:prstGeom>
          <a:solidFill>
            <a:schemeClr val="accent4"/>
          </a:solidFill>
          <a:ln w="0">
            <a:noFill/>
          </a:ln>
        </p:spPr>
        <p:style>
          <a:lnRef idx="0"/>
          <a:fillRef idx="0"/>
          <a:effectRef idx="0"/>
          <a:fontRef idx="minor"/>
        </p:style>
        <p:txBody>
          <a:bodyPr numCol="1" spcCol="0" horzOverflow="overflow" anchor="ctr">
            <a:noAutofit/>
          </a:bodyPr>
          <a:p>
            <a:pPr algn="ctr" defTabSz="457200">
              <a:lnSpc>
                <a:spcPts val="2001"/>
              </a:lnSpc>
            </a:pPr>
            <a:r>
              <a:rPr b="1" lang="ja-JP" sz="1800" strike="noStrike" u="none">
                <a:solidFill>
                  <a:schemeClr val="lt1"/>
                </a:solidFill>
                <a:effectLst/>
                <a:uFillTx/>
                <a:latin typeface="Meiryo UI"/>
                <a:ea typeface="Meiryo UI"/>
              </a:rPr>
              <a:t>シーティング実施に</a:t>
            </a:r>
            <a:endParaRPr b="0" lang="en-US" sz="1800" strike="noStrike" u="none">
              <a:solidFill>
                <a:srgbClr val="ffffff"/>
              </a:solidFill>
              <a:effectLst/>
              <a:uFillTx/>
              <a:latin typeface="Arial"/>
            </a:endParaRPr>
          </a:p>
          <a:p>
            <a:pPr algn="ctr" defTabSz="457200">
              <a:lnSpc>
                <a:spcPts val="2001"/>
              </a:lnSpc>
            </a:pPr>
            <a:r>
              <a:rPr b="1" lang="ja-JP" sz="1800" strike="noStrike" u="none">
                <a:solidFill>
                  <a:schemeClr val="lt1"/>
                </a:solidFill>
                <a:effectLst/>
                <a:uFillTx/>
                <a:latin typeface="Meiryo UI"/>
                <a:ea typeface="Meiryo UI"/>
              </a:rPr>
              <a:t>向けたアセスメント</a:t>
            </a:r>
            <a:endParaRPr b="0" lang="en-US" sz="1800" strike="noStrike" u="none">
              <a:solidFill>
                <a:srgbClr val="ffffff"/>
              </a:solidFill>
              <a:effectLst/>
              <a:uFillTx/>
              <a:latin typeface="Arial"/>
            </a:endParaRPr>
          </a:p>
        </p:txBody>
      </p:sp>
      <p:sp>
        <p:nvSpPr>
          <p:cNvPr id="1749" name="フローチャート: 他ページ結合子 37"/>
          <p:cNvSpPr/>
          <p:nvPr/>
        </p:nvSpPr>
        <p:spPr>
          <a:xfrm>
            <a:off x="199440" y="5145480"/>
            <a:ext cx="2159640" cy="1063800"/>
          </a:xfrm>
          <a:prstGeom prst="flowChartOffpageConnector">
            <a:avLst/>
          </a:prstGeom>
          <a:solidFill>
            <a:schemeClr val="accent4"/>
          </a:solidFill>
          <a:ln w="0">
            <a:noFill/>
          </a:ln>
        </p:spPr>
        <p:style>
          <a:lnRef idx="0"/>
          <a:fillRef idx="0"/>
          <a:effectRef idx="0"/>
          <a:fontRef idx="minor"/>
        </p:style>
        <p:txBody>
          <a:bodyPr numCol="1" spcCol="0" horzOverflow="overflow" anchor="ctr">
            <a:noAutofit/>
          </a:bodyPr>
          <a:p>
            <a:pPr algn="ctr" defTabSz="457200">
              <a:lnSpc>
                <a:spcPts val="2001"/>
              </a:lnSpc>
            </a:pPr>
            <a:r>
              <a:rPr b="1" lang="ja-JP" sz="1800" strike="noStrike" u="none">
                <a:solidFill>
                  <a:schemeClr val="lt1"/>
                </a:solidFill>
                <a:effectLst/>
                <a:uFillTx/>
                <a:latin typeface="Meiryo UI"/>
                <a:ea typeface="Meiryo UI"/>
              </a:rPr>
              <a:t>効果検証</a:t>
            </a:r>
            <a:endParaRPr b="0" lang="en-US" sz="1800" strike="noStrike" u="none">
              <a:solidFill>
                <a:srgbClr val="ffffff"/>
              </a:solidFill>
              <a:effectLst/>
              <a:uFillTx/>
              <a:latin typeface="Arial"/>
            </a:endParaRPr>
          </a:p>
          <a:p>
            <a:pPr algn="ctr" defTabSz="457200">
              <a:lnSpc>
                <a:spcPts val="2001"/>
              </a:lnSpc>
            </a:pPr>
            <a:r>
              <a:rPr b="1" lang="ja-JP" sz="1800" strike="noStrike" u="none">
                <a:solidFill>
                  <a:schemeClr val="lt1"/>
                </a:solidFill>
                <a:effectLst/>
                <a:uFillTx/>
                <a:latin typeface="Meiryo UI"/>
                <a:ea typeface="Meiryo UI"/>
              </a:rPr>
              <a:t>継続的な観察</a:t>
            </a:r>
            <a:endParaRPr b="0" lang="en-US" sz="1800" strike="noStrike" u="none">
              <a:solidFill>
                <a:srgbClr val="ffffff"/>
              </a:solidFill>
              <a:effectLst/>
              <a:uFillTx/>
              <a:latin typeface="Arial"/>
            </a:endParaRPr>
          </a:p>
        </p:txBody>
      </p:sp>
      <p:sp>
        <p:nvSpPr>
          <p:cNvPr id="1750" name="フローチャート: 他ページ結合子 38"/>
          <p:cNvSpPr/>
          <p:nvPr/>
        </p:nvSpPr>
        <p:spPr>
          <a:xfrm>
            <a:off x="199440" y="3864240"/>
            <a:ext cx="2159640" cy="1063800"/>
          </a:xfrm>
          <a:prstGeom prst="flowChartOffpageConnector">
            <a:avLst/>
          </a:prstGeom>
          <a:solidFill>
            <a:schemeClr val="accent4"/>
          </a:solidFill>
          <a:ln w="0">
            <a:noFill/>
          </a:ln>
        </p:spPr>
        <p:style>
          <a:lnRef idx="0"/>
          <a:fillRef idx="0"/>
          <a:effectRef idx="0"/>
          <a:fontRef idx="minor"/>
        </p:style>
        <p:txBody>
          <a:bodyPr numCol="1" spcCol="0" horzOverflow="overflow" anchor="ctr">
            <a:noAutofit/>
          </a:bodyPr>
          <a:p>
            <a:pPr algn="ctr" defTabSz="457200">
              <a:lnSpc>
                <a:spcPts val="2001"/>
              </a:lnSpc>
            </a:pPr>
            <a:r>
              <a:rPr b="1" lang="ja-JP" sz="1800" strike="noStrike" u="none">
                <a:solidFill>
                  <a:schemeClr val="lt1"/>
                </a:solidFill>
                <a:effectLst/>
                <a:uFillTx/>
                <a:latin typeface="Meiryo UI"/>
                <a:ea typeface="Meiryo UI"/>
              </a:rPr>
              <a:t>アセスメントに</a:t>
            </a:r>
            <a:endParaRPr b="0" lang="en-US" sz="1800" strike="noStrike" u="none">
              <a:solidFill>
                <a:srgbClr val="ffffff"/>
              </a:solidFill>
              <a:effectLst/>
              <a:uFillTx/>
              <a:latin typeface="Arial"/>
            </a:endParaRPr>
          </a:p>
          <a:p>
            <a:pPr algn="ctr" defTabSz="457200">
              <a:lnSpc>
                <a:spcPts val="2001"/>
              </a:lnSpc>
            </a:pPr>
            <a:r>
              <a:rPr b="1" lang="ja-JP" sz="1800" strike="noStrike" u="none">
                <a:solidFill>
                  <a:schemeClr val="lt1"/>
                </a:solidFill>
                <a:effectLst/>
                <a:uFillTx/>
                <a:latin typeface="Meiryo UI"/>
                <a:ea typeface="Meiryo UI"/>
              </a:rPr>
              <a:t>基づいた</a:t>
            </a:r>
            <a:endParaRPr b="0" lang="en-US" sz="1800" strike="noStrike" u="none">
              <a:solidFill>
                <a:srgbClr val="ffffff"/>
              </a:solidFill>
              <a:effectLst/>
              <a:uFillTx/>
              <a:latin typeface="Arial"/>
            </a:endParaRPr>
          </a:p>
          <a:p>
            <a:pPr algn="ctr" defTabSz="457200">
              <a:lnSpc>
                <a:spcPts val="2001"/>
              </a:lnSpc>
            </a:pPr>
            <a:r>
              <a:rPr b="1" lang="ja-JP" sz="1800" strike="noStrike" u="none">
                <a:solidFill>
                  <a:schemeClr val="lt1"/>
                </a:solidFill>
                <a:effectLst/>
                <a:uFillTx/>
                <a:latin typeface="Meiryo UI"/>
                <a:ea typeface="Meiryo UI"/>
              </a:rPr>
              <a:t>シーティングの実施</a:t>
            </a:r>
            <a:endParaRPr b="0" lang="en-US" sz="1800" strike="noStrike" u="none">
              <a:solidFill>
                <a:srgbClr val="ffffff"/>
              </a:solidFill>
              <a:effectLst/>
              <a:uFillTx/>
              <a:latin typeface="Arial"/>
            </a:endParaRPr>
          </a:p>
        </p:txBody>
      </p:sp>
      <p:sp>
        <p:nvSpPr>
          <p:cNvPr id="1751" name="正方形/長方形 49"/>
          <p:cNvSpPr/>
          <p:nvPr/>
        </p:nvSpPr>
        <p:spPr>
          <a:xfrm>
            <a:off x="2492280" y="1302120"/>
            <a:ext cx="7211160" cy="1063800"/>
          </a:xfrm>
          <a:prstGeom prst="rect">
            <a:avLst/>
          </a:prstGeom>
          <a:solidFill>
            <a:schemeClr val="bg1"/>
          </a:solidFill>
          <a:ln w="0">
            <a:solidFill>
              <a:srgbClr val="000000"/>
            </a:solidFill>
          </a:ln>
        </p:spPr>
        <p:style>
          <a:lnRef idx="0"/>
          <a:fillRef idx="0"/>
          <a:effectRef idx="0"/>
          <a:fontRef idx="minor"/>
        </p:style>
        <p:txBody>
          <a:bodyPr lIns="90000" rIns="90000" tIns="45000" bIns="45000" anchor="ctr">
            <a:noAutofit/>
          </a:bodyPr>
          <a:p>
            <a:pPr algn="just" defTabSz="914400">
              <a:lnSpc>
                <a:spcPct val="100000"/>
              </a:lnSpc>
              <a:spcAft>
                <a:spcPts val="601"/>
              </a:spcAft>
            </a:pPr>
            <a:r>
              <a:rPr b="1" lang="ja-JP" sz="2000" strike="noStrike" u="none">
                <a:solidFill>
                  <a:schemeClr val="accent1"/>
                </a:solidFill>
                <a:effectLst/>
                <a:uFillTx/>
                <a:latin typeface="Meiryo UI"/>
                <a:ea typeface="Meiryo UI"/>
              </a:rPr>
              <a:t>介護職員の気づき</a:t>
            </a:r>
            <a:endParaRPr b="0" lang="en-US" sz="2000" strike="noStrike" u="none">
              <a:solidFill>
                <a:srgbClr val="000000"/>
              </a:solidFill>
              <a:effectLst/>
              <a:uFillTx/>
              <a:latin typeface="Arial"/>
            </a:endParaRPr>
          </a:p>
          <a:p>
            <a:pPr algn="just" defTabSz="914400">
              <a:lnSpc>
                <a:spcPct val="100000"/>
              </a:lnSpc>
              <a:spcAft>
                <a:spcPts val="601"/>
              </a:spcAft>
            </a:pPr>
            <a:r>
              <a:rPr b="0" lang="ja-JP" sz="1600" strike="noStrike" u="none">
                <a:solidFill>
                  <a:schemeClr val="accent1"/>
                </a:solidFill>
                <a:effectLst/>
                <a:uFillTx/>
                <a:latin typeface="Meiryo UI"/>
                <a:ea typeface="Meiryo UI"/>
              </a:rPr>
              <a:t>　</a:t>
            </a:r>
            <a:r>
              <a:rPr b="0" lang="ja-JP" sz="1600" strike="noStrike" u="none">
                <a:solidFill>
                  <a:schemeClr val="dk1"/>
                </a:solidFill>
                <a:effectLst/>
                <a:uFillTx/>
                <a:latin typeface="Meiryo UI"/>
                <a:ea typeface="Meiryo UI"/>
              </a:rPr>
              <a:t>姿勢保持が徐々に難しくなり、食事摂取が難しくなっていることに介護職員が気づいた</a:t>
            </a:r>
            <a:endParaRPr b="0" lang="en-US" sz="1600" strike="noStrike" u="none">
              <a:solidFill>
                <a:srgbClr val="000000"/>
              </a:solidFill>
              <a:effectLst/>
              <a:uFillTx/>
              <a:latin typeface="Arial"/>
            </a:endParaRPr>
          </a:p>
        </p:txBody>
      </p:sp>
      <p:sp>
        <p:nvSpPr>
          <p:cNvPr id="1752" name="正方形/長方形 50"/>
          <p:cNvSpPr/>
          <p:nvPr/>
        </p:nvSpPr>
        <p:spPr>
          <a:xfrm>
            <a:off x="2492280" y="2583360"/>
            <a:ext cx="7211160" cy="1063800"/>
          </a:xfrm>
          <a:prstGeom prst="rect">
            <a:avLst/>
          </a:prstGeom>
          <a:solidFill>
            <a:schemeClr val="bg1"/>
          </a:solidFill>
          <a:ln w="0">
            <a:solidFill>
              <a:srgbClr val="000000"/>
            </a:solidFill>
          </a:ln>
        </p:spPr>
        <p:style>
          <a:lnRef idx="0"/>
          <a:fillRef idx="0"/>
          <a:effectRef idx="0"/>
          <a:fontRef idx="minor"/>
        </p:style>
        <p:txBody>
          <a:bodyPr lIns="90000" rIns="90000" tIns="45000" bIns="45000" anchor="ctr">
            <a:noAutofit/>
          </a:bodyPr>
          <a:p>
            <a:pPr algn="just" defTabSz="914400">
              <a:lnSpc>
                <a:spcPct val="100000"/>
              </a:lnSpc>
              <a:spcAft>
                <a:spcPts val="601"/>
              </a:spcAft>
            </a:pPr>
            <a:r>
              <a:rPr b="1" lang="ja-JP" sz="2000" strike="noStrike" u="none">
                <a:solidFill>
                  <a:schemeClr val="accent1"/>
                </a:solidFill>
                <a:effectLst/>
                <a:uFillTx/>
                <a:latin typeface="Meiryo UI"/>
                <a:ea typeface="Meiryo UI"/>
              </a:rPr>
              <a:t>多職種でのアセスメントを通した原因の探索</a:t>
            </a:r>
            <a:endParaRPr b="0" lang="en-US" sz="2000" strike="noStrike" u="none">
              <a:solidFill>
                <a:srgbClr val="000000"/>
              </a:solidFill>
              <a:effectLst/>
              <a:uFillTx/>
              <a:latin typeface="Arial"/>
            </a:endParaRPr>
          </a:p>
          <a:p>
            <a:pPr algn="just" defTabSz="914400">
              <a:lnSpc>
                <a:spcPct val="100000"/>
              </a:lnSpc>
              <a:spcAft>
                <a:spcPts val="601"/>
              </a:spcAft>
            </a:pPr>
            <a:r>
              <a:rPr b="0" lang="ja-JP" sz="1600" strike="noStrike" u="none">
                <a:solidFill>
                  <a:schemeClr val="dk1"/>
                </a:solidFill>
                <a:effectLst/>
                <a:uFillTx/>
                <a:latin typeface="Meiryo UI"/>
                <a:ea typeface="Meiryo UI"/>
              </a:rPr>
              <a:t>　理学療法士や介護職員のアセスメントを踏まえてシーティング実施内容を検討した</a:t>
            </a:r>
            <a:endParaRPr b="0" lang="en-US" sz="1600" strike="noStrike" u="none">
              <a:solidFill>
                <a:srgbClr val="000000"/>
              </a:solidFill>
              <a:effectLst/>
              <a:uFillTx/>
              <a:latin typeface="Arial"/>
            </a:endParaRPr>
          </a:p>
        </p:txBody>
      </p:sp>
      <p:sp>
        <p:nvSpPr>
          <p:cNvPr id="1753" name="正方形/長方形 51"/>
          <p:cNvSpPr/>
          <p:nvPr/>
        </p:nvSpPr>
        <p:spPr>
          <a:xfrm>
            <a:off x="2492280" y="3864240"/>
            <a:ext cx="7211160" cy="1063800"/>
          </a:xfrm>
          <a:prstGeom prst="rect">
            <a:avLst/>
          </a:prstGeom>
          <a:solidFill>
            <a:schemeClr val="bg1"/>
          </a:solidFill>
          <a:ln w="0">
            <a:solidFill>
              <a:srgbClr val="000000"/>
            </a:solidFill>
          </a:ln>
        </p:spPr>
        <p:style>
          <a:lnRef idx="0"/>
          <a:fillRef idx="0"/>
          <a:effectRef idx="0"/>
          <a:fontRef idx="minor"/>
        </p:style>
        <p:txBody>
          <a:bodyPr lIns="90000" rIns="90000" tIns="45000" bIns="45000" anchor="ctr">
            <a:noAutofit/>
          </a:bodyPr>
          <a:p>
            <a:pPr algn="just" defTabSz="914400">
              <a:lnSpc>
                <a:spcPct val="100000"/>
              </a:lnSpc>
              <a:spcAft>
                <a:spcPts val="601"/>
              </a:spcAft>
            </a:pPr>
            <a:r>
              <a:rPr b="1" lang="ja-JP" sz="2000" strike="noStrike" u="none">
                <a:solidFill>
                  <a:schemeClr val="accent1"/>
                </a:solidFill>
                <a:effectLst/>
                <a:uFillTx/>
                <a:latin typeface="Meiryo UI"/>
                <a:ea typeface="Meiryo UI"/>
              </a:rPr>
              <a:t>多職種での情報共有</a:t>
            </a:r>
            <a:endParaRPr b="0" lang="en-US" sz="2000" strike="noStrike" u="none">
              <a:solidFill>
                <a:srgbClr val="000000"/>
              </a:solidFill>
              <a:effectLst/>
              <a:uFillTx/>
              <a:latin typeface="Arial"/>
            </a:endParaRPr>
          </a:p>
          <a:p>
            <a:pPr algn="just" defTabSz="914400">
              <a:lnSpc>
                <a:spcPct val="100000"/>
              </a:lnSpc>
              <a:spcAft>
                <a:spcPts val="601"/>
              </a:spcAft>
            </a:pPr>
            <a:r>
              <a:rPr b="0" lang="ja-JP" sz="1600" strike="noStrike" u="none">
                <a:solidFill>
                  <a:schemeClr val="dk1"/>
                </a:solidFill>
                <a:effectLst/>
                <a:uFillTx/>
                <a:latin typeface="Meiryo UI"/>
                <a:ea typeface="Meiryo UI"/>
              </a:rPr>
              <a:t>　多職種でのカンファレンスを実施し、シーティング実施内容を共有した</a:t>
            </a:r>
            <a:endParaRPr b="0" lang="en-US" sz="1600" strike="noStrike" u="none">
              <a:solidFill>
                <a:srgbClr val="000000"/>
              </a:solidFill>
              <a:effectLst/>
              <a:uFillTx/>
              <a:latin typeface="Arial"/>
            </a:endParaRPr>
          </a:p>
        </p:txBody>
      </p:sp>
      <p:sp>
        <p:nvSpPr>
          <p:cNvPr id="1754" name="正方形/長方形 52"/>
          <p:cNvSpPr/>
          <p:nvPr/>
        </p:nvSpPr>
        <p:spPr>
          <a:xfrm>
            <a:off x="2492280" y="5145480"/>
            <a:ext cx="7211160" cy="1063800"/>
          </a:xfrm>
          <a:prstGeom prst="rect">
            <a:avLst/>
          </a:prstGeom>
          <a:solidFill>
            <a:schemeClr val="bg1"/>
          </a:solidFill>
          <a:ln w="0">
            <a:solidFill>
              <a:srgbClr val="000000"/>
            </a:solidFill>
          </a:ln>
        </p:spPr>
        <p:style>
          <a:lnRef idx="0"/>
          <a:fillRef idx="0"/>
          <a:effectRef idx="0"/>
          <a:fontRef idx="minor"/>
        </p:style>
        <p:txBody>
          <a:bodyPr lIns="90000" rIns="90000" tIns="45000" bIns="45000" anchor="ctr">
            <a:noAutofit/>
          </a:bodyPr>
          <a:p>
            <a:pPr algn="just" defTabSz="914400">
              <a:lnSpc>
                <a:spcPct val="100000"/>
              </a:lnSpc>
              <a:spcAft>
                <a:spcPts val="601"/>
              </a:spcAft>
            </a:pPr>
            <a:r>
              <a:rPr b="1" lang="ja-JP" sz="2000" strike="noStrike" u="none">
                <a:solidFill>
                  <a:schemeClr val="accent1"/>
                </a:solidFill>
                <a:effectLst/>
                <a:uFillTx/>
                <a:latin typeface="Meiryo UI"/>
                <a:ea typeface="Meiryo UI"/>
              </a:rPr>
              <a:t>ケアプランへの反映</a:t>
            </a:r>
            <a:endParaRPr b="0" lang="en-US" sz="2000" strike="noStrike" u="none">
              <a:solidFill>
                <a:srgbClr val="000000"/>
              </a:solidFill>
              <a:effectLst/>
              <a:uFillTx/>
              <a:latin typeface="Arial"/>
            </a:endParaRPr>
          </a:p>
          <a:p>
            <a:pPr algn="just" defTabSz="914400">
              <a:lnSpc>
                <a:spcPct val="100000"/>
              </a:lnSpc>
              <a:spcAft>
                <a:spcPts val="601"/>
              </a:spcAft>
            </a:pPr>
            <a:r>
              <a:rPr b="0" lang="ja-JP" sz="1600" strike="noStrike" u="none">
                <a:solidFill>
                  <a:schemeClr val="dk1"/>
                </a:solidFill>
                <a:effectLst/>
                <a:uFillTx/>
                <a:latin typeface="Meiryo UI"/>
                <a:ea typeface="Meiryo UI"/>
              </a:rPr>
              <a:t>　食事動作や日常観察でも効果がみられていることを確認してケアプランに落とし込んだ</a:t>
            </a:r>
            <a:endParaRPr b="0" lang="en-US" sz="1600" strike="noStrike" u="none">
              <a:solidFill>
                <a:srgbClr val="000000"/>
              </a:solidFill>
              <a:effectLst/>
              <a:uFillTx/>
              <a:latin typeface="Arial"/>
            </a:endParaRPr>
          </a:p>
        </p:txBody>
      </p:sp>
      <p:sp>
        <p:nvSpPr>
          <p:cNvPr id="1755" name="テキスト ボックス 53"/>
          <p:cNvSpPr/>
          <p:nvPr/>
        </p:nvSpPr>
        <p:spPr>
          <a:xfrm>
            <a:off x="380520" y="6273360"/>
            <a:ext cx="9324720" cy="25344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0" lang="ja-JP" sz="1050" strike="noStrike" u="none">
                <a:solidFill>
                  <a:srgbClr val="000000"/>
                </a:solidFill>
                <a:effectLst/>
                <a:uFillTx/>
                <a:latin typeface="Meiryo UI"/>
                <a:ea typeface="Meiryo UI"/>
              </a:rPr>
              <a:t>出所：令和</a:t>
            </a:r>
            <a:r>
              <a:rPr b="0" lang="en-US" sz="1050" strike="noStrike" u="none">
                <a:solidFill>
                  <a:srgbClr val="000000"/>
                </a:solidFill>
                <a:effectLst/>
                <a:uFillTx/>
                <a:latin typeface="Meiryo UI"/>
                <a:ea typeface="Meiryo UI"/>
              </a:rPr>
              <a:t>3</a:t>
            </a:r>
            <a:r>
              <a:rPr b="0" lang="ja-JP" sz="1050" strike="noStrike" u="none">
                <a:solidFill>
                  <a:srgbClr val="000000"/>
                </a:solidFill>
                <a:effectLst/>
                <a:uFillTx/>
                <a:latin typeface="Meiryo UI"/>
                <a:ea typeface="Meiryo UI"/>
              </a:rPr>
              <a:t>年度厚生労働省老健事業「介護現場における適切なシーティングの実施に係る事例及び研修に関する調査研究事業」ヒアリング結果に基づき作成</a:t>
            </a:r>
            <a:endParaRPr b="0" lang="en-US" sz="105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2020-提案書">
  <a:themeElements>
    <a:clrScheme name="緑">
      <a:dk1>
        <a:srgbClr val="000000"/>
      </a:dk1>
      <a:lt1>
        <a:srgbClr val="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ユーザー定義 1">
      <a:majorFont>
        <a:latin typeface="Meiryo UI" pitchFamily="0" charset="1"/>
        <a:ea typeface="Meiryo UI" pitchFamily="0" charset="1"/>
        <a:cs typeface=""/>
      </a:majorFont>
      <a:minorFont>
        <a:latin typeface="Meiryo UI" pitchFamily="0" charset="1"/>
        <a:ea typeface="Meiryo UI"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26788315CD46C34F8F75E9994D0F8728" ma:contentTypeVersion="6" ma:contentTypeDescription="新しいドキュメントを作成します。" ma:contentTypeScope="" ma:versionID="2e8b2214944ebbc61836bfbdd67f281c">
  <xsd:schema xmlns:xsd="http://www.w3.org/2001/XMLSchema" xmlns:xs="http://www.w3.org/2001/XMLSchema" xmlns:p="http://schemas.microsoft.com/office/2006/metadata/properties" xmlns:ns2="e202fd4c-9011-4f5b-8b23-2df7a68c5dc2" targetNamespace="http://schemas.microsoft.com/office/2006/metadata/properties" ma:root="true" ma:fieldsID="56bd330f36a03ddc934877319d50114f" ns2:_="">
    <xsd:import namespace="e202fd4c-9011-4f5b-8b23-2df7a68c5dc2"/>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02fd4c-9011-4f5b-8b23-2df7a68c5dc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37F01FC-0694-41A2-BC71-B992E8375D99}">
  <ds:schemaRefs>
    <ds:schemaRef ds:uri="http://schemas.microsoft.com/sharepoint/v3/contenttype/forms"/>
  </ds:schemaRefs>
</ds:datastoreItem>
</file>

<file path=customXml/itemProps2.xml><?xml version="1.0" encoding="utf-8"?>
<ds:datastoreItem xmlns:ds="http://schemas.openxmlformats.org/officeDocument/2006/customXml" ds:itemID="{3C668A06-2866-4BE4-8E0E-B4CBD7D6CC76}"/>
</file>

<file path=customXml/itemProps3.xml><?xml version="1.0" encoding="utf-8"?>
<ds:datastoreItem xmlns:ds="http://schemas.openxmlformats.org/officeDocument/2006/customXml" ds:itemID="{C1353EF0-3D0C-46A3-B990-327059845332}">
  <ds:schemaRefs>
    <ds:schemaRef ds:uri="http://purl.org/dc/elements/1.1/"/>
    <ds:schemaRef ds:uri="4d133cc3-0570-42cb-b029-1bd0253a879c"/>
    <ds:schemaRef ds:uri="http://purl.org/dc/terms/"/>
    <ds:schemaRef ds:uri="http://purl.org/dc/dcmitype/"/>
    <ds:schemaRef ds:uri="ad35ddbc-ce4d-4b9b-a087-4aa9a26f1b5f"/>
    <ds:schemaRef ds:uri="http://schemas.openxmlformats.org/package/2006/metadata/core-properties"/>
    <ds:schemaRef ds:uri="http://schemas.microsoft.com/office/2006/metadata/properties"/>
    <ds:schemaRef ds:uri="http://schemas.microsoft.com/office/2006/documentManagement/types"/>
    <ds:schemaRef ds:uri="http://schemas.microsoft.com/office/infopath/2007/PartnerControl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1901</TotalTime>
  <Application>LibreOffice/25.2.6.2$Windows_X86_64 LibreOffice_project/729c5bfe710f5eb71ed3bbde9e06a6065e9c6c5d</Application>
  <AppVersion>15.0000</AppVersion>
  <Words>10145</Words>
  <Paragraphs>795</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進藤 寛子</dc:creator>
  <dc:description/>
  <dc:language>ja-JP</dc:language>
  <cp:lastModifiedBy/>
  <cp:lastPrinted>2022-02-07T01:02:08Z</cp:lastPrinted>
  <dcterms:modified xsi:type="dcterms:W3CDTF">2025-11-03T22:49:19Z</dcterms:modified>
  <cp:revision>23</cp:revision>
  <dc:subject/>
  <dc:title>介護現場における 適切なシーティングの実施に係る 研修資料 （案）</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0x01010026788315CD46C34F8F75E9994D0F8728</vt:lpwstr>
  </property>
  <property fmtid="{D5CDD505-2E9C-101B-9397-08002B2CF9AE}" pid="3" name="Notes">
    <vt:i4>15</vt:i4>
  </property>
  <property fmtid="{D5CDD505-2E9C-101B-9397-08002B2CF9AE}" pid="4" name="PresentationFormat">
    <vt:lpwstr>A4 210 x 297 mm</vt:lpwstr>
  </property>
  <property fmtid="{D5CDD505-2E9C-101B-9397-08002B2CF9AE}" pid="5" name="Slides">
    <vt:i4>55</vt:i4>
  </property>
</Properties>
</file>