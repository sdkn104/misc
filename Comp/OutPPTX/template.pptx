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&lt;日付/時刻&gt;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游明朝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游明朝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游明朝"/>
              </a:rPr>
              <a:t>&lt;フッター&gt;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游明朝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1BCBFC6-978E-4FF4-8D22-B31473455FC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&lt;番号&gt;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游明朝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&lt;日付/時刻&gt;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游明朝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游明朝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游明朝"/>
              </a:rPr>
              <a:t>&lt;フッター&gt;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游明朝"/>
            </a:endParaRPr>
          </a:p>
        </p:txBody>
      </p:sp>
      <p:sp>
        <p:nvSpPr>
          <p:cNvPr id="8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FCF464A-997F-4B74-AFA5-62D9C8EE041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&lt;番号&gt;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游明朝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クリックしてアウトラインのテキストを編集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ja-JP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r>
              <a:rPr b="0" lang="ja-JP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</a:t>
            </a:r>
            <a:r>
              <a:rPr b="0" lang="ja-JP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ja-JP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</a:t>
            </a:r>
            <a:r>
              <a:rPr b="0" lang="ja-JP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</a:t>
            </a:r>
            <a:r>
              <a:rPr b="0" lang="ja-JP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</a:t>
            </a:r>
            <a:r>
              <a:rPr b="0" lang="ja-JP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7</a:t>
            </a:r>
            <a:r>
              <a:rPr b="0" lang="ja-JP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&lt;日付/時刻&gt;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游明朝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游明朝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游明朝"/>
              </a:rPr>
              <a:t>&lt;フッター&gt;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游明朝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A3E741A-B65F-40A8-ABD1-EDFDA664715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&lt;番号&gt;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游明朝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&lt;日付/時刻&gt;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游明朝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游明朝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游明朝"/>
              </a:rPr>
              <a:t>&lt;フッター&gt;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游明朝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968AB1B-2542-49BB-B160-4277438CCEA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&lt;番号&gt;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游明朝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&lt;日付/時刻&gt;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游明朝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游明朝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游明朝"/>
              </a:rPr>
              <a:t>&lt;フッター&gt;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游明朝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1E71858-3B8B-4CC1-84CE-ED740E20CBC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&lt;番号&gt;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游明朝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&lt;日付/時刻&gt;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游明朝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游明朝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游明朝"/>
              </a:rPr>
              <a:t>&lt;フッター&gt;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游明朝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EECC4DE-2909-440D-8E75-DD5F3C49201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&lt;番号&gt;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游明朝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&lt;日付/時刻&gt;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游明朝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游明朝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游明朝"/>
              </a:rPr>
              <a:t>&lt;フッター&gt;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游明朝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1D2E3D6-7D5C-44FE-9A3F-D7E4A754F96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&lt;番号&gt;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游明朝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&lt;日付/時刻&gt;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游明朝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游明朝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游明朝"/>
              </a:rPr>
              <a:t>&lt;フッター&gt;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游明朝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737BE87-49BC-479F-8285-9DA09ED928B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&lt;番号&gt;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游明朝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&lt;日付/時刻&gt;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游明朝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游明朝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游明朝"/>
              </a:rPr>
              <a:t>&lt;フッター&gt;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游明朝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0C52348-F584-445E-9742-61483C7EFFC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&lt;番号&gt;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游明朝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&lt;日付/時刻&gt;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游明朝"/>
            </a:endParaRPr>
          </a:p>
        </p:txBody>
      </p:sp>
      <p:sp>
        <p:nvSpPr>
          <p:cNvPr id="51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游明朝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游明朝"/>
              </a:rPr>
              <a:t>&lt;フッター&gt;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游明朝"/>
            </a:endParaRPr>
          </a:p>
        </p:txBody>
      </p:sp>
      <p:sp>
        <p:nvSpPr>
          <p:cNvPr id="52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C8C8877-EC4F-4689-95F9-80EA12470AF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&lt;番号&gt;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游明朝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&lt;日付/時刻&gt;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游明朝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游明朝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游明朝"/>
              </a:rPr>
              <a:t>&lt;フッター&gt;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游明朝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447B693-4018-41CE-958E-333F6162AF2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&lt;番号&gt;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游明朝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80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LibreOffice/25.2.7.2$Windows_X86_64 LibreOffice_project/5cbfd1ab6520636bb5f7b99185aa69bd7456825d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ja-JP</dc:language>
  <cp:lastModifiedBy/>
  <dcterms:modified xsi:type="dcterms:W3CDTF">2026-03-11T22:59:37Z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