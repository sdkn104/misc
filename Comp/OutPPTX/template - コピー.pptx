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214" d="100"/>
          <a:sy n="214" d="100"/>
        </p:scale>
        <p:origin x="256" y="1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</Words>
  <Application>Microsoft Office PowerPoint</Application>
  <PresentationFormat>画面に合わせる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Sadakane Toshiyuki/定兼 利行(MELCO/名電 品質ＩＴプロ)</cp:lastModifiedBy>
  <cp:revision>6</cp:revision>
  <dcterms:created xsi:type="dcterms:W3CDTF">2017-06-05T14:10:58Z</dcterms:created>
  <dcterms:modified xsi:type="dcterms:W3CDTF">2026-03-12T05:35:51Z</dcterms:modified>
</cp:coreProperties>
</file>